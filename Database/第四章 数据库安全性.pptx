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3"/>
  </p:notesMasterIdLst>
  <p:handoutMasterIdLst>
    <p:handoutMasterId r:id="rId34"/>
  </p:handoutMasterIdLst>
  <p:sldIdLst>
    <p:sldId id="257" r:id="rId2"/>
    <p:sldId id="258" r:id="rId3"/>
    <p:sldId id="263" r:id="rId4"/>
    <p:sldId id="264" r:id="rId5"/>
    <p:sldId id="265" r:id="rId6"/>
    <p:sldId id="304" r:id="rId7"/>
    <p:sldId id="305" r:id="rId8"/>
    <p:sldId id="307" r:id="rId9"/>
    <p:sldId id="308" r:id="rId10"/>
    <p:sldId id="356" r:id="rId11"/>
    <p:sldId id="688" r:id="rId12"/>
    <p:sldId id="311" r:id="rId13"/>
    <p:sldId id="313" r:id="rId14"/>
    <p:sldId id="341" r:id="rId15"/>
    <p:sldId id="342" r:id="rId16"/>
    <p:sldId id="343" r:id="rId17"/>
    <p:sldId id="344" r:id="rId18"/>
    <p:sldId id="261" r:id="rId19"/>
    <p:sldId id="540" r:id="rId20"/>
    <p:sldId id="541" r:id="rId21"/>
    <p:sldId id="542" r:id="rId22"/>
    <p:sldId id="543" r:id="rId23"/>
    <p:sldId id="266" r:id="rId24"/>
    <p:sldId id="267" r:id="rId25"/>
    <p:sldId id="268" r:id="rId26"/>
    <p:sldId id="269" r:id="rId27"/>
    <p:sldId id="270" r:id="rId28"/>
    <p:sldId id="271" r:id="rId29"/>
    <p:sldId id="345" r:id="rId30"/>
    <p:sldId id="347" r:id="rId31"/>
    <p:sldId id="368" r:id="rId32"/>
  </p:sldIdLst>
  <p:sldSz cx="9144000" cy="6858000" type="screen4x3"/>
  <p:notesSz cx="9144000" cy="6858000"/>
  <p:defaultTextStyle>
    <a:defPPr>
      <a:defRPr lang="en-US"/>
    </a:defPPr>
    <a:lvl1pPr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0093"/>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58" autoAdjust="0"/>
    <p:restoredTop sz="94575" autoAdjust="0"/>
  </p:normalViewPr>
  <p:slideViewPr>
    <p:cSldViewPr>
      <p:cViewPr varScale="1">
        <p:scale>
          <a:sx n="106" d="100"/>
          <a:sy n="106" d="100"/>
        </p:scale>
        <p:origin x="1770"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0A16A298-95B7-466F-A723-8798DBB48504}"/>
              </a:ext>
            </a:extLst>
          </p:cNvPr>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smtClean="0"/>
            </a:lvl1pPr>
          </a:lstStyle>
          <a:p>
            <a:pPr>
              <a:defRPr/>
            </a:pPr>
            <a:endParaRPr lang="zh-CN" altLang="en-US"/>
          </a:p>
        </p:txBody>
      </p:sp>
      <p:sp>
        <p:nvSpPr>
          <p:cNvPr id="143363" name="Rectangle 3">
            <a:extLst>
              <a:ext uri="{FF2B5EF4-FFF2-40B4-BE49-F238E27FC236}">
                <a16:creationId xmlns:a16="http://schemas.microsoft.com/office/drawing/2014/main" id="{86052918-C122-4473-8569-DA49F634B1B1}"/>
              </a:ext>
            </a:extLst>
          </p:cNvPr>
          <p:cNvSpPr>
            <a:spLocks noGrp="1" noChangeArrowheads="1"/>
          </p:cNvSpPr>
          <p:nvPr>
            <p:ph type="dt" sz="quarter" idx="1"/>
          </p:nvPr>
        </p:nvSpPr>
        <p:spPr bwMode="auto">
          <a:xfrm>
            <a:off x="518160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smtClean="0"/>
            </a:lvl1pPr>
          </a:lstStyle>
          <a:p>
            <a:pPr>
              <a:defRPr/>
            </a:pPr>
            <a:endParaRPr lang="en-US" altLang="zh-CN"/>
          </a:p>
        </p:txBody>
      </p:sp>
      <p:sp>
        <p:nvSpPr>
          <p:cNvPr id="143364" name="Rectangle 4">
            <a:extLst>
              <a:ext uri="{FF2B5EF4-FFF2-40B4-BE49-F238E27FC236}">
                <a16:creationId xmlns:a16="http://schemas.microsoft.com/office/drawing/2014/main" id="{0E9382F1-2521-4E00-A8D9-E30BF4D3C95F}"/>
              </a:ext>
            </a:extLst>
          </p:cNvPr>
          <p:cNvSpPr>
            <a:spLocks noGrp="1" noChangeArrowheads="1"/>
          </p:cNvSpPr>
          <p:nvPr>
            <p:ph type="ftr" sz="quarter" idx="2"/>
          </p:nvPr>
        </p:nvSpPr>
        <p:spPr bwMode="auto">
          <a:xfrm>
            <a:off x="0" y="6515100"/>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smtClean="0"/>
            </a:lvl1pPr>
          </a:lstStyle>
          <a:p>
            <a:pPr>
              <a:defRPr/>
            </a:pPr>
            <a:endParaRPr lang="en-US" altLang="zh-CN"/>
          </a:p>
        </p:txBody>
      </p:sp>
      <p:sp>
        <p:nvSpPr>
          <p:cNvPr id="143365" name="Rectangle 5">
            <a:extLst>
              <a:ext uri="{FF2B5EF4-FFF2-40B4-BE49-F238E27FC236}">
                <a16:creationId xmlns:a16="http://schemas.microsoft.com/office/drawing/2014/main" id="{2F195701-B993-49E4-B731-FB64F9DF3E60}"/>
              </a:ext>
            </a:extLst>
          </p:cNvPr>
          <p:cNvSpPr>
            <a:spLocks noGrp="1" noChangeArrowheads="1"/>
          </p:cNvSpPr>
          <p:nvPr>
            <p:ph type="sldNum" sz="quarter" idx="3"/>
          </p:nvPr>
        </p:nvSpPr>
        <p:spPr bwMode="auto">
          <a:xfrm>
            <a:off x="5181600" y="6515100"/>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fld id="{7793B80C-84FC-43D3-AE0A-8B92A42016BE}" type="slidenum">
              <a:rPr lang="zh-CN" altLang="en-US"/>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1026">
            <a:extLst>
              <a:ext uri="{FF2B5EF4-FFF2-40B4-BE49-F238E27FC236}">
                <a16:creationId xmlns:a16="http://schemas.microsoft.com/office/drawing/2014/main" id="{ECAA61E8-67D4-4C7E-8327-0F23F99B4771}"/>
              </a:ext>
            </a:extLst>
          </p:cNvPr>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smtClean="0"/>
            </a:lvl1pPr>
          </a:lstStyle>
          <a:p>
            <a:pPr>
              <a:defRPr/>
            </a:pPr>
            <a:endParaRPr lang="zh-CN" altLang="en-US"/>
          </a:p>
        </p:txBody>
      </p:sp>
      <p:sp>
        <p:nvSpPr>
          <p:cNvPr id="9219" name="Rectangle 1027">
            <a:extLst>
              <a:ext uri="{FF2B5EF4-FFF2-40B4-BE49-F238E27FC236}">
                <a16:creationId xmlns:a16="http://schemas.microsoft.com/office/drawing/2014/main" id="{A9486B51-F72A-4982-8DFB-A1C5C380C50D}"/>
              </a:ext>
            </a:extLst>
          </p:cNvPr>
          <p:cNvSpPr>
            <a:spLocks noGrp="1" noChangeArrowheads="1"/>
          </p:cNvSpPr>
          <p:nvPr>
            <p:ph type="dt" idx="1"/>
          </p:nvPr>
        </p:nvSpPr>
        <p:spPr bwMode="auto">
          <a:xfrm>
            <a:off x="518160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smtClean="0"/>
            </a:lvl1pPr>
          </a:lstStyle>
          <a:p>
            <a:pPr>
              <a:defRPr/>
            </a:pPr>
            <a:endParaRPr lang="en-US" altLang="zh-CN"/>
          </a:p>
        </p:txBody>
      </p:sp>
      <p:sp>
        <p:nvSpPr>
          <p:cNvPr id="112644" name="Rectangle 1028">
            <a:extLst>
              <a:ext uri="{FF2B5EF4-FFF2-40B4-BE49-F238E27FC236}">
                <a16:creationId xmlns:a16="http://schemas.microsoft.com/office/drawing/2014/main" id="{F1D02EC7-6BCF-40AC-972F-86EFDA59342F}"/>
              </a:ext>
            </a:extLst>
          </p:cNvPr>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1029">
            <a:extLst>
              <a:ext uri="{FF2B5EF4-FFF2-40B4-BE49-F238E27FC236}">
                <a16:creationId xmlns:a16="http://schemas.microsoft.com/office/drawing/2014/main" id="{273AC7F8-224C-4AAE-9384-18CC8C30DE73}"/>
              </a:ext>
            </a:extLst>
          </p:cNvPr>
          <p:cNvSpPr>
            <a:spLocks noGrp="1" noChangeArrowheads="1"/>
          </p:cNvSpPr>
          <p:nvPr>
            <p:ph type="body" sz="quarter" idx="3"/>
          </p:nvPr>
        </p:nvSpPr>
        <p:spPr bwMode="auto">
          <a:xfrm>
            <a:off x="1219200" y="3257550"/>
            <a:ext cx="67056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9222" name="Rectangle 1030">
            <a:extLst>
              <a:ext uri="{FF2B5EF4-FFF2-40B4-BE49-F238E27FC236}">
                <a16:creationId xmlns:a16="http://schemas.microsoft.com/office/drawing/2014/main" id="{F565E95B-70DC-4B2C-BDA4-1CB8C64A9DF8}"/>
              </a:ext>
            </a:extLst>
          </p:cNvPr>
          <p:cNvSpPr>
            <a:spLocks noGrp="1" noChangeArrowheads="1"/>
          </p:cNvSpPr>
          <p:nvPr>
            <p:ph type="ftr" sz="quarter" idx="4"/>
          </p:nvPr>
        </p:nvSpPr>
        <p:spPr bwMode="auto">
          <a:xfrm>
            <a:off x="0" y="6515100"/>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smtClean="0"/>
            </a:lvl1pPr>
          </a:lstStyle>
          <a:p>
            <a:pPr>
              <a:defRPr/>
            </a:pPr>
            <a:endParaRPr lang="en-US" altLang="zh-CN"/>
          </a:p>
        </p:txBody>
      </p:sp>
      <p:sp>
        <p:nvSpPr>
          <p:cNvPr id="9223" name="Rectangle 1031">
            <a:extLst>
              <a:ext uri="{FF2B5EF4-FFF2-40B4-BE49-F238E27FC236}">
                <a16:creationId xmlns:a16="http://schemas.microsoft.com/office/drawing/2014/main" id="{4F4F49C0-EC06-4A8E-BABB-81C2035DEE37}"/>
              </a:ext>
            </a:extLst>
          </p:cNvPr>
          <p:cNvSpPr>
            <a:spLocks noGrp="1" noChangeArrowheads="1"/>
          </p:cNvSpPr>
          <p:nvPr>
            <p:ph type="sldNum" sz="quarter" idx="5"/>
          </p:nvPr>
        </p:nvSpPr>
        <p:spPr bwMode="auto">
          <a:xfrm>
            <a:off x="5181600" y="6515100"/>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fld id="{ED7E851B-D52F-4FF5-B114-9411DF6E06C7}"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1031">
            <a:extLst>
              <a:ext uri="{FF2B5EF4-FFF2-40B4-BE49-F238E27FC236}">
                <a16:creationId xmlns:a16="http://schemas.microsoft.com/office/drawing/2014/main" id="{AB009589-79C2-4F82-B371-3631C199F4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893B2513-5377-491C-B224-EF4969FB5989}" type="slidenum">
              <a:rPr lang="zh-CN" altLang="en-US" sz="1200" b="0"/>
              <a:pPr eaLnBrk="1" hangingPunct="1"/>
              <a:t>1</a:t>
            </a:fld>
            <a:endParaRPr lang="en-US" altLang="zh-CN" sz="1200" b="0"/>
          </a:p>
        </p:txBody>
      </p:sp>
      <p:sp>
        <p:nvSpPr>
          <p:cNvPr id="113667" name="Rectangle 2">
            <a:extLst>
              <a:ext uri="{FF2B5EF4-FFF2-40B4-BE49-F238E27FC236}">
                <a16:creationId xmlns:a16="http://schemas.microsoft.com/office/drawing/2014/main" id="{3D866F0F-5181-4424-B3B1-ABA078C32272}"/>
              </a:ext>
            </a:extLst>
          </p:cNvPr>
          <p:cNvSpPr>
            <a:spLocks noGrp="1" noRot="1" noChangeAspect="1" noChangeArrowheads="1" noTextEdit="1"/>
          </p:cNvSpPr>
          <p:nvPr>
            <p:ph type="sldImg"/>
          </p:nvPr>
        </p:nvSpPr>
        <p:spPr>
          <a:solidFill>
            <a:srgbClr val="FFFFFF"/>
          </a:solidFill>
          <a:ln/>
        </p:spPr>
      </p:sp>
      <p:sp>
        <p:nvSpPr>
          <p:cNvPr id="113668" name="Rectangle 3">
            <a:extLst>
              <a:ext uri="{FF2B5EF4-FFF2-40B4-BE49-F238E27FC236}">
                <a16:creationId xmlns:a16="http://schemas.microsoft.com/office/drawing/2014/main" id="{3AC560C1-3CB2-4A21-AF98-2FF735C1F0F4}"/>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1031">
            <a:extLst>
              <a:ext uri="{FF2B5EF4-FFF2-40B4-BE49-F238E27FC236}">
                <a16:creationId xmlns:a16="http://schemas.microsoft.com/office/drawing/2014/main" id="{B4265BCB-19DF-47AB-B5AB-AEED5BA106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4929DC6C-D36D-47F3-AE2A-BDAD5CB4DA26}" type="slidenum">
              <a:rPr lang="zh-CN" altLang="en-US" sz="1200" b="0"/>
              <a:pPr eaLnBrk="1" hangingPunct="1"/>
              <a:t>14</a:t>
            </a:fld>
            <a:endParaRPr lang="en-US" altLang="zh-CN" sz="1200" b="0"/>
          </a:p>
        </p:txBody>
      </p:sp>
      <p:sp>
        <p:nvSpPr>
          <p:cNvPr id="114691" name="Rectangle 2">
            <a:extLst>
              <a:ext uri="{FF2B5EF4-FFF2-40B4-BE49-F238E27FC236}">
                <a16:creationId xmlns:a16="http://schemas.microsoft.com/office/drawing/2014/main" id="{6AA050A2-4EC7-4A45-A961-259F6B0EED1E}"/>
              </a:ext>
            </a:extLst>
          </p:cNvPr>
          <p:cNvSpPr>
            <a:spLocks noGrp="1" noRot="1" noChangeAspect="1" noChangeArrowheads="1" noTextEdit="1"/>
          </p:cNvSpPr>
          <p:nvPr>
            <p:ph type="sldImg"/>
          </p:nvPr>
        </p:nvSpPr>
        <p:spPr>
          <a:solidFill>
            <a:srgbClr val="FFFFFF"/>
          </a:solidFill>
          <a:ln/>
        </p:spPr>
      </p:sp>
      <p:sp>
        <p:nvSpPr>
          <p:cNvPr id="114692" name="Rectangle 3">
            <a:extLst>
              <a:ext uri="{FF2B5EF4-FFF2-40B4-BE49-F238E27FC236}">
                <a16:creationId xmlns:a16="http://schemas.microsoft.com/office/drawing/2014/main" id="{6040E45D-EF16-41A4-90AC-BA225A2F2802}"/>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BBAC5482-9D6F-4003-A021-F6D1B1664954}"/>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5761594E-3BDB-4705-9FDD-9C41C3EA311C}"/>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05B90B18-55E6-4FBE-863E-4559246E68D8}"/>
                  </a:ext>
                </a:extLst>
              </p:cNvPr>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zh-CN" altLang="en-US"/>
              </a:p>
            </p:txBody>
          </p:sp>
          <p:sp>
            <p:nvSpPr>
              <p:cNvPr id="13" name="Rectangle 5">
                <a:extLst>
                  <a:ext uri="{FF2B5EF4-FFF2-40B4-BE49-F238E27FC236}">
                    <a16:creationId xmlns:a16="http://schemas.microsoft.com/office/drawing/2014/main" id="{E3EA1A0E-C6D3-428E-9CE9-0C579B33661B}"/>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zh-CN" altLang="en-US"/>
              </a:p>
            </p:txBody>
          </p:sp>
        </p:grpSp>
        <p:grpSp>
          <p:nvGrpSpPr>
            <p:cNvPr id="6" name="Group 6">
              <a:extLst>
                <a:ext uri="{FF2B5EF4-FFF2-40B4-BE49-F238E27FC236}">
                  <a16:creationId xmlns:a16="http://schemas.microsoft.com/office/drawing/2014/main" id="{A6033BDE-CA7E-4FFF-A3DD-42B6E73685D7}"/>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E9491213-726A-4A7E-BB1C-3F5D56DEC2E8}"/>
                  </a:ext>
                </a:extLst>
              </p:cNvPr>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zh-CN" altLang="en-US"/>
              </a:p>
            </p:txBody>
          </p:sp>
          <p:sp>
            <p:nvSpPr>
              <p:cNvPr id="11" name="Rectangle 8">
                <a:extLst>
                  <a:ext uri="{FF2B5EF4-FFF2-40B4-BE49-F238E27FC236}">
                    <a16:creationId xmlns:a16="http://schemas.microsoft.com/office/drawing/2014/main" id="{D2AE06D3-AF82-46CB-AD6E-3CB00EC7AF4D}"/>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zh-CN" altLang="en-US"/>
              </a:p>
            </p:txBody>
          </p:sp>
        </p:grpSp>
        <p:sp>
          <p:nvSpPr>
            <p:cNvPr id="7" name="Rectangle 9">
              <a:extLst>
                <a:ext uri="{FF2B5EF4-FFF2-40B4-BE49-F238E27FC236}">
                  <a16:creationId xmlns:a16="http://schemas.microsoft.com/office/drawing/2014/main" id="{CFC953AB-4553-4331-A73E-24D58A1A69DB}"/>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zh-CN" altLang="en-US"/>
            </a:p>
          </p:txBody>
        </p:sp>
        <p:sp>
          <p:nvSpPr>
            <p:cNvPr id="8" name="Rectangle 10">
              <a:extLst>
                <a:ext uri="{FF2B5EF4-FFF2-40B4-BE49-F238E27FC236}">
                  <a16:creationId xmlns:a16="http://schemas.microsoft.com/office/drawing/2014/main" id="{F26FAEFA-108F-483B-9CFA-982926A659BD}"/>
                </a:ext>
              </a:extLst>
            </p:cNvPr>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zh-CN" altLang="en-US"/>
            </a:p>
          </p:txBody>
        </p:sp>
        <p:sp>
          <p:nvSpPr>
            <p:cNvPr id="9" name="Rectangle 11">
              <a:extLst>
                <a:ext uri="{FF2B5EF4-FFF2-40B4-BE49-F238E27FC236}">
                  <a16:creationId xmlns:a16="http://schemas.microsoft.com/office/drawing/2014/main" id="{FC3D8E4A-3834-445A-87BD-37C8DB67B98D}"/>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zh-CN" altLang="en-US"/>
            </a:p>
          </p:txBody>
        </p:sp>
      </p:grpSp>
      <p:sp>
        <p:nvSpPr>
          <p:cNvPr id="7180"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p>
        </p:txBody>
      </p:sp>
      <p:sp>
        <p:nvSpPr>
          <p:cNvPr id="7181"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4" name="Rectangle 14">
            <a:extLst>
              <a:ext uri="{FF2B5EF4-FFF2-40B4-BE49-F238E27FC236}">
                <a16:creationId xmlns:a16="http://schemas.microsoft.com/office/drawing/2014/main" id="{5904DBF1-F1BB-4A5F-B90E-F023B652C99B}"/>
              </a:ext>
            </a:extLst>
          </p:cNvPr>
          <p:cNvSpPr>
            <a:spLocks noGrp="1" noChangeArrowheads="1"/>
          </p:cNvSpPr>
          <p:nvPr>
            <p:ph type="dt" sz="half" idx="10"/>
          </p:nvPr>
        </p:nvSpPr>
        <p:spPr>
          <a:xfrm>
            <a:off x="990600" y="6248400"/>
            <a:ext cx="1905000" cy="457200"/>
          </a:xfrm>
        </p:spPr>
        <p:txBody>
          <a:bodyPr/>
          <a:lstStyle>
            <a:lvl1pPr>
              <a:defRPr smtClean="0">
                <a:solidFill>
                  <a:schemeClr val="bg2"/>
                </a:solidFill>
              </a:defRPr>
            </a:lvl1pPr>
          </a:lstStyle>
          <a:p>
            <a:pPr>
              <a:defRPr/>
            </a:pPr>
            <a:endParaRPr lang="en-US" altLang="zh-CN"/>
          </a:p>
        </p:txBody>
      </p:sp>
      <p:sp>
        <p:nvSpPr>
          <p:cNvPr id="15" name="Rectangle 15">
            <a:extLst>
              <a:ext uri="{FF2B5EF4-FFF2-40B4-BE49-F238E27FC236}">
                <a16:creationId xmlns:a16="http://schemas.microsoft.com/office/drawing/2014/main" id="{C0401E72-C1E7-4C0F-B726-ED2AD8B8FFA9}"/>
              </a:ext>
            </a:extLst>
          </p:cNvPr>
          <p:cNvSpPr>
            <a:spLocks noGrp="1" noChangeArrowheads="1"/>
          </p:cNvSpPr>
          <p:nvPr>
            <p:ph type="ftr" sz="quarter" idx="11"/>
          </p:nvPr>
        </p:nvSpPr>
        <p:spPr>
          <a:xfrm>
            <a:off x="3429000" y="6248400"/>
            <a:ext cx="2895600" cy="457200"/>
          </a:xfrm>
        </p:spPr>
        <p:txBody>
          <a:bodyPr/>
          <a:lstStyle>
            <a:lvl1pPr>
              <a:defRPr smtClean="0">
                <a:solidFill>
                  <a:schemeClr val="bg2"/>
                </a:solidFill>
              </a:defRPr>
            </a:lvl1pPr>
          </a:lstStyle>
          <a:p>
            <a:pPr>
              <a:defRPr/>
            </a:pPr>
            <a:endParaRPr lang="en-US" altLang="zh-CN"/>
          </a:p>
        </p:txBody>
      </p:sp>
      <p:sp>
        <p:nvSpPr>
          <p:cNvPr id="16" name="Rectangle 16">
            <a:extLst>
              <a:ext uri="{FF2B5EF4-FFF2-40B4-BE49-F238E27FC236}">
                <a16:creationId xmlns:a16="http://schemas.microsoft.com/office/drawing/2014/main" id="{06183830-D800-497E-A178-A0AC7A6EDC30}"/>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D0E48CA9-51D8-40E8-8E81-91DD8680AA7E}" type="slidenum">
              <a:rPr lang="zh-CN" altLang="en-US"/>
              <a:pPr/>
              <a:t>‹#›</a:t>
            </a:fld>
            <a:endParaRPr lang="en-US" altLang="zh-CN"/>
          </a:p>
        </p:txBody>
      </p:sp>
    </p:spTree>
    <p:extLst>
      <p:ext uri="{BB962C8B-B14F-4D97-AF65-F5344CB8AC3E}">
        <p14:creationId xmlns:p14="http://schemas.microsoft.com/office/powerpoint/2010/main" val="804194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4007DA93-264F-47BF-9BC3-C181960D40A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872BC9A8-4DDB-4501-9F71-AC8D4D8A0CC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0175BA63-E7D2-4E0D-9F7F-348243CEB570}"/>
              </a:ext>
            </a:extLst>
          </p:cNvPr>
          <p:cNvSpPr>
            <a:spLocks noGrp="1" noChangeArrowheads="1"/>
          </p:cNvSpPr>
          <p:nvPr>
            <p:ph type="sldNum" sz="quarter" idx="12"/>
          </p:nvPr>
        </p:nvSpPr>
        <p:spPr>
          <a:ln/>
        </p:spPr>
        <p:txBody>
          <a:bodyPr/>
          <a:lstStyle>
            <a:lvl1pPr>
              <a:defRPr/>
            </a:lvl1pPr>
          </a:lstStyle>
          <a:p>
            <a:fld id="{60662517-34F2-44D0-B481-E26258030A9D}" type="slidenum">
              <a:rPr lang="zh-CN" altLang="en-US"/>
              <a:pPr/>
              <a:t>‹#›</a:t>
            </a:fld>
            <a:endParaRPr lang="en-US" altLang="zh-CN"/>
          </a:p>
        </p:txBody>
      </p:sp>
    </p:spTree>
    <p:extLst>
      <p:ext uri="{BB962C8B-B14F-4D97-AF65-F5344CB8AC3E}">
        <p14:creationId xmlns:p14="http://schemas.microsoft.com/office/powerpoint/2010/main" val="2377019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a:extLst>
              <a:ext uri="{FF2B5EF4-FFF2-40B4-BE49-F238E27FC236}">
                <a16:creationId xmlns:a16="http://schemas.microsoft.com/office/drawing/2014/main" id="{9A82D98C-301B-4415-8817-111A21DBD8E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DD0C3A6D-D191-49E0-9550-4BB290B3E79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7D22510B-0DFB-46B4-AA53-89CB70BC075D}"/>
              </a:ext>
            </a:extLst>
          </p:cNvPr>
          <p:cNvSpPr>
            <a:spLocks noGrp="1" noChangeArrowheads="1"/>
          </p:cNvSpPr>
          <p:nvPr>
            <p:ph type="sldNum" sz="quarter" idx="12"/>
          </p:nvPr>
        </p:nvSpPr>
        <p:spPr>
          <a:ln/>
        </p:spPr>
        <p:txBody>
          <a:bodyPr/>
          <a:lstStyle>
            <a:lvl1pPr>
              <a:defRPr/>
            </a:lvl1pPr>
          </a:lstStyle>
          <a:p>
            <a:fld id="{BF6A34F4-0D49-48A7-B57C-6229570C7722}" type="slidenum">
              <a:rPr lang="zh-CN" altLang="en-US"/>
              <a:pPr/>
              <a:t>‹#›</a:t>
            </a:fld>
            <a:endParaRPr lang="en-US" altLang="zh-CN"/>
          </a:p>
        </p:txBody>
      </p:sp>
    </p:spTree>
    <p:extLst>
      <p:ext uri="{BB962C8B-B14F-4D97-AF65-F5344CB8AC3E}">
        <p14:creationId xmlns:p14="http://schemas.microsoft.com/office/powerpoint/2010/main" val="3763383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20443628-5763-424A-8192-28E08F2BDEA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FAA6734D-A757-4E3A-8DEA-86F52C23077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EEC62E02-15DF-4508-8707-2079279B8843}"/>
              </a:ext>
            </a:extLst>
          </p:cNvPr>
          <p:cNvSpPr>
            <a:spLocks noGrp="1" noChangeArrowheads="1"/>
          </p:cNvSpPr>
          <p:nvPr>
            <p:ph type="sldNum" sz="quarter" idx="12"/>
          </p:nvPr>
        </p:nvSpPr>
        <p:spPr>
          <a:ln/>
        </p:spPr>
        <p:txBody>
          <a:bodyPr/>
          <a:lstStyle>
            <a:lvl1pPr>
              <a:defRPr/>
            </a:lvl1pPr>
          </a:lstStyle>
          <a:p>
            <a:fld id="{9E8A9C61-6995-4470-9A05-8C478029AB2D}" type="slidenum">
              <a:rPr lang="zh-CN" altLang="en-US"/>
              <a:pPr/>
              <a:t>‹#›</a:t>
            </a:fld>
            <a:endParaRPr lang="en-US" altLang="zh-CN"/>
          </a:p>
        </p:txBody>
      </p:sp>
    </p:spTree>
    <p:extLst>
      <p:ext uri="{BB962C8B-B14F-4D97-AF65-F5344CB8AC3E}">
        <p14:creationId xmlns:p14="http://schemas.microsoft.com/office/powerpoint/2010/main" val="2852370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114523CA-0415-4A73-8029-D98FED71DE6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id="{49A003C1-97DA-45BB-BA6E-146DAB7E525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3">
            <a:extLst>
              <a:ext uri="{FF2B5EF4-FFF2-40B4-BE49-F238E27FC236}">
                <a16:creationId xmlns:a16="http://schemas.microsoft.com/office/drawing/2014/main" id="{046A6286-6D2E-4945-86C4-7CC41442AF06}"/>
              </a:ext>
            </a:extLst>
          </p:cNvPr>
          <p:cNvSpPr>
            <a:spLocks noGrp="1" noChangeArrowheads="1"/>
          </p:cNvSpPr>
          <p:nvPr>
            <p:ph type="sldNum" sz="quarter" idx="12"/>
          </p:nvPr>
        </p:nvSpPr>
        <p:spPr>
          <a:ln/>
        </p:spPr>
        <p:txBody>
          <a:bodyPr/>
          <a:lstStyle>
            <a:lvl1pPr>
              <a:defRPr/>
            </a:lvl1pPr>
          </a:lstStyle>
          <a:p>
            <a:fld id="{0A2BCDB0-3559-4E4E-8C9F-C66482667A39}" type="slidenum">
              <a:rPr lang="zh-CN" altLang="en-US"/>
              <a:pPr/>
              <a:t>‹#›</a:t>
            </a:fld>
            <a:endParaRPr lang="en-US" altLang="zh-CN"/>
          </a:p>
        </p:txBody>
      </p:sp>
    </p:spTree>
    <p:extLst>
      <p:ext uri="{BB962C8B-B14F-4D97-AF65-F5344CB8AC3E}">
        <p14:creationId xmlns:p14="http://schemas.microsoft.com/office/powerpoint/2010/main" val="2662077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a:extLst>
              <a:ext uri="{FF2B5EF4-FFF2-40B4-BE49-F238E27FC236}">
                <a16:creationId xmlns:a16="http://schemas.microsoft.com/office/drawing/2014/main" id="{6D2C4E10-548B-471E-940E-24566B0486B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a16="http://schemas.microsoft.com/office/drawing/2014/main" id="{D6D3A0F6-FBB3-4390-9BA3-76433F80D61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3">
            <a:extLst>
              <a:ext uri="{FF2B5EF4-FFF2-40B4-BE49-F238E27FC236}">
                <a16:creationId xmlns:a16="http://schemas.microsoft.com/office/drawing/2014/main" id="{37711C1A-6A1B-4B6C-9D00-1F42D5CD4901}"/>
              </a:ext>
            </a:extLst>
          </p:cNvPr>
          <p:cNvSpPr>
            <a:spLocks noGrp="1" noChangeArrowheads="1"/>
          </p:cNvSpPr>
          <p:nvPr>
            <p:ph type="sldNum" sz="quarter" idx="12"/>
          </p:nvPr>
        </p:nvSpPr>
        <p:spPr>
          <a:ln/>
        </p:spPr>
        <p:txBody>
          <a:bodyPr/>
          <a:lstStyle>
            <a:lvl1pPr>
              <a:defRPr/>
            </a:lvl1pPr>
          </a:lstStyle>
          <a:p>
            <a:fld id="{B3AD1379-E22C-4151-B329-647473E61AEC}" type="slidenum">
              <a:rPr lang="zh-CN" altLang="en-US"/>
              <a:pPr/>
              <a:t>‹#›</a:t>
            </a:fld>
            <a:endParaRPr lang="en-US" altLang="zh-CN"/>
          </a:p>
        </p:txBody>
      </p:sp>
    </p:spTree>
    <p:extLst>
      <p:ext uri="{BB962C8B-B14F-4D97-AF65-F5344CB8AC3E}">
        <p14:creationId xmlns:p14="http://schemas.microsoft.com/office/powerpoint/2010/main" val="3631579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2750035C-7EC0-49D8-B2D4-089B8627FE9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a:extLst>
              <a:ext uri="{FF2B5EF4-FFF2-40B4-BE49-F238E27FC236}">
                <a16:creationId xmlns:a16="http://schemas.microsoft.com/office/drawing/2014/main" id="{93C9662C-D4CC-456F-BF4C-05B4190538D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3">
            <a:extLst>
              <a:ext uri="{FF2B5EF4-FFF2-40B4-BE49-F238E27FC236}">
                <a16:creationId xmlns:a16="http://schemas.microsoft.com/office/drawing/2014/main" id="{26C27672-1906-44F5-A23D-FAA4B89918D1}"/>
              </a:ext>
            </a:extLst>
          </p:cNvPr>
          <p:cNvSpPr>
            <a:spLocks noGrp="1" noChangeArrowheads="1"/>
          </p:cNvSpPr>
          <p:nvPr>
            <p:ph type="sldNum" sz="quarter" idx="12"/>
          </p:nvPr>
        </p:nvSpPr>
        <p:spPr>
          <a:ln/>
        </p:spPr>
        <p:txBody>
          <a:bodyPr/>
          <a:lstStyle>
            <a:lvl1pPr>
              <a:defRPr/>
            </a:lvl1pPr>
          </a:lstStyle>
          <a:p>
            <a:fld id="{8D69DB7D-7198-4287-9E3B-B17AE02BD673}" type="slidenum">
              <a:rPr lang="zh-CN" altLang="en-US"/>
              <a:pPr/>
              <a:t>‹#›</a:t>
            </a:fld>
            <a:endParaRPr lang="en-US" altLang="zh-CN"/>
          </a:p>
        </p:txBody>
      </p:sp>
    </p:spTree>
    <p:extLst>
      <p:ext uri="{BB962C8B-B14F-4D97-AF65-F5344CB8AC3E}">
        <p14:creationId xmlns:p14="http://schemas.microsoft.com/office/powerpoint/2010/main" val="494375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CA418171-614D-4C5E-8FC4-AA2143AF75F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DC6B28AD-A20A-4B6D-B1A5-50F670AB15C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A885816E-D87E-4E11-B407-10B1BF952BB3}"/>
              </a:ext>
            </a:extLst>
          </p:cNvPr>
          <p:cNvSpPr>
            <a:spLocks noGrp="1" noChangeArrowheads="1"/>
          </p:cNvSpPr>
          <p:nvPr>
            <p:ph type="sldNum" sz="quarter" idx="12"/>
          </p:nvPr>
        </p:nvSpPr>
        <p:spPr>
          <a:ln/>
        </p:spPr>
        <p:txBody>
          <a:bodyPr/>
          <a:lstStyle>
            <a:lvl1pPr>
              <a:defRPr/>
            </a:lvl1pPr>
          </a:lstStyle>
          <a:p>
            <a:fld id="{907D3FB2-EB31-469C-BAA1-51BCFB024424}" type="slidenum">
              <a:rPr lang="zh-CN" altLang="en-US"/>
              <a:pPr/>
              <a:t>‹#›</a:t>
            </a:fld>
            <a:endParaRPr lang="en-US" altLang="zh-CN"/>
          </a:p>
        </p:txBody>
      </p:sp>
    </p:spTree>
    <p:extLst>
      <p:ext uri="{BB962C8B-B14F-4D97-AF65-F5344CB8AC3E}">
        <p14:creationId xmlns:p14="http://schemas.microsoft.com/office/powerpoint/2010/main" val="2320669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4DB0983B-6576-4DEE-B28A-897D088F923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C7485D83-F359-4B2A-A114-CCCC27B64F8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C5022E8E-8FC5-4305-8EA6-DFD2B930E9C5}"/>
              </a:ext>
            </a:extLst>
          </p:cNvPr>
          <p:cNvSpPr>
            <a:spLocks noGrp="1" noChangeArrowheads="1"/>
          </p:cNvSpPr>
          <p:nvPr>
            <p:ph type="sldNum" sz="quarter" idx="12"/>
          </p:nvPr>
        </p:nvSpPr>
        <p:spPr>
          <a:ln/>
        </p:spPr>
        <p:txBody>
          <a:bodyPr/>
          <a:lstStyle>
            <a:lvl1pPr>
              <a:defRPr/>
            </a:lvl1pPr>
          </a:lstStyle>
          <a:p>
            <a:fld id="{E9316322-EC36-4C6C-AEDE-9C66EF444111}" type="slidenum">
              <a:rPr lang="zh-CN" altLang="en-US"/>
              <a:pPr/>
              <a:t>‹#›</a:t>
            </a:fld>
            <a:endParaRPr lang="en-US" altLang="zh-CN"/>
          </a:p>
        </p:txBody>
      </p:sp>
    </p:spTree>
    <p:extLst>
      <p:ext uri="{BB962C8B-B14F-4D97-AF65-F5344CB8AC3E}">
        <p14:creationId xmlns:p14="http://schemas.microsoft.com/office/powerpoint/2010/main" val="3722588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129AC88B-0418-45CE-AAA8-90226C5CFD5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4FB3B835-E24B-4D5D-9529-19862ACCC13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D30633E6-289C-4461-9DA8-18B433C92F7B}"/>
              </a:ext>
            </a:extLst>
          </p:cNvPr>
          <p:cNvSpPr>
            <a:spLocks noGrp="1" noChangeArrowheads="1"/>
          </p:cNvSpPr>
          <p:nvPr>
            <p:ph type="sldNum" sz="quarter" idx="12"/>
          </p:nvPr>
        </p:nvSpPr>
        <p:spPr>
          <a:ln/>
        </p:spPr>
        <p:txBody>
          <a:bodyPr/>
          <a:lstStyle>
            <a:lvl1pPr>
              <a:defRPr/>
            </a:lvl1pPr>
          </a:lstStyle>
          <a:p>
            <a:fld id="{F62E0CCD-4F1E-431A-B418-1AECFEFFC823}" type="slidenum">
              <a:rPr lang="zh-CN" altLang="en-US"/>
              <a:pPr/>
              <a:t>‹#›</a:t>
            </a:fld>
            <a:endParaRPr lang="en-US" altLang="zh-CN"/>
          </a:p>
        </p:txBody>
      </p:sp>
    </p:spTree>
    <p:extLst>
      <p:ext uri="{BB962C8B-B14F-4D97-AF65-F5344CB8AC3E}">
        <p14:creationId xmlns:p14="http://schemas.microsoft.com/office/powerpoint/2010/main" val="87777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3ADC59B4-CC71-4442-8844-E003B2895DF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ADC5BC86-9C04-4340-96E8-D52DE106528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E42F6E11-B136-47B1-BC3F-49E284C317DC}"/>
              </a:ext>
            </a:extLst>
          </p:cNvPr>
          <p:cNvSpPr>
            <a:spLocks noGrp="1" noChangeArrowheads="1"/>
          </p:cNvSpPr>
          <p:nvPr>
            <p:ph type="sldNum" sz="quarter" idx="12"/>
          </p:nvPr>
        </p:nvSpPr>
        <p:spPr>
          <a:ln/>
        </p:spPr>
        <p:txBody>
          <a:bodyPr/>
          <a:lstStyle>
            <a:lvl1pPr>
              <a:defRPr/>
            </a:lvl1pPr>
          </a:lstStyle>
          <a:p>
            <a:fld id="{CC790083-46F7-40D3-BC09-1EF6F9481456}" type="slidenum">
              <a:rPr lang="zh-CN" altLang="en-US"/>
              <a:pPr/>
              <a:t>‹#›</a:t>
            </a:fld>
            <a:endParaRPr lang="en-US" altLang="zh-CN"/>
          </a:p>
        </p:txBody>
      </p:sp>
    </p:spTree>
    <p:extLst>
      <p:ext uri="{BB962C8B-B14F-4D97-AF65-F5344CB8AC3E}">
        <p14:creationId xmlns:p14="http://schemas.microsoft.com/office/powerpoint/2010/main" val="4186320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a:t>单击此处编辑母版标题样式</a:t>
            </a:r>
          </a:p>
        </p:txBody>
      </p:sp>
      <p:sp>
        <p:nvSpPr>
          <p:cNvPr id="3" name="表格占位符 2"/>
          <p:cNvSpPr>
            <a:spLocks noGrp="1"/>
          </p:cNvSpPr>
          <p:nvPr>
            <p:ph type="tbl" idx="1"/>
          </p:nvPr>
        </p:nvSpPr>
        <p:spPr>
          <a:xfrm>
            <a:off x="1182688" y="2017713"/>
            <a:ext cx="7772400" cy="4114800"/>
          </a:xfrm>
        </p:spPr>
        <p:txBody>
          <a:bodyPr/>
          <a:lstStyle/>
          <a:p>
            <a:pPr lvl="0"/>
            <a:endParaRPr lang="zh-CN" altLang="en-US" noProof="0"/>
          </a:p>
        </p:txBody>
      </p:sp>
      <p:sp>
        <p:nvSpPr>
          <p:cNvPr id="4" name="Rectangle 11">
            <a:extLst>
              <a:ext uri="{FF2B5EF4-FFF2-40B4-BE49-F238E27FC236}">
                <a16:creationId xmlns:a16="http://schemas.microsoft.com/office/drawing/2014/main" id="{E11EAF76-80F0-43A5-913B-7900CF778FA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E8430540-06BA-428D-B628-5FA1831E622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945A93D4-DA50-436D-90A6-84687A5FDF6C}"/>
              </a:ext>
            </a:extLst>
          </p:cNvPr>
          <p:cNvSpPr>
            <a:spLocks noGrp="1" noChangeArrowheads="1"/>
          </p:cNvSpPr>
          <p:nvPr>
            <p:ph type="sldNum" sz="quarter" idx="12"/>
          </p:nvPr>
        </p:nvSpPr>
        <p:spPr>
          <a:ln/>
        </p:spPr>
        <p:txBody>
          <a:bodyPr/>
          <a:lstStyle>
            <a:lvl1pPr>
              <a:defRPr/>
            </a:lvl1pPr>
          </a:lstStyle>
          <a:p>
            <a:fld id="{B89CAA6C-C6AB-49EF-9F20-198EC7AA5505}" type="slidenum">
              <a:rPr lang="zh-CN" altLang="en-US"/>
              <a:pPr/>
              <a:t>‹#›</a:t>
            </a:fld>
            <a:endParaRPr lang="en-US" altLang="zh-CN"/>
          </a:p>
        </p:txBody>
      </p:sp>
    </p:spTree>
    <p:extLst>
      <p:ext uri="{BB962C8B-B14F-4D97-AF65-F5344CB8AC3E}">
        <p14:creationId xmlns:p14="http://schemas.microsoft.com/office/powerpoint/2010/main" val="3602198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100F1C2-B322-4F90-8C1C-208DFAE079D9}"/>
              </a:ext>
            </a:extLst>
          </p:cNvPr>
          <p:cNvSpPr>
            <a:spLocks noChangeArrowheads="1"/>
          </p:cNvSpPr>
          <p:nvPr/>
        </p:nvSpPr>
        <p:spPr bwMode="ltGray">
          <a:xfrm>
            <a:off x="417513" y="1098550"/>
            <a:ext cx="438150" cy="474663"/>
          </a:xfrm>
          <a:prstGeom prst="rect">
            <a:avLst/>
          </a:prstGeom>
          <a:solidFill>
            <a:schemeClr val="accent2"/>
          </a:solidFill>
          <a:ln w="9525">
            <a:noFill/>
            <a:miter lim="800000"/>
            <a:headEnd/>
            <a:tailEnd/>
          </a:ln>
          <a:effectLst/>
        </p:spPr>
        <p:txBody>
          <a:bodyPr wrap="none" anchor="ctr"/>
          <a:lstStyle/>
          <a:p>
            <a:pPr algn="ctr">
              <a:defRPr/>
            </a:pPr>
            <a:endParaRPr lang="zh-CN" altLang="en-US" b="0"/>
          </a:p>
        </p:txBody>
      </p:sp>
      <p:sp>
        <p:nvSpPr>
          <p:cNvPr id="6147" name="Rectangle 3">
            <a:extLst>
              <a:ext uri="{FF2B5EF4-FFF2-40B4-BE49-F238E27FC236}">
                <a16:creationId xmlns:a16="http://schemas.microsoft.com/office/drawing/2014/main" id="{FF6E74B9-7549-44F9-86EC-F3C53F6B65D6}"/>
              </a:ext>
            </a:extLst>
          </p:cNvPr>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zh-CN" altLang="en-US" b="0"/>
          </a:p>
        </p:txBody>
      </p:sp>
      <p:sp>
        <p:nvSpPr>
          <p:cNvPr id="6148" name="Rectangle 4">
            <a:extLst>
              <a:ext uri="{FF2B5EF4-FFF2-40B4-BE49-F238E27FC236}">
                <a16:creationId xmlns:a16="http://schemas.microsoft.com/office/drawing/2014/main" id="{40EDC34A-3EE1-489D-BC70-322626A28AA3}"/>
              </a:ext>
            </a:extLst>
          </p:cNvPr>
          <p:cNvSpPr>
            <a:spLocks noChangeArrowheads="1"/>
          </p:cNvSpPr>
          <p:nvPr/>
        </p:nvSpPr>
        <p:spPr bwMode="ltGray">
          <a:xfrm>
            <a:off x="541338" y="1520825"/>
            <a:ext cx="422275" cy="474663"/>
          </a:xfrm>
          <a:prstGeom prst="rect">
            <a:avLst/>
          </a:prstGeom>
          <a:solidFill>
            <a:schemeClr val="folHlink"/>
          </a:solidFill>
          <a:ln w="9525">
            <a:noFill/>
            <a:miter lim="800000"/>
            <a:headEnd/>
            <a:tailEnd/>
          </a:ln>
          <a:effectLst/>
        </p:spPr>
        <p:txBody>
          <a:bodyPr wrap="none" anchor="ctr"/>
          <a:lstStyle/>
          <a:p>
            <a:pPr algn="ctr">
              <a:defRPr/>
            </a:pPr>
            <a:endParaRPr lang="zh-CN" altLang="en-US" b="0"/>
          </a:p>
        </p:txBody>
      </p:sp>
      <p:sp>
        <p:nvSpPr>
          <p:cNvPr id="6149" name="Rectangle 5">
            <a:extLst>
              <a:ext uri="{FF2B5EF4-FFF2-40B4-BE49-F238E27FC236}">
                <a16:creationId xmlns:a16="http://schemas.microsoft.com/office/drawing/2014/main" id="{CDF7DE83-402F-413B-AD72-216FD5472509}"/>
              </a:ext>
            </a:extLst>
          </p:cNvPr>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CN" altLang="en-US" b="0"/>
          </a:p>
        </p:txBody>
      </p:sp>
      <p:sp>
        <p:nvSpPr>
          <p:cNvPr id="6150" name="Rectangle 6">
            <a:extLst>
              <a:ext uri="{FF2B5EF4-FFF2-40B4-BE49-F238E27FC236}">
                <a16:creationId xmlns:a16="http://schemas.microsoft.com/office/drawing/2014/main" id="{7E2D1C0F-7E1A-4E85-B750-1F7D68A071CA}"/>
              </a:ext>
            </a:extLst>
          </p:cNvPr>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lang="zh-CN" altLang="en-US" b="0"/>
          </a:p>
        </p:txBody>
      </p:sp>
      <p:sp>
        <p:nvSpPr>
          <p:cNvPr id="6151" name="Rectangle 7">
            <a:extLst>
              <a:ext uri="{FF2B5EF4-FFF2-40B4-BE49-F238E27FC236}">
                <a16:creationId xmlns:a16="http://schemas.microsoft.com/office/drawing/2014/main" id="{F261A7BE-D0B7-4F03-B818-F80D77C95650}"/>
              </a:ext>
            </a:extLst>
          </p:cNvPr>
          <p:cNvSpPr>
            <a:spLocks noChangeArrowheads="1"/>
          </p:cNvSpPr>
          <p:nvPr/>
        </p:nvSpPr>
        <p:spPr bwMode="gray">
          <a:xfrm>
            <a:off x="762000" y="990600"/>
            <a:ext cx="31750" cy="1052513"/>
          </a:xfrm>
          <a:prstGeom prst="rect">
            <a:avLst/>
          </a:prstGeom>
          <a:solidFill>
            <a:schemeClr val="bg2"/>
          </a:solidFill>
          <a:ln w="9525">
            <a:noFill/>
            <a:miter lim="800000"/>
            <a:headEnd/>
            <a:tailEnd/>
          </a:ln>
          <a:effectLst/>
        </p:spPr>
        <p:txBody>
          <a:bodyPr wrap="none" anchor="ctr"/>
          <a:lstStyle/>
          <a:p>
            <a:pPr algn="ctr">
              <a:defRPr/>
            </a:pPr>
            <a:endParaRPr lang="zh-CN" altLang="en-US" b="0"/>
          </a:p>
        </p:txBody>
      </p:sp>
      <p:sp>
        <p:nvSpPr>
          <p:cNvPr id="6152" name="Rectangle 8">
            <a:extLst>
              <a:ext uri="{FF2B5EF4-FFF2-40B4-BE49-F238E27FC236}">
                <a16:creationId xmlns:a16="http://schemas.microsoft.com/office/drawing/2014/main" id="{DD8E6495-BC08-47FB-B4CA-71B3EEBCC801}"/>
              </a:ext>
            </a:extLst>
          </p:cNvPr>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lang="zh-CN" altLang="en-US" b="0"/>
          </a:p>
        </p:txBody>
      </p:sp>
      <p:sp>
        <p:nvSpPr>
          <p:cNvPr id="3081" name="Rectangle 9">
            <a:extLst>
              <a:ext uri="{FF2B5EF4-FFF2-40B4-BE49-F238E27FC236}">
                <a16:creationId xmlns:a16="http://schemas.microsoft.com/office/drawing/2014/main" id="{8C8778D5-A5ED-4322-A088-B53FD99E4947}"/>
              </a:ext>
            </a:extLst>
          </p:cNvPr>
          <p:cNvSpPr>
            <a:spLocks noGrp="1" noChangeArrowheads="1"/>
          </p:cNvSpPr>
          <p:nvPr>
            <p:ph type="title"/>
          </p:nvPr>
        </p:nvSpPr>
        <p:spPr bwMode="auto">
          <a:xfrm>
            <a:off x="1150938" y="617538"/>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3082" name="Rectangle 10">
            <a:extLst>
              <a:ext uri="{FF2B5EF4-FFF2-40B4-BE49-F238E27FC236}">
                <a16:creationId xmlns:a16="http://schemas.microsoft.com/office/drawing/2014/main" id="{746D9D28-67CE-4A1B-AF48-4C6C2A7D8FA3}"/>
              </a:ext>
            </a:extLst>
          </p:cNvPr>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155" name="Rectangle 11">
            <a:extLst>
              <a:ext uri="{FF2B5EF4-FFF2-40B4-BE49-F238E27FC236}">
                <a16:creationId xmlns:a16="http://schemas.microsoft.com/office/drawing/2014/main" id="{7E422046-F283-4271-8152-EE2E695BC900}"/>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0" sz="1400" b="0" smtClean="0"/>
            </a:lvl1pPr>
          </a:lstStyle>
          <a:p>
            <a:pPr>
              <a:defRPr/>
            </a:pPr>
            <a:endParaRPr lang="en-US" altLang="zh-CN"/>
          </a:p>
        </p:txBody>
      </p:sp>
      <p:sp>
        <p:nvSpPr>
          <p:cNvPr id="6156" name="Rectangle 12">
            <a:extLst>
              <a:ext uri="{FF2B5EF4-FFF2-40B4-BE49-F238E27FC236}">
                <a16:creationId xmlns:a16="http://schemas.microsoft.com/office/drawing/2014/main" id="{BA4D7840-0392-4AA4-9CD7-FF83BB3291D1}"/>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400" b="0" smtClean="0"/>
            </a:lvl1pPr>
          </a:lstStyle>
          <a:p>
            <a:pPr>
              <a:defRPr/>
            </a:pPr>
            <a:endParaRPr lang="en-US" altLang="zh-CN"/>
          </a:p>
        </p:txBody>
      </p:sp>
      <p:sp>
        <p:nvSpPr>
          <p:cNvPr id="6157" name="Rectangle 13">
            <a:extLst>
              <a:ext uri="{FF2B5EF4-FFF2-40B4-BE49-F238E27FC236}">
                <a16:creationId xmlns:a16="http://schemas.microsoft.com/office/drawing/2014/main" id="{47D7BF84-8363-4DDA-A887-75292C1A5452}"/>
              </a:ext>
            </a:extLst>
          </p:cNvPr>
          <p:cNvSpPr>
            <a:spLocks noGrp="1" noChangeArrowheads="1"/>
          </p:cNvSpPr>
          <p:nvPr>
            <p:ph type="sldNum" sz="quarter" idx="4"/>
          </p:nvPr>
        </p:nvSpPr>
        <p:spPr bwMode="auto">
          <a:xfrm>
            <a:off x="6781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0" sz="1400" b="0"/>
            </a:lvl1pPr>
          </a:lstStyle>
          <a:p>
            <a:fld id="{0402B3FD-CAC9-4C29-B8DD-1D02459AEF8C}"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74"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宋体" pitchFamily="2" charset="-122"/>
        </a:defRPr>
      </a:lvl2pPr>
      <a:lvl3pPr algn="l" rtl="0" eaLnBrk="0" fontAlgn="base" hangingPunct="0">
        <a:spcBef>
          <a:spcPct val="0"/>
        </a:spcBef>
        <a:spcAft>
          <a:spcPct val="0"/>
        </a:spcAft>
        <a:defRPr kumimoji="1" sz="4400">
          <a:solidFill>
            <a:schemeClr val="tx2"/>
          </a:solidFill>
          <a:latin typeface="Tahoma" pitchFamily="34" charset="0"/>
          <a:ea typeface="宋体" pitchFamily="2" charset="-122"/>
        </a:defRPr>
      </a:lvl3pPr>
      <a:lvl4pPr algn="l" rtl="0" eaLnBrk="0" fontAlgn="base" hangingPunct="0">
        <a:spcBef>
          <a:spcPct val="0"/>
        </a:spcBef>
        <a:spcAft>
          <a:spcPct val="0"/>
        </a:spcAft>
        <a:defRPr kumimoji="1" sz="4400">
          <a:solidFill>
            <a:schemeClr val="tx2"/>
          </a:solidFill>
          <a:latin typeface="Tahoma" pitchFamily="34" charset="0"/>
          <a:ea typeface="宋体" pitchFamily="2" charset="-122"/>
        </a:defRPr>
      </a:lvl4pPr>
      <a:lvl5pPr algn="l" rtl="0" eaLnBrk="0" fontAlgn="base" hangingPunct="0">
        <a:spcBef>
          <a:spcPct val="0"/>
        </a:spcBef>
        <a:spcAft>
          <a:spcPct val="0"/>
        </a:spcAft>
        <a:defRPr kumimoji="1" sz="4400">
          <a:solidFill>
            <a:schemeClr val="tx2"/>
          </a:solidFill>
          <a:latin typeface="Tahoma" pitchFamily="34" charset="0"/>
          <a:ea typeface="宋体" pitchFamily="2" charset="-122"/>
        </a:defRPr>
      </a:lvl5pPr>
      <a:lvl6pPr marL="457200" algn="l" rtl="0" fontAlgn="base">
        <a:spcBef>
          <a:spcPct val="0"/>
        </a:spcBef>
        <a:spcAft>
          <a:spcPct val="0"/>
        </a:spcAft>
        <a:defRPr kumimoji="1" sz="4400">
          <a:solidFill>
            <a:schemeClr val="tx2"/>
          </a:solidFill>
          <a:latin typeface="Tahoma" pitchFamily="34" charset="0"/>
          <a:ea typeface="宋体" pitchFamily="2" charset="-122"/>
        </a:defRPr>
      </a:lvl6pPr>
      <a:lvl7pPr marL="914400" algn="l" rtl="0" fontAlgn="base">
        <a:spcBef>
          <a:spcPct val="0"/>
        </a:spcBef>
        <a:spcAft>
          <a:spcPct val="0"/>
        </a:spcAft>
        <a:defRPr kumimoji="1" sz="4400">
          <a:solidFill>
            <a:schemeClr val="tx2"/>
          </a:solidFill>
          <a:latin typeface="Tahoma" pitchFamily="34" charset="0"/>
          <a:ea typeface="宋体" pitchFamily="2" charset="-122"/>
        </a:defRPr>
      </a:lvl7pPr>
      <a:lvl8pPr marL="1371600" algn="l" rtl="0" fontAlgn="base">
        <a:spcBef>
          <a:spcPct val="0"/>
        </a:spcBef>
        <a:spcAft>
          <a:spcPct val="0"/>
        </a:spcAft>
        <a:defRPr kumimoji="1" sz="4400">
          <a:solidFill>
            <a:schemeClr val="tx2"/>
          </a:solidFill>
          <a:latin typeface="Tahoma" pitchFamily="34" charset="0"/>
          <a:ea typeface="宋体" pitchFamily="2" charset="-122"/>
        </a:defRPr>
      </a:lvl8pPr>
      <a:lvl9pPr marL="1828800" algn="l" rtl="0" fontAlgn="base">
        <a:spcBef>
          <a:spcPct val="0"/>
        </a:spcBef>
        <a:spcAft>
          <a:spcPct val="0"/>
        </a:spcAft>
        <a:defRPr kumimoji="1"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sunteam.com.cn/putong/yingxiao.ht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5.wmf"/><Relationship Id="rId5" Type="http://schemas.openxmlformats.org/officeDocument/2006/relationships/oleObject" Target="../embeddings/oleObject4.bin"/><Relationship Id="rId4" Type="http://schemas.openxmlformats.org/officeDocument/2006/relationships/image" Target="../media/image4.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0727A0B-C9DB-4A72-927A-E6A8A5179C74}"/>
              </a:ext>
            </a:extLst>
          </p:cNvPr>
          <p:cNvSpPr>
            <a:spLocks noGrp="1" noChangeArrowheads="1"/>
          </p:cNvSpPr>
          <p:nvPr>
            <p:ph type="ctrTitle"/>
          </p:nvPr>
        </p:nvSpPr>
        <p:spPr>
          <a:xfrm>
            <a:off x="457200" y="4648200"/>
            <a:ext cx="8534400" cy="685800"/>
          </a:xfrm>
          <a:noFill/>
        </p:spPr>
        <p:txBody>
          <a:bodyPr/>
          <a:lstStyle/>
          <a:p>
            <a:pPr algn="ctr" eaLnBrk="1" hangingPunct="1"/>
            <a:r>
              <a:rPr lang="zh-CN" altLang="en-US" sz="4800" b="1">
                <a:solidFill>
                  <a:schemeClr val="tx1"/>
                </a:solidFill>
                <a:latin typeface="Times-Roman"/>
                <a:ea typeface="华文行楷" panose="02010800040101010101" pitchFamily="2" charset="-122"/>
              </a:rPr>
              <a:t>主讲：王海燕</a:t>
            </a:r>
            <a:br>
              <a:rPr lang="zh-CN" altLang="en-US" sz="4800" b="1">
                <a:solidFill>
                  <a:schemeClr val="tx1"/>
                </a:solidFill>
                <a:latin typeface="Times-Roman"/>
                <a:ea typeface="华文行楷" panose="02010800040101010101" pitchFamily="2" charset="-122"/>
              </a:rPr>
            </a:br>
            <a:r>
              <a:rPr lang="en-US" altLang="zh-CN" sz="3600" b="1">
                <a:solidFill>
                  <a:schemeClr val="tx1"/>
                </a:solidFill>
                <a:latin typeface="Times-Roman"/>
                <a:ea typeface="华文行楷" panose="02010800040101010101" pitchFamily="2" charset="-122"/>
              </a:rPr>
              <a:t>E-mail：wanghaiyan@mail.hzau.edu.cn</a:t>
            </a:r>
          </a:p>
        </p:txBody>
      </p:sp>
      <p:sp>
        <p:nvSpPr>
          <p:cNvPr id="5123" name="Rectangle 3">
            <a:extLst>
              <a:ext uri="{FF2B5EF4-FFF2-40B4-BE49-F238E27FC236}">
                <a16:creationId xmlns:a16="http://schemas.microsoft.com/office/drawing/2014/main" id="{DD60B1E4-0D5D-40B8-A421-A5AB9C6D1170}"/>
              </a:ext>
            </a:extLst>
          </p:cNvPr>
          <p:cNvSpPr>
            <a:spLocks noChangeArrowheads="1"/>
          </p:cNvSpPr>
          <p:nvPr/>
        </p:nvSpPr>
        <p:spPr bwMode="auto">
          <a:xfrm>
            <a:off x="685800" y="2057400"/>
            <a:ext cx="7924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5400" dirty="0">
                <a:solidFill>
                  <a:schemeClr val="tx2"/>
                </a:solidFill>
                <a:latin typeface="Arial Black" panose="020B0A04020102020204" pitchFamily="34" charset="0"/>
                <a:ea typeface="隶书" panose="02010509060101010101" pitchFamily="49" charset="-122"/>
              </a:rPr>
              <a:t>第四章  数据安全保护</a:t>
            </a:r>
            <a:endParaRPr lang="zh-CN" altLang="en-US" sz="4000" dirty="0">
              <a:solidFill>
                <a:schemeClr val="tx2"/>
              </a:solidFill>
              <a:latin typeface="宋体" panose="02010600030101010101" pitchFamily="2" charset="-122"/>
            </a:endParaRPr>
          </a:p>
        </p:txBody>
      </p:sp>
      <p:pic>
        <p:nvPicPr>
          <p:cNvPr id="5124" name="Picture 4" descr="tuli">
            <a:hlinkClick r:id="rId3"/>
            <a:extLst>
              <a:ext uri="{FF2B5EF4-FFF2-40B4-BE49-F238E27FC236}">
                <a16:creationId xmlns:a16="http://schemas.microsoft.com/office/drawing/2014/main" id="{63A4DCB7-1583-418C-8FD9-DADB5CDD3F96}"/>
              </a:ext>
            </a:extLst>
          </p:cNvPr>
          <p:cNvPicPr>
            <a:picLocks noGrp="1" noChangeAspect="1" noChangeArrowheads="1"/>
          </p:cNvPicPr>
          <p:nvPr>
            <p:ph idx="4294967295"/>
          </p:nvPr>
        </p:nvPicPr>
        <p:blipFill>
          <a:blip r:embed="rId4">
            <a:extLst>
              <a:ext uri="{28A0092B-C50C-407E-A947-70E740481C1C}">
                <a14:useLocalDpi xmlns:a14="http://schemas.microsoft.com/office/drawing/2010/main" val="0"/>
              </a:ext>
            </a:extLst>
          </a:blip>
          <a:srcRect/>
          <a:stretch>
            <a:fillRect/>
          </a:stretch>
        </p:blipFill>
        <p:spPr>
          <a:xfrm>
            <a:off x="8010525" y="5486400"/>
            <a:ext cx="1133475" cy="1143000"/>
          </a:xfrm>
        </p:spPr>
      </p:pic>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91EFA33-02E4-411B-BC90-CB8A418571C1}"/>
              </a:ext>
            </a:extLst>
          </p:cNvPr>
          <p:cNvSpPr>
            <a:spLocks noGrp="1" noChangeArrowheads="1"/>
          </p:cNvSpPr>
          <p:nvPr>
            <p:ph type="title"/>
          </p:nvPr>
        </p:nvSpPr>
        <p:spPr/>
        <p:txBody>
          <a:bodyPr/>
          <a:lstStyle/>
          <a:p>
            <a:pPr eaLnBrk="1" hangingPunct="1"/>
            <a:r>
              <a:rPr lang="zh-CN" altLang="en-US" b="1"/>
              <a:t>重点</a:t>
            </a:r>
          </a:p>
        </p:txBody>
      </p:sp>
      <p:sp>
        <p:nvSpPr>
          <p:cNvPr id="7171" name="Rectangle 3">
            <a:extLst>
              <a:ext uri="{FF2B5EF4-FFF2-40B4-BE49-F238E27FC236}">
                <a16:creationId xmlns:a16="http://schemas.microsoft.com/office/drawing/2014/main" id="{2713B05B-7B2F-4C43-B33A-81238CDEE5D1}"/>
              </a:ext>
            </a:extLst>
          </p:cNvPr>
          <p:cNvSpPr>
            <a:spLocks noGrp="1" noChangeArrowheads="1"/>
          </p:cNvSpPr>
          <p:nvPr>
            <p:ph type="body" idx="1"/>
          </p:nvPr>
        </p:nvSpPr>
        <p:spPr/>
        <p:txBody>
          <a:bodyPr/>
          <a:lstStyle/>
          <a:p>
            <a:pPr eaLnBrk="1" hangingPunct="1"/>
            <a:r>
              <a:rPr kumimoji="0" lang="zh-CN" altLang="en-US" b="1">
                <a:latin typeface="宋体" panose="02010600030101010101" pitchFamily="2" charset="-122"/>
              </a:rPr>
              <a:t>理解各种技术的实现方法及原理</a:t>
            </a:r>
            <a:endParaRPr lang="zh-CN" altLang="en-US"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75978A2-43B8-42E1-875F-D0D33AA85E6D}"/>
              </a:ext>
            </a:extLst>
          </p:cNvPr>
          <p:cNvSpPr>
            <a:spLocks noGrp="1" noChangeArrowheads="1"/>
          </p:cNvSpPr>
          <p:nvPr>
            <p:ph type="title"/>
          </p:nvPr>
        </p:nvSpPr>
        <p:spPr/>
        <p:txBody>
          <a:bodyPr/>
          <a:lstStyle/>
          <a:p>
            <a:pPr eaLnBrk="1" hangingPunct="1"/>
            <a:r>
              <a:rPr lang="en-US" altLang="zh-CN" b="1" dirty="0">
                <a:latin typeface="宋体" panose="02010600030101010101" pitchFamily="2" charset="-122"/>
              </a:rPr>
              <a:t>4.1</a:t>
            </a:r>
            <a:r>
              <a:rPr lang="zh-CN" altLang="en-US" b="1" dirty="0">
                <a:latin typeface="宋体" panose="02010600030101010101" pitchFamily="2" charset="-122"/>
              </a:rPr>
              <a:t>数据库安全性控制概述</a:t>
            </a:r>
            <a:endParaRPr lang="zh-CN" altLang="en-US" b="1" dirty="0">
              <a:ea typeface="黑体" panose="02010609060101010101" pitchFamily="49" charset="-122"/>
            </a:endParaRPr>
          </a:p>
        </p:txBody>
      </p:sp>
      <p:sp>
        <p:nvSpPr>
          <p:cNvPr id="8195" name="Rectangle 3">
            <a:extLst>
              <a:ext uri="{FF2B5EF4-FFF2-40B4-BE49-F238E27FC236}">
                <a16:creationId xmlns:a16="http://schemas.microsoft.com/office/drawing/2014/main" id="{85BB76D4-05DF-4175-B9ED-47E5536B8524}"/>
              </a:ext>
            </a:extLst>
          </p:cNvPr>
          <p:cNvSpPr>
            <a:spLocks noGrp="1" noChangeArrowheads="1"/>
          </p:cNvSpPr>
          <p:nvPr>
            <p:ph type="body" idx="1"/>
          </p:nvPr>
        </p:nvSpPr>
        <p:spPr>
          <a:xfrm>
            <a:off x="684213" y="1989138"/>
            <a:ext cx="8208962" cy="4114800"/>
          </a:xfrm>
        </p:spPr>
        <p:txBody>
          <a:bodyPr/>
          <a:lstStyle/>
          <a:p>
            <a:pPr algn="just" eaLnBrk="1" hangingPunct="1"/>
            <a:r>
              <a:rPr lang="zh-CN" altLang="en-US" b="1"/>
              <a:t> </a:t>
            </a:r>
            <a:r>
              <a:rPr lang="zh-CN" altLang="en-US" sz="3600" b="1"/>
              <a:t>问题的提出</a:t>
            </a:r>
            <a:endParaRPr lang="zh-CN" altLang="en-US" b="1"/>
          </a:p>
          <a:p>
            <a:pPr lvl="1" algn="just" eaLnBrk="1" hangingPunct="1">
              <a:spcBef>
                <a:spcPct val="60000"/>
              </a:spcBef>
            </a:pPr>
            <a:r>
              <a:rPr lang="zh-CN" altLang="en-US" sz="3200" b="1"/>
              <a:t>数据共享必然带来数据库的安全性问题</a:t>
            </a:r>
          </a:p>
          <a:p>
            <a:pPr lvl="1" algn="just" eaLnBrk="1" hangingPunct="1">
              <a:spcBef>
                <a:spcPct val="60000"/>
              </a:spcBef>
            </a:pPr>
            <a:r>
              <a:rPr lang="zh-CN" altLang="en-US" sz="3200" b="1"/>
              <a:t>数据库系统中的数据共享不能是无条件的共享</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14BEB96F-84F0-4219-B095-ADE505B604DF}"/>
              </a:ext>
            </a:extLst>
          </p:cNvPr>
          <p:cNvSpPr>
            <a:spLocks noGrp="1" noChangeArrowheads="1"/>
          </p:cNvSpPr>
          <p:nvPr>
            <p:ph type="title"/>
          </p:nvPr>
        </p:nvSpPr>
        <p:spPr/>
        <p:txBody>
          <a:bodyPr/>
          <a:lstStyle/>
          <a:p>
            <a:pPr eaLnBrk="1" hangingPunct="1"/>
            <a:r>
              <a:rPr lang="zh-CN" altLang="en-US" b="1">
                <a:latin typeface="宋体" panose="02010600030101010101" pitchFamily="2" charset="-122"/>
              </a:rPr>
              <a:t>数据库安全性控制</a:t>
            </a:r>
            <a:r>
              <a:rPr lang="zh-CN" altLang="en-US" b="1"/>
              <a:t>概述</a:t>
            </a:r>
            <a:r>
              <a:rPr lang="zh-CN" altLang="en-US" b="1">
                <a:latin typeface="宋体" panose="02010600030101010101" pitchFamily="2" charset="-122"/>
              </a:rPr>
              <a:t>（续）</a:t>
            </a:r>
            <a:endParaRPr lang="zh-CN" altLang="en-US" b="1">
              <a:ea typeface="黑体" panose="02010609060101010101" pitchFamily="49" charset="-122"/>
            </a:endParaRPr>
          </a:p>
        </p:txBody>
      </p:sp>
      <p:sp>
        <p:nvSpPr>
          <p:cNvPr id="9219" name="Rectangle 3">
            <a:extLst>
              <a:ext uri="{FF2B5EF4-FFF2-40B4-BE49-F238E27FC236}">
                <a16:creationId xmlns:a16="http://schemas.microsoft.com/office/drawing/2014/main" id="{CC8A3852-A2EF-410E-BCA3-A67D8AA50F9F}"/>
              </a:ext>
            </a:extLst>
          </p:cNvPr>
          <p:cNvSpPr>
            <a:spLocks noGrp="1" noChangeArrowheads="1"/>
          </p:cNvSpPr>
          <p:nvPr>
            <p:ph type="body" idx="1"/>
          </p:nvPr>
        </p:nvSpPr>
        <p:spPr>
          <a:xfrm>
            <a:off x="533400" y="2017713"/>
            <a:ext cx="7772400" cy="4114800"/>
          </a:xfrm>
        </p:spPr>
        <p:txBody>
          <a:bodyPr/>
          <a:lstStyle/>
          <a:p>
            <a:pPr lvl="1" algn="just" eaLnBrk="1" hangingPunct="1">
              <a:lnSpc>
                <a:spcPct val="140000"/>
              </a:lnSpc>
            </a:pPr>
            <a:r>
              <a:rPr lang="zh-CN" altLang="en-US" b="1"/>
              <a:t>数据库中数据的共享是在</a:t>
            </a:r>
            <a:r>
              <a:rPr lang="en-US" altLang="zh-CN" b="1"/>
              <a:t>DBMS</a:t>
            </a:r>
            <a:r>
              <a:rPr lang="zh-CN" altLang="en-US" b="1"/>
              <a:t>统一的严格的控制之下的共享，即只允许有合法使用权限的用户访问允许他存取的数据</a:t>
            </a:r>
          </a:p>
          <a:p>
            <a:pPr lvl="1" algn="just" eaLnBrk="1" hangingPunct="1">
              <a:lnSpc>
                <a:spcPct val="140000"/>
              </a:lnSpc>
            </a:pPr>
            <a:endParaRPr lang="zh-CN" altLang="en-US" b="1"/>
          </a:p>
          <a:p>
            <a:pPr lvl="1" algn="just" eaLnBrk="1" hangingPunct="1">
              <a:lnSpc>
                <a:spcPct val="140000"/>
              </a:lnSpc>
            </a:pPr>
            <a:r>
              <a:rPr lang="zh-CN" altLang="en-US" b="1"/>
              <a:t>数据库系统的安全保护措施是否有效是数据库系统主要的性能指标之一</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AC2686AF-6591-4ABD-9B0D-ECDBCDD82C23}"/>
              </a:ext>
            </a:extLst>
          </p:cNvPr>
          <p:cNvSpPr>
            <a:spLocks noGrp="1" noChangeArrowheads="1"/>
          </p:cNvSpPr>
          <p:nvPr>
            <p:ph type="title"/>
          </p:nvPr>
        </p:nvSpPr>
        <p:spPr/>
        <p:txBody>
          <a:bodyPr/>
          <a:lstStyle/>
          <a:p>
            <a:pPr eaLnBrk="1" hangingPunct="1"/>
            <a:r>
              <a:rPr lang="zh-CN" altLang="en-US" b="1">
                <a:latin typeface="宋体" panose="02010600030101010101" pitchFamily="2" charset="-122"/>
              </a:rPr>
              <a:t>数据库安全性控制</a:t>
            </a:r>
            <a:r>
              <a:rPr lang="zh-CN" altLang="en-US" b="1"/>
              <a:t>概述</a:t>
            </a:r>
            <a:r>
              <a:rPr lang="zh-CN" altLang="en-US" b="1">
                <a:latin typeface="宋体" panose="02010600030101010101" pitchFamily="2" charset="-122"/>
              </a:rPr>
              <a:t>（续）</a:t>
            </a:r>
            <a:endParaRPr lang="zh-CN" altLang="en-US" b="1">
              <a:ea typeface="黑体" panose="02010609060101010101" pitchFamily="49" charset="-122"/>
            </a:endParaRPr>
          </a:p>
        </p:txBody>
      </p:sp>
      <p:sp>
        <p:nvSpPr>
          <p:cNvPr id="10243" name="Rectangle 3">
            <a:extLst>
              <a:ext uri="{FF2B5EF4-FFF2-40B4-BE49-F238E27FC236}">
                <a16:creationId xmlns:a16="http://schemas.microsoft.com/office/drawing/2014/main" id="{7380EA63-98F3-4838-A097-8FA361FF3D42}"/>
              </a:ext>
            </a:extLst>
          </p:cNvPr>
          <p:cNvSpPr>
            <a:spLocks noGrp="1" noChangeArrowheads="1"/>
          </p:cNvSpPr>
          <p:nvPr>
            <p:ph type="body" idx="1"/>
          </p:nvPr>
        </p:nvSpPr>
        <p:spPr>
          <a:xfrm>
            <a:off x="684213" y="2276475"/>
            <a:ext cx="7991475" cy="4114800"/>
          </a:xfrm>
        </p:spPr>
        <p:txBody>
          <a:bodyPr/>
          <a:lstStyle/>
          <a:p>
            <a:pPr algn="just" eaLnBrk="1" hangingPunct="1"/>
            <a:r>
              <a:rPr lang="zh-CN" altLang="en-US" b="1"/>
              <a:t>什么是数据库的安全性</a:t>
            </a:r>
          </a:p>
          <a:p>
            <a:pPr algn="just" eaLnBrk="1" hangingPunct="1"/>
            <a:endParaRPr lang="zh-CN" altLang="en-US" b="1"/>
          </a:p>
          <a:p>
            <a:pPr lvl="1" algn="just" eaLnBrk="1" hangingPunct="1"/>
            <a:r>
              <a:rPr lang="zh-CN" altLang="en-US" b="1"/>
              <a:t>数据库的安全性是指保护数据库，防止因用户非法使用数据库造成数据泄露、更改或破坏。</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DFB05871-B9C5-4761-A595-F585FD8F756D}"/>
              </a:ext>
            </a:extLst>
          </p:cNvPr>
          <p:cNvSpPr>
            <a:spLocks noGrp="1" noChangeArrowheads="1"/>
          </p:cNvSpPr>
          <p:nvPr>
            <p:ph type="title"/>
          </p:nvPr>
        </p:nvSpPr>
        <p:spPr/>
        <p:txBody>
          <a:bodyPr/>
          <a:lstStyle/>
          <a:p>
            <a:pPr eaLnBrk="1" hangingPunct="1"/>
            <a:r>
              <a:rPr lang="en-US" altLang="zh-CN" sz="4000" b="1" dirty="0"/>
              <a:t>4.2 </a:t>
            </a:r>
            <a:r>
              <a:rPr lang="zh-CN" altLang="en-US" sz="4000" b="1" dirty="0"/>
              <a:t>计算机系统中的安全模型</a:t>
            </a:r>
          </a:p>
        </p:txBody>
      </p:sp>
      <p:grpSp>
        <p:nvGrpSpPr>
          <p:cNvPr id="11267" name="Group 3">
            <a:extLst>
              <a:ext uri="{FF2B5EF4-FFF2-40B4-BE49-F238E27FC236}">
                <a16:creationId xmlns:a16="http://schemas.microsoft.com/office/drawing/2014/main" id="{E43A74B4-146F-49B2-A74E-9DF5FC9DC8C8}"/>
              </a:ext>
            </a:extLst>
          </p:cNvPr>
          <p:cNvGrpSpPr>
            <a:grpSpLocks/>
          </p:cNvGrpSpPr>
          <p:nvPr/>
        </p:nvGrpSpPr>
        <p:grpSpPr bwMode="auto">
          <a:xfrm>
            <a:off x="1066800" y="2209800"/>
            <a:ext cx="7467600" cy="2667000"/>
            <a:chOff x="624" y="1200"/>
            <a:chExt cx="4704" cy="1680"/>
          </a:xfrm>
        </p:grpSpPr>
        <p:sp>
          <p:nvSpPr>
            <p:cNvPr id="11274" name="Oval 4">
              <a:extLst>
                <a:ext uri="{FF2B5EF4-FFF2-40B4-BE49-F238E27FC236}">
                  <a16:creationId xmlns:a16="http://schemas.microsoft.com/office/drawing/2014/main" id="{516B3932-061B-4BFC-8F20-330190937792}"/>
                </a:ext>
              </a:extLst>
            </p:cNvPr>
            <p:cNvSpPr>
              <a:spLocks noChangeArrowheads="1"/>
            </p:cNvSpPr>
            <p:nvPr/>
          </p:nvSpPr>
          <p:spPr bwMode="auto">
            <a:xfrm>
              <a:off x="4152" y="1648"/>
              <a:ext cx="748" cy="1232"/>
            </a:xfrm>
            <a:prstGeom prst="ellipse">
              <a:avLst/>
            </a:prstGeom>
            <a:noFill/>
            <a:ln w="19050" cap="rnd">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82800" rIns="0"/>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1275" name="Oval 5">
              <a:extLst>
                <a:ext uri="{FF2B5EF4-FFF2-40B4-BE49-F238E27FC236}">
                  <a16:creationId xmlns:a16="http://schemas.microsoft.com/office/drawing/2014/main" id="{FA6CE81C-6DBD-45FD-8E87-C1635FE6919F}"/>
                </a:ext>
              </a:extLst>
            </p:cNvPr>
            <p:cNvSpPr>
              <a:spLocks noChangeArrowheads="1"/>
            </p:cNvSpPr>
            <p:nvPr/>
          </p:nvSpPr>
          <p:spPr bwMode="auto">
            <a:xfrm>
              <a:off x="3083" y="1648"/>
              <a:ext cx="748" cy="1232"/>
            </a:xfrm>
            <a:prstGeom prst="ellipse">
              <a:avLst/>
            </a:prstGeom>
            <a:noFill/>
            <a:ln w="19050" cap="rnd">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82800" rIns="0"/>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1276" name="Oval 6">
              <a:extLst>
                <a:ext uri="{FF2B5EF4-FFF2-40B4-BE49-F238E27FC236}">
                  <a16:creationId xmlns:a16="http://schemas.microsoft.com/office/drawing/2014/main" id="{54E7177F-C350-4536-9F99-28A557C1D0D1}"/>
                </a:ext>
              </a:extLst>
            </p:cNvPr>
            <p:cNvSpPr>
              <a:spLocks noChangeArrowheads="1"/>
            </p:cNvSpPr>
            <p:nvPr/>
          </p:nvSpPr>
          <p:spPr bwMode="auto">
            <a:xfrm>
              <a:off x="2014" y="1648"/>
              <a:ext cx="748" cy="1232"/>
            </a:xfrm>
            <a:prstGeom prst="ellipse">
              <a:avLst/>
            </a:prstGeom>
            <a:noFill/>
            <a:ln w="19050" cap="rnd">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82800" rIns="0"/>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1277" name="Oval 7">
              <a:extLst>
                <a:ext uri="{FF2B5EF4-FFF2-40B4-BE49-F238E27FC236}">
                  <a16:creationId xmlns:a16="http://schemas.microsoft.com/office/drawing/2014/main" id="{B3E4AD5F-6F02-461A-9E4C-93C0D55E3794}"/>
                </a:ext>
              </a:extLst>
            </p:cNvPr>
            <p:cNvSpPr>
              <a:spLocks noChangeArrowheads="1"/>
            </p:cNvSpPr>
            <p:nvPr/>
          </p:nvSpPr>
          <p:spPr bwMode="auto">
            <a:xfrm>
              <a:off x="945" y="1648"/>
              <a:ext cx="748" cy="1232"/>
            </a:xfrm>
            <a:prstGeom prst="ellipse">
              <a:avLst/>
            </a:prstGeom>
            <a:noFill/>
            <a:ln w="19050" cap="rnd">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82800" rIns="0"/>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nvGrpSpPr>
            <p:cNvPr id="11278" name="Group 8">
              <a:extLst>
                <a:ext uri="{FF2B5EF4-FFF2-40B4-BE49-F238E27FC236}">
                  <a16:creationId xmlns:a16="http://schemas.microsoft.com/office/drawing/2014/main" id="{BE8E3C71-EE46-4D21-BF94-52DCDDC3C2F3}"/>
                </a:ext>
              </a:extLst>
            </p:cNvPr>
            <p:cNvGrpSpPr>
              <a:grpSpLocks/>
            </p:cNvGrpSpPr>
            <p:nvPr/>
          </p:nvGrpSpPr>
          <p:grpSpPr bwMode="auto">
            <a:xfrm>
              <a:off x="1052" y="1872"/>
              <a:ext cx="3741" cy="336"/>
              <a:chOff x="2653" y="11736"/>
              <a:chExt cx="6300" cy="468"/>
            </a:xfrm>
          </p:grpSpPr>
          <p:sp>
            <p:nvSpPr>
              <p:cNvPr id="11283" name="Text Box 9">
                <a:extLst>
                  <a:ext uri="{FF2B5EF4-FFF2-40B4-BE49-F238E27FC236}">
                    <a16:creationId xmlns:a16="http://schemas.microsoft.com/office/drawing/2014/main" id="{84CEF3C7-D3D4-4B55-ACBB-631BE81532FF}"/>
                  </a:ext>
                </a:extLst>
              </p:cNvPr>
              <p:cNvSpPr txBox="1">
                <a:spLocks noChangeArrowheads="1"/>
              </p:cNvSpPr>
              <p:nvPr/>
            </p:nvSpPr>
            <p:spPr bwMode="auto">
              <a:xfrm>
                <a:off x="2653" y="11736"/>
                <a:ext cx="900" cy="468"/>
              </a:xfrm>
              <a:prstGeom prst="rect">
                <a:avLst/>
              </a:prstGeom>
              <a:solidFill>
                <a:srgbClr val="FFFF00"/>
              </a:solidFill>
              <a:ln w="9525">
                <a:solidFill>
                  <a:srgbClr val="000000"/>
                </a:solidFill>
                <a:miter lim="800000"/>
                <a:headEnd/>
                <a:tailEnd/>
              </a:ln>
            </p:spPr>
            <p:txBody>
              <a:bodyPr lIns="0" tIns="82800" rIns="0"/>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kumimoji="0" lang="zh-CN" altLang="en-US" sz="1000" b="0">
                    <a:latin typeface="Times New Roman" panose="02020603050405020304" pitchFamily="18" charset="0"/>
                  </a:rPr>
                  <a:t> </a:t>
                </a:r>
                <a:r>
                  <a:rPr kumimoji="0" lang="zh-CN" altLang="en-US" sz="2000">
                    <a:latin typeface="Times New Roman" panose="02020603050405020304" pitchFamily="18" charset="0"/>
                  </a:rPr>
                  <a:t>用户</a:t>
                </a:r>
                <a:endParaRPr kumimoji="0" lang="en-US" altLang="zh-CN" sz="2000" b="0">
                  <a:latin typeface="Times New Roman" panose="02020603050405020304" pitchFamily="18" charset="0"/>
                </a:endParaRPr>
              </a:p>
            </p:txBody>
          </p:sp>
          <p:sp>
            <p:nvSpPr>
              <p:cNvPr id="11284" name="Text Box 10">
                <a:extLst>
                  <a:ext uri="{FF2B5EF4-FFF2-40B4-BE49-F238E27FC236}">
                    <a16:creationId xmlns:a16="http://schemas.microsoft.com/office/drawing/2014/main" id="{BE246266-8D7D-408B-9378-399523C96D67}"/>
                  </a:ext>
                </a:extLst>
              </p:cNvPr>
              <p:cNvSpPr txBox="1">
                <a:spLocks noChangeArrowheads="1"/>
              </p:cNvSpPr>
              <p:nvPr/>
            </p:nvSpPr>
            <p:spPr bwMode="auto">
              <a:xfrm>
                <a:off x="4453" y="11736"/>
                <a:ext cx="900" cy="468"/>
              </a:xfrm>
              <a:prstGeom prst="rect">
                <a:avLst/>
              </a:prstGeom>
              <a:solidFill>
                <a:srgbClr val="FFFF00"/>
              </a:solidFill>
              <a:ln w="9525">
                <a:solidFill>
                  <a:srgbClr val="000000"/>
                </a:solidFill>
                <a:miter lim="800000"/>
                <a:headEnd/>
                <a:tailEnd/>
              </a:ln>
            </p:spPr>
            <p:txBody>
              <a:bodyPr lIns="0" tIns="82800" rIns="0"/>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kumimoji="0" lang="en-US" altLang="zh-CN" sz="1800">
                    <a:latin typeface="Times New Roman" panose="02020603050405020304" pitchFamily="18" charset="0"/>
                  </a:rPr>
                  <a:t>DBMS</a:t>
                </a:r>
              </a:p>
            </p:txBody>
          </p:sp>
          <p:sp>
            <p:nvSpPr>
              <p:cNvPr id="11285" name="Text Box 11">
                <a:extLst>
                  <a:ext uri="{FF2B5EF4-FFF2-40B4-BE49-F238E27FC236}">
                    <a16:creationId xmlns:a16="http://schemas.microsoft.com/office/drawing/2014/main" id="{FF795DEB-8151-4A98-90A9-F1E2ED36E6C9}"/>
                  </a:ext>
                </a:extLst>
              </p:cNvPr>
              <p:cNvSpPr txBox="1">
                <a:spLocks noChangeArrowheads="1"/>
              </p:cNvSpPr>
              <p:nvPr/>
            </p:nvSpPr>
            <p:spPr bwMode="auto">
              <a:xfrm>
                <a:off x="6253" y="11736"/>
                <a:ext cx="900" cy="468"/>
              </a:xfrm>
              <a:prstGeom prst="rect">
                <a:avLst/>
              </a:prstGeom>
              <a:solidFill>
                <a:srgbClr val="FFFF00"/>
              </a:solidFill>
              <a:ln w="9525">
                <a:solidFill>
                  <a:srgbClr val="000000"/>
                </a:solidFill>
                <a:miter lim="800000"/>
                <a:headEnd/>
                <a:tailEnd/>
              </a:ln>
            </p:spPr>
            <p:txBody>
              <a:bodyPr lIns="0" tIns="82800" rIns="0"/>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kumimoji="0" lang="en-US" altLang="zh-CN" sz="1800">
                    <a:latin typeface="Times New Roman" panose="02020603050405020304" pitchFamily="18" charset="0"/>
                  </a:rPr>
                  <a:t>OS</a:t>
                </a:r>
                <a:r>
                  <a:rPr kumimoji="0" lang="en-US" altLang="zh-CN" sz="1000" b="0">
                    <a:latin typeface="Times New Roman" panose="02020603050405020304" pitchFamily="18" charset="0"/>
                  </a:rPr>
                  <a:t>  </a:t>
                </a:r>
              </a:p>
            </p:txBody>
          </p:sp>
          <p:sp>
            <p:nvSpPr>
              <p:cNvPr id="11286" name="Text Box 12">
                <a:extLst>
                  <a:ext uri="{FF2B5EF4-FFF2-40B4-BE49-F238E27FC236}">
                    <a16:creationId xmlns:a16="http://schemas.microsoft.com/office/drawing/2014/main" id="{1BDE4862-D67E-4D7F-A194-2F4CF424BC4E}"/>
                  </a:ext>
                </a:extLst>
              </p:cNvPr>
              <p:cNvSpPr txBox="1">
                <a:spLocks noChangeArrowheads="1"/>
              </p:cNvSpPr>
              <p:nvPr/>
            </p:nvSpPr>
            <p:spPr bwMode="auto">
              <a:xfrm>
                <a:off x="8053" y="11736"/>
                <a:ext cx="900" cy="468"/>
              </a:xfrm>
              <a:prstGeom prst="rect">
                <a:avLst/>
              </a:prstGeom>
              <a:solidFill>
                <a:srgbClr val="FFFF00"/>
              </a:solidFill>
              <a:ln w="9525">
                <a:solidFill>
                  <a:srgbClr val="000000"/>
                </a:solidFill>
                <a:miter lim="800000"/>
                <a:headEnd/>
                <a:tailEnd/>
              </a:ln>
            </p:spPr>
            <p:txBody>
              <a:bodyPr lIns="0" tIns="82800" rIns="0"/>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kumimoji="0" lang="zh-CN" altLang="en-US" sz="2000" b="0">
                    <a:latin typeface="Times New Roman" panose="02020603050405020304" pitchFamily="18" charset="0"/>
                  </a:rPr>
                  <a:t> </a:t>
                </a:r>
                <a:r>
                  <a:rPr kumimoji="0" lang="en-US" altLang="zh-CN" sz="1800">
                    <a:latin typeface="Times New Roman" panose="02020603050405020304" pitchFamily="18" charset="0"/>
                  </a:rPr>
                  <a:t>DB</a:t>
                </a:r>
                <a:endParaRPr kumimoji="0" lang="en-US" altLang="zh-CN" sz="2000" b="0">
                  <a:latin typeface="Times New Roman" panose="02020603050405020304" pitchFamily="18" charset="0"/>
                </a:endParaRPr>
              </a:p>
            </p:txBody>
          </p:sp>
          <p:sp>
            <p:nvSpPr>
              <p:cNvPr id="11287" name="Line 13">
                <a:extLst>
                  <a:ext uri="{FF2B5EF4-FFF2-40B4-BE49-F238E27FC236}">
                    <a16:creationId xmlns:a16="http://schemas.microsoft.com/office/drawing/2014/main" id="{8896A019-3961-4442-95AD-2C6D023EA1A0}"/>
                  </a:ext>
                </a:extLst>
              </p:cNvPr>
              <p:cNvSpPr>
                <a:spLocks noChangeShapeType="1"/>
              </p:cNvSpPr>
              <p:nvPr/>
            </p:nvSpPr>
            <p:spPr bwMode="auto">
              <a:xfrm>
                <a:off x="3550" y="11889"/>
                <a:ext cx="900" cy="0"/>
              </a:xfrm>
              <a:prstGeom prst="line">
                <a:avLst/>
              </a:prstGeom>
              <a:noFill/>
              <a:ln w="9525">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lIns="0" tIns="82800" rIns="0"/>
              <a:lstStyle/>
              <a:p>
                <a:endParaRPr lang="zh-CN" altLang="en-US"/>
              </a:p>
            </p:txBody>
          </p:sp>
          <p:sp>
            <p:nvSpPr>
              <p:cNvPr id="11288" name="Line 14">
                <a:extLst>
                  <a:ext uri="{FF2B5EF4-FFF2-40B4-BE49-F238E27FC236}">
                    <a16:creationId xmlns:a16="http://schemas.microsoft.com/office/drawing/2014/main" id="{7DB51418-5AF4-45A7-AED2-85BBBC8122E1}"/>
                  </a:ext>
                </a:extLst>
              </p:cNvPr>
              <p:cNvSpPr>
                <a:spLocks noChangeShapeType="1"/>
              </p:cNvSpPr>
              <p:nvPr/>
            </p:nvSpPr>
            <p:spPr bwMode="auto">
              <a:xfrm>
                <a:off x="5353" y="11889"/>
                <a:ext cx="900" cy="0"/>
              </a:xfrm>
              <a:prstGeom prst="line">
                <a:avLst/>
              </a:prstGeom>
              <a:noFill/>
              <a:ln w="9525">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lIns="0" tIns="82800" rIns="0"/>
              <a:lstStyle/>
              <a:p>
                <a:endParaRPr lang="zh-CN" altLang="en-US"/>
              </a:p>
            </p:txBody>
          </p:sp>
          <p:sp>
            <p:nvSpPr>
              <p:cNvPr id="11289" name="Line 15">
                <a:extLst>
                  <a:ext uri="{FF2B5EF4-FFF2-40B4-BE49-F238E27FC236}">
                    <a16:creationId xmlns:a16="http://schemas.microsoft.com/office/drawing/2014/main" id="{E4A0246F-6CE5-4A7B-B1D4-593F1D473D65}"/>
                  </a:ext>
                </a:extLst>
              </p:cNvPr>
              <p:cNvSpPr>
                <a:spLocks noChangeShapeType="1"/>
              </p:cNvSpPr>
              <p:nvPr/>
            </p:nvSpPr>
            <p:spPr bwMode="auto">
              <a:xfrm>
                <a:off x="7153" y="11889"/>
                <a:ext cx="900" cy="0"/>
              </a:xfrm>
              <a:prstGeom prst="line">
                <a:avLst/>
              </a:prstGeom>
              <a:noFill/>
              <a:ln w="9525">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lIns="0" tIns="82800" rIns="0"/>
              <a:lstStyle/>
              <a:p>
                <a:endParaRPr lang="zh-CN" altLang="en-US"/>
              </a:p>
            </p:txBody>
          </p:sp>
        </p:grpSp>
        <p:sp>
          <p:nvSpPr>
            <p:cNvPr id="11279" name="Line 16">
              <a:extLst>
                <a:ext uri="{FF2B5EF4-FFF2-40B4-BE49-F238E27FC236}">
                  <a16:creationId xmlns:a16="http://schemas.microsoft.com/office/drawing/2014/main" id="{2A16C03D-9EA1-4772-B905-847BC55919BE}"/>
                </a:ext>
              </a:extLst>
            </p:cNvPr>
            <p:cNvSpPr>
              <a:spLocks noChangeShapeType="1"/>
            </p:cNvSpPr>
            <p:nvPr/>
          </p:nvSpPr>
          <p:spPr bwMode="auto">
            <a:xfrm>
              <a:off x="945" y="1536"/>
              <a:ext cx="406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0" tIns="82800" rIns="0"/>
            <a:lstStyle/>
            <a:p>
              <a:endParaRPr lang="zh-CN" altLang="en-US"/>
            </a:p>
          </p:txBody>
        </p:sp>
        <p:sp>
          <p:nvSpPr>
            <p:cNvPr id="11280" name="Text Box 17">
              <a:extLst>
                <a:ext uri="{FF2B5EF4-FFF2-40B4-BE49-F238E27FC236}">
                  <a16:creationId xmlns:a16="http://schemas.microsoft.com/office/drawing/2014/main" id="{B718B9BD-E873-4710-A617-17526A4CD1CE}"/>
                </a:ext>
              </a:extLst>
            </p:cNvPr>
            <p:cNvSpPr txBox="1">
              <a:spLocks noChangeArrowheads="1"/>
            </p:cNvSpPr>
            <p:nvPr/>
          </p:nvSpPr>
          <p:spPr bwMode="auto">
            <a:xfrm>
              <a:off x="5007" y="1424"/>
              <a:ext cx="321"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82800" rIns="0"/>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just"/>
              <a:r>
                <a:rPr kumimoji="0" lang="zh-CN" altLang="en-US" sz="2000">
                  <a:latin typeface="Times New Roman" panose="02020603050405020304" pitchFamily="18" charset="0"/>
                </a:rPr>
                <a:t>  低</a:t>
              </a:r>
            </a:p>
          </p:txBody>
        </p:sp>
        <p:sp>
          <p:nvSpPr>
            <p:cNvPr id="11281" name="Text Box 18">
              <a:extLst>
                <a:ext uri="{FF2B5EF4-FFF2-40B4-BE49-F238E27FC236}">
                  <a16:creationId xmlns:a16="http://schemas.microsoft.com/office/drawing/2014/main" id="{4D37BB12-8BAD-47A1-8385-7B6E8C9CD8E1}"/>
                </a:ext>
              </a:extLst>
            </p:cNvPr>
            <p:cNvSpPr txBox="1">
              <a:spLocks noChangeArrowheads="1"/>
            </p:cNvSpPr>
            <p:nvPr/>
          </p:nvSpPr>
          <p:spPr bwMode="auto">
            <a:xfrm>
              <a:off x="624" y="1424"/>
              <a:ext cx="321"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82800" rIns="0"/>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just"/>
              <a:r>
                <a:rPr kumimoji="0" lang="zh-CN" altLang="en-US" sz="2000">
                  <a:latin typeface="Times New Roman" panose="02020603050405020304" pitchFamily="18" charset="0"/>
                </a:rPr>
                <a:t>  高</a:t>
              </a:r>
            </a:p>
          </p:txBody>
        </p:sp>
        <p:sp>
          <p:nvSpPr>
            <p:cNvPr id="11282" name="Text Box 19">
              <a:extLst>
                <a:ext uri="{FF2B5EF4-FFF2-40B4-BE49-F238E27FC236}">
                  <a16:creationId xmlns:a16="http://schemas.microsoft.com/office/drawing/2014/main" id="{00E51528-4B5C-4995-BD6F-818A9E798853}"/>
                </a:ext>
              </a:extLst>
            </p:cNvPr>
            <p:cNvSpPr txBox="1">
              <a:spLocks noChangeArrowheads="1"/>
            </p:cNvSpPr>
            <p:nvPr/>
          </p:nvSpPr>
          <p:spPr bwMode="auto">
            <a:xfrm>
              <a:off x="2228" y="1200"/>
              <a:ext cx="146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82800" rIns="0"/>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just"/>
              <a:r>
                <a:rPr kumimoji="0" lang="zh-CN" altLang="en-US">
                  <a:latin typeface="Times New Roman" panose="02020603050405020304" pitchFamily="18" charset="0"/>
                </a:rPr>
                <a:t>安全性控制层次</a:t>
              </a:r>
            </a:p>
          </p:txBody>
        </p:sp>
      </p:grpSp>
      <p:sp>
        <p:nvSpPr>
          <p:cNvPr id="11268" name="Rectangle 20">
            <a:extLst>
              <a:ext uri="{FF2B5EF4-FFF2-40B4-BE49-F238E27FC236}">
                <a16:creationId xmlns:a16="http://schemas.microsoft.com/office/drawing/2014/main" id="{7D56474E-BCDA-4D84-81D2-021528624B5E}"/>
              </a:ext>
            </a:extLst>
          </p:cNvPr>
          <p:cNvSpPr>
            <a:spLocks noChangeArrowheads="1"/>
          </p:cNvSpPr>
          <p:nvPr/>
        </p:nvSpPr>
        <p:spPr bwMode="auto">
          <a:xfrm>
            <a:off x="685800" y="4572000"/>
            <a:ext cx="1219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a:latin typeface="Times New Roman" panose="02020603050405020304" pitchFamily="18" charset="0"/>
              </a:rPr>
              <a:t>   方法：</a:t>
            </a:r>
            <a:r>
              <a:rPr lang="zh-CN" altLang="en-US" b="0">
                <a:latin typeface="Times New Roman" panose="02020603050405020304" pitchFamily="18" charset="0"/>
              </a:rPr>
              <a:t> </a:t>
            </a:r>
          </a:p>
        </p:txBody>
      </p:sp>
      <p:sp>
        <p:nvSpPr>
          <p:cNvPr id="11269" name="Rectangle 21">
            <a:extLst>
              <a:ext uri="{FF2B5EF4-FFF2-40B4-BE49-F238E27FC236}">
                <a16:creationId xmlns:a16="http://schemas.microsoft.com/office/drawing/2014/main" id="{2D99AFDE-6B41-43B3-A67A-0EF974503318}"/>
              </a:ext>
            </a:extLst>
          </p:cNvPr>
          <p:cNvSpPr>
            <a:spLocks noChangeArrowheads="1"/>
          </p:cNvSpPr>
          <p:nvPr/>
        </p:nvSpPr>
        <p:spPr bwMode="auto">
          <a:xfrm>
            <a:off x="1676400" y="4572000"/>
            <a:ext cx="1219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a:latin typeface="Times New Roman" panose="02020603050405020304" pitchFamily="18" charset="0"/>
              </a:rPr>
              <a:t>用户标识</a:t>
            </a:r>
          </a:p>
          <a:p>
            <a:pPr algn="ctr" eaLnBrk="1" hangingPunct="1"/>
            <a:r>
              <a:rPr lang="zh-CN" altLang="en-US" sz="2000">
                <a:latin typeface="Times New Roman" panose="02020603050405020304" pitchFamily="18" charset="0"/>
              </a:rPr>
              <a:t>和鉴定</a:t>
            </a:r>
            <a:r>
              <a:rPr lang="zh-CN" altLang="en-US">
                <a:latin typeface="Times New Roman" panose="02020603050405020304" pitchFamily="18" charset="0"/>
              </a:rPr>
              <a:t> </a:t>
            </a:r>
            <a:r>
              <a:rPr lang="zh-CN" altLang="en-US" b="0">
                <a:latin typeface="Times New Roman" panose="02020603050405020304" pitchFamily="18" charset="0"/>
              </a:rPr>
              <a:t> </a:t>
            </a:r>
          </a:p>
        </p:txBody>
      </p:sp>
      <p:sp>
        <p:nvSpPr>
          <p:cNvPr id="11270" name="Rectangle 22">
            <a:extLst>
              <a:ext uri="{FF2B5EF4-FFF2-40B4-BE49-F238E27FC236}">
                <a16:creationId xmlns:a16="http://schemas.microsoft.com/office/drawing/2014/main" id="{6DEA2595-7412-4861-8A5C-51E1CFBEC72B}"/>
              </a:ext>
            </a:extLst>
          </p:cNvPr>
          <p:cNvSpPr>
            <a:spLocks noChangeArrowheads="1"/>
          </p:cNvSpPr>
          <p:nvPr/>
        </p:nvSpPr>
        <p:spPr bwMode="auto">
          <a:xfrm>
            <a:off x="3352800" y="4572000"/>
            <a:ext cx="1219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a:latin typeface="Times New Roman" panose="02020603050405020304" pitchFamily="18" charset="0"/>
              </a:rPr>
              <a:t>存取控制</a:t>
            </a:r>
          </a:p>
          <a:p>
            <a:pPr algn="ctr" eaLnBrk="1" hangingPunct="1"/>
            <a:r>
              <a:rPr lang="zh-CN" altLang="en-US" sz="2000">
                <a:latin typeface="Times New Roman" panose="02020603050405020304" pitchFamily="18" charset="0"/>
              </a:rPr>
              <a:t>审计</a:t>
            </a:r>
          </a:p>
          <a:p>
            <a:pPr algn="ctr" eaLnBrk="1" hangingPunct="1"/>
            <a:r>
              <a:rPr lang="zh-CN" altLang="en-US" sz="2000">
                <a:latin typeface="Times New Roman" panose="02020603050405020304" pitchFamily="18" charset="0"/>
              </a:rPr>
              <a:t>视图</a:t>
            </a:r>
            <a:r>
              <a:rPr lang="zh-CN" altLang="en-US">
                <a:latin typeface="Times New Roman" panose="02020603050405020304" pitchFamily="18" charset="0"/>
              </a:rPr>
              <a:t> </a:t>
            </a:r>
          </a:p>
        </p:txBody>
      </p:sp>
      <p:sp>
        <p:nvSpPr>
          <p:cNvPr id="11271" name="Rectangle 23">
            <a:extLst>
              <a:ext uri="{FF2B5EF4-FFF2-40B4-BE49-F238E27FC236}">
                <a16:creationId xmlns:a16="http://schemas.microsoft.com/office/drawing/2014/main" id="{A52487D4-0C97-44A1-B668-0CE3DC22102D}"/>
              </a:ext>
            </a:extLst>
          </p:cNvPr>
          <p:cNvSpPr>
            <a:spLocks noChangeArrowheads="1"/>
          </p:cNvSpPr>
          <p:nvPr/>
        </p:nvSpPr>
        <p:spPr bwMode="auto">
          <a:xfrm>
            <a:off x="5029200" y="4572000"/>
            <a:ext cx="1219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a:latin typeface="Times New Roman" panose="02020603050405020304" pitchFamily="18" charset="0"/>
              </a:rPr>
              <a:t>操作系统</a:t>
            </a:r>
          </a:p>
          <a:p>
            <a:pPr algn="ctr" eaLnBrk="1" hangingPunct="1"/>
            <a:r>
              <a:rPr lang="zh-CN" altLang="en-US" sz="2000">
                <a:latin typeface="Times New Roman" panose="02020603050405020304" pitchFamily="18" charset="0"/>
              </a:rPr>
              <a:t>  安全保护</a:t>
            </a:r>
            <a:r>
              <a:rPr lang="zh-CN" altLang="en-US">
                <a:latin typeface="Times New Roman" panose="02020603050405020304" pitchFamily="18" charset="0"/>
              </a:rPr>
              <a:t>  </a:t>
            </a:r>
          </a:p>
        </p:txBody>
      </p:sp>
      <p:sp>
        <p:nvSpPr>
          <p:cNvPr id="11272" name="Rectangle 24">
            <a:extLst>
              <a:ext uri="{FF2B5EF4-FFF2-40B4-BE49-F238E27FC236}">
                <a16:creationId xmlns:a16="http://schemas.microsoft.com/office/drawing/2014/main" id="{B049A175-AD22-453C-8A47-6BEFB2ED15DC}"/>
              </a:ext>
            </a:extLst>
          </p:cNvPr>
          <p:cNvSpPr>
            <a:spLocks noChangeArrowheads="1"/>
          </p:cNvSpPr>
          <p:nvPr/>
        </p:nvSpPr>
        <p:spPr bwMode="auto">
          <a:xfrm>
            <a:off x="6705600" y="4572000"/>
            <a:ext cx="1219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a:latin typeface="Times New Roman" panose="02020603050405020304" pitchFamily="18" charset="0"/>
              </a:rPr>
              <a:t>密码存储</a:t>
            </a:r>
          </a:p>
        </p:txBody>
      </p:sp>
      <p:sp>
        <p:nvSpPr>
          <p:cNvPr id="11273" name="Rectangle 25">
            <a:extLst>
              <a:ext uri="{FF2B5EF4-FFF2-40B4-BE49-F238E27FC236}">
                <a16:creationId xmlns:a16="http://schemas.microsoft.com/office/drawing/2014/main" id="{692CEB4A-712C-40A4-BC6F-3C14BE75B865}"/>
              </a:ext>
            </a:extLst>
          </p:cNvPr>
          <p:cNvSpPr>
            <a:spLocks noGrp="1" noChangeArrowheads="1"/>
          </p:cNvSpPr>
          <p:nvPr>
            <p:ph type="body" idx="1"/>
          </p:nvPr>
        </p:nvSpPr>
        <p:spPr>
          <a:xfrm>
            <a:off x="914400" y="1447800"/>
            <a:ext cx="7772400" cy="4114800"/>
          </a:xfrm>
          <a:noFill/>
        </p:spPr>
        <p:txBody>
          <a:bodyPr/>
          <a:lstStyle/>
          <a:p>
            <a:pPr eaLnBrk="1" hangingPunct="1">
              <a:buFont typeface="Wingdings" panose="05000000000000000000" pitchFamily="2" charset="2"/>
              <a:buNone/>
            </a:pPr>
            <a:r>
              <a:rPr lang="zh-CN" altLang="en-US" sz="4000" b="1"/>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6F0BE9FE-619E-4DCE-B3FC-B8C73577E7A9}"/>
              </a:ext>
            </a:extLst>
          </p:cNvPr>
          <p:cNvSpPr>
            <a:spLocks noGrp="1" noChangeArrowheads="1"/>
          </p:cNvSpPr>
          <p:nvPr>
            <p:ph type="title"/>
          </p:nvPr>
        </p:nvSpPr>
        <p:spPr/>
        <p:txBody>
          <a:bodyPr/>
          <a:lstStyle/>
          <a:p>
            <a:pPr eaLnBrk="1" hangingPunct="1"/>
            <a:r>
              <a:rPr lang="zh-CN" altLang="en-US" b="1"/>
              <a:t>数据库安全性控制概述（续）</a:t>
            </a:r>
          </a:p>
        </p:txBody>
      </p:sp>
      <p:sp>
        <p:nvSpPr>
          <p:cNvPr id="12291" name="Rectangle 3">
            <a:extLst>
              <a:ext uri="{FF2B5EF4-FFF2-40B4-BE49-F238E27FC236}">
                <a16:creationId xmlns:a16="http://schemas.microsoft.com/office/drawing/2014/main" id="{B21CA3FC-C812-47F4-9A80-75CBCD51F266}"/>
              </a:ext>
            </a:extLst>
          </p:cNvPr>
          <p:cNvSpPr>
            <a:spLocks noGrp="1" noChangeArrowheads="1"/>
          </p:cNvSpPr>
          <p:nvPr>
            <p:ph type="body" idx="1"/>
          </p:nvPr>
        </p:nvSpPr>
        <p:spPr/>
        <p:txBody>
          <a:bodyPr/>
          <a:lstStyle/>
          <a:p>
            <a:pPr eaLnBrk="1" hangingPunct="1"/>
            <a:r>
              <a:rPr lang="zh-CN" altLang="en-US" sz="3600" b="1"/>
              <a:t>数据库安全性控制的常用方法</a:t>
            </a:r>
          </a:p>
          <a:p>
            <a:pPr lvl="1" eaLnBrk="1" hangingPunct="1">
              <a:lnSpc>
                <a:spcPct val="130000"/>
              </a:lnSpc>
            </a:pPr>
            <a:r>
              <a:rPr lang="zh-CN" altLang="en-US" b="1"/>
              <a:t>用户标识和鉴定</a:t>
            </a:r>
          </a:p>
          <a:p>
            <a:pPr lvl="1" eaLnBrk="1" hangingPunct="1">
              <a:lnSpc>
                <a:spcPct val="130000"/>
              </a:lnSpc>
            </a:pPr>
            <a:r>
              <a:rPr lang="zh-CN" altLang="en-US" b="1"/>
              <a:t>存取控制</a:t>
            </a:r>
          </a:p>
          <a:p>
            <a:pPr lvl="1" eaLnBrk="1" hangingPunct="1">
              <a:lnSpc>
                <a:spcPct val="130000"/>
              </a:lnSpc>
            </a:pPr>
            <a:r>
              <a:rPr lang="zh-CN" altLang="en-US" b="1"/>
              <a:t>视图</a:t>
            </a:r>
          </a:p>
          <a:p>
            <a:pPr lvl="1" eaLnBrk="1" hangingPunct="1">
              <a:lnSpc>
                <a:spcPct val="130000"/>
              </a:lnSpc>
            </a:pPr>
            <a:r>
              <a:rPr lang="zh-CN" altLang="en-US" b="1"/>
              <a:t>审计</a:t>
            </a:r>
          </a:p>
          <a:p>
            <a:pPr lvl="1" eaLnBrk="1" hangingPunct="1">
              <a:lnSpc>
                <a:spcPct val="120000"/>
              </a:lnSpc>
            </a:pPr>
            <a:r>
              <a:rPr lang="zh-CN" altLang="en-US" b="1"/>
              <a:t>密码存储</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9F816A2-8AF0-4020-BF03-77DBBE033C1C}"/>
              </a:ext>
            </a:extLst>
          </p:cNvPr>
          <p:cNvSpPr>
            <a:spLocks noGrp="1" noChangeArrowheads="1"/>
          </p:cNvSpPr>
          <p:nvPr>
            <p:ph type="title"/>
          </p:nvPr>
        </p:nvSpPr>
        <p:spPr/>
        <p:txBody>
          <a:bodyPr/>
          <a:lstStyle/>
          <a:p>
            <a:pPr eaLnBrk="1" hangingPunct="1"/>
            <a:r>
              <a:rPr lang="zh-CN" altLang="en-US" b="1"/>
              <a:t>1  用户标识与鉴别</a:t>
            </a:r>
          </a:p>
        </p:txBody>
      </p:sp>
      <p:sp>
        <p:nvSpPr>
          <p:cNvPr id="13315" name="Rectangle 3">
            <a:extLst>
              <a:ext uri="{FF2B5EF4-FFF2-40B4-BE49-F238E27FC236}">
                <a16:creationId xmlns:a16="http://schemas.microsoft.com/office/drawing/2014/main" id="{F2A2FD2C-71E0-43DA-96B1-84F44E9A16F5}"/>
              </a:ext>
            </a:extLst>
          </p:cNvPr>
          <p:cNvSpPr>
            <a:spLocks noGrp="1" noChangeArrowheads="1"/>
          </p:cNvSpPr>
          <p:nvPr>
            <p:ph type="body" idx="1"/>
          </p:nvPr>
        </p:nvSpPr>
        <p:spPr>
          <a:xfrm>
            <a:off x="990600" y="1752600"/>
            <a:ext cx="7772400" cy="4114800"/>
          </a:xfrm>
        </p:spPr>
        <p:txBody>
          <a:bodyPr/>
          <a:lstStyle/>
          <a:p>
            <a:pPr eaLnBrk="1" hangingPunct="1">
              <a:lnSpc>
                <a:spcPct val="150000"/>
              </a:lnSpc>
            </a:pPr>
            <a:r>
              <a:rPr lang="zh-CN" altLang="en-US" b="1"/>
              <a:t>用户标识与鉴别（</a:t>
            </a:r>
            <a:r>
              <a:rPr lang="en-US" altLang="zh-CN" b="1"/>
              <a:t>Identification &amp;      </a:t>
            </a:r>
          </a:p>
          <a:p>
            <a:pPr eaLnBrk="1" hangingPunct="1">
              <a:lnSpc>
                <a:spcPct val="90000"/>
              </a:lnSpc>
              <a:buFont typeface="Wingdings" panose="05000000000000000000" pitchFamily="2" charset="2"/>
              <a:buNone/>
            </a:pPr>
            <a:r>
              <a:rPr lang="en-US" altLang="zh-CN" b="1"/>
              <a:t>                                   Authentication）</a:t>
            </a:r>
          </a:p>
          <a:p>
            <a:pPr lvl="1" eaLnBrk="1" hangingPunct="1">
              <a:lnSpc>
                <a:spcPct val="190000"/>
              </a:lnSpc>
            </a:pPr>
            <a:r>
              <a:rPr lang="zh-CN" altLang="en-US" b="1"/>
              <a:t>系统提供的最外层安全保护措施</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E6D0DA2-A607-4E64-8F5E-C25433715D17}"/>
              </a:ext>
            </a:extLst>
          </p:cNvPr>
          <p:cNvSpPr>
            <a:spLocks noGrp="1" noChangeArrowheads="1"/>
          </p:cNvSpPr>
          <p:nvPr>
            <p:ph type="title"/>
          </p:nvPr>
        </p:nvSpPr>
        <p:spPr/>
        <p:txBody>
          <a:bodyPr/>
          <a:lstStyle/>
          <a:p>
            <a:pPr eaLnBrk="1" hangingPunct="1"/>
            <a:r>
              <a:rPr lang="zh-CN" altLang="en-US" sz="4800" b="1"/>
              <a:t>基本方法</a:t>
            </a:r>
          </a:p>
        </p:txBody>
      </p:sp>
      <p:sp>
        <p:nvSpPr>
          <p:cNvPr id="14339" name="Rectangle 3">
            <a:extLst>
              <a:ext uri="{FF2B5EF4-FFF2-40B4-BE49-F238E27FC236}">
                <a16:creationId xmlns:a16="http://schemas.microsoft.com/office/drawing/2014/main" id="{ABAB2913-5461-4565-8857-3B1D99E1A9E0}"/>
              </a:ext>
            </a:extLst>
          </p:cNvPr>
          <p:cNvSpPr>
            <a:spLocks noGrp="1" noChangeArrowheads="1"/>
          </p:cNvSpPr>
          <p:nvPr>
            <p:ph type="body" idx="1"/>
          </p:nvPr>
        </p:nvSpPr>
        <p:spPr>
          <a:xfrm>
            <a:off x="990600" y="1752600"/>
            <a:ext cx="7772400" cy="4343400"/>
          </a:xfrm>
        </p:spPr>
        <p:txBody>
          <a:bodyPr/>
          <a:lstStyle/>
          <a:p>
            <a:pPr eaLnBrk="1" hangingPunct="1">
              <a:lnSpc>
                <a:spcPct val="90000"/>
              </a:lnSpc>
              <a:buFont typeface="Wingdings" panose="05000000000000000000" pitchFamily="2" charset="2"/>
              <a:buNone/>
            </a:pPr>
            <a:endParaRPr lang="zh-CN" altLang="en-US" sz="2400" b="1" dirty="0"/>
          </a:p>
          <a:p>
            <a:pPr eaLnBrk="1" hangingPunct="1">
              <a:lnSpc>
                <a:spcPct val="110000"/>
              </a:lnSpc>
            </a:pPr>
            <a:r>
              <a:rPr lang="zh-CN" altLang="en-US" sz="2400" b="1" dirty="0"/>
              <a:t>系统提供一定的方式让用户标识自己的名字或身份；</a:t>
            </a:r>
          </a:p>
          <a:p>
            <a:pPr eaLnBrk="1" hangingPunct="1">
              <a:lnSpc>
                <a:spcPct val="110000"/>
              </a:lnSpc>
              <a:spcBef>
                <a:spcPct val="60000"/>
              </a:spcBef>
            </a:pPr>
            <a:r>
              <a:rPr lang="zh-CN" altLang="en-US" sz="2400" b="1" dirty="0"/>
              <a:t>系统内部记录着所有合法用户的标识；</a:t>
            </a:r>
          </a:p>
          <a:p>
            <a:pPr eaLnBrk="1" hangingPunct="1">
              <a:lnSpc>
                <a:spcPct val="110000"/>
              </a:lnSpc>
              <a:spcBef>
                <a:spcPct val="60000"/>
              </a:spcBef>
            </a:pPr>
            <a:r>
              <a:rPr lang="zh-CN" altLang="en-US" sz="2400" b="1" dirty="0"/>
              <a:t>每次用户要求进入系统时，由系统核对用户提供的身份标识；</a:t>
            </a:r>
          </a:p>
          <a:p>
            <a:pPr eaLnBrk="1" hangingPunct="1">
              <a:lnSpc>
                <a:spcPct val="110000"/>
              </a:lnSpc>
              <a:spcBef>
                <a:spcPct val="60000"/>
              </a:spcBef>
            </a:pPr>
            <a:r>
              <a:rPr lang="zh-CN" altLang="en-US" sz="2400" b="1" dirty="0"/>
              <a:t>通过鉴定后才提供机器使用权。</a:t>
            </a:r>
          </a:p>
          <a:p>
            <a:pPr eaLnBrk="1" hangingPunct="1">
              <a:lnSpc>
                <a:spcPct val="110000"/>
              </a:lnSpc>
              <a:spcBef>
                <a:spcPct val="60000"/>
              </a:spcBef>
            </a:pPr>
            <a:r>
              <a:rPr lang="zh-CN" altLang="en-US" sz="2400" b="1" dirty="0"/>
              <a:t>用户标识和鉴定可以重复多次</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050">
            <a:extLst>
              <a:ext uri="{FF2B5EF4-FFF2-40B4-BE49-F238E27FC236}">
                <a16:creationId xmlns:a16="http://schemas.microsoft.com/office/drawing/2014/main" id="{6744ABEA-7223-4EFD-9B69-61E3643681A6}"/>
              </a:ext>
            </a:extLst>
          </p:cNvPr>
          <p:cNvSpPr>
            <a:spLocks noGrp="1" noChangeArrowheads="1"/>
          </p:cNvSpPr>
          <p:nvPr>
            <p:ph type="title"/>
          </p:nvPr>
        </p:nvSpPr>
        <p:spPr/>
        <p:txBody>
          <a:bodyPr/>
          <a:lstStyle/>
          <a:p>
            <a:pPr eaLnBrk="1" hangingPunct="1"/>
            <a:r>
              <a:rPr lang="zh-CN" altLang="en-US" b="1"/>
              <a:t>验证码</a:t>
            </a:r>
          </a:p>
        </p:txBody>
      </p:sp>
      <p:sp>
        <p:nvSpPr>
          <p:cNvPr id="1028" name="Rectangle 2051">
            <a:extLst>
              <a:ext uri="{FF2B5EF4-FFF2-40B4-BE49-F238E27FC236}">
                <a16:creationId xmlns:a16="http://schemas.microsoft.com/office/drawing/2014/main" id="{A2D2CAB2-B592-4C25-AB8D-E95CC72C0FAD}"/>
              </a:ext>
            </a:extLst>
          </p:cNvPr>
          <p:cNvSpPr>
            <a:spLocks noGrp="1" noChangeArrowheads="1"/>
          </p:cNvSpPr>
          <p:nvPr>
            <p:ph type="body" idx="1"/>
          </p:nvPr>
        </p:nvSpPr>
        <p:spPr/>
        <p:txBody>
          <a:bodyPr/>
          <a:lstStyle/>
          <a:p>
            <a:pPr eaLnBrk="1" hangingPunct="1"/>
            <a:endParaRPr lang="zh-CN" altLang="en-US"/>
          </a:p>
        </p:txBody>
      </p:sp>
      <p:graphicFrame>
        <p:nvGraphicFramePr>
          <p:cNvPr id="1026" name="Object 2052">
            <a:extLst>
              <a:ext uri="{FF2B5EF4-FFF2-40B4-BE49-F238E27FC236}">
                <a16:creationId xmlns:a16="http://schemas.microsoft.com/office/drawing/2014/main" id="{19A592F7-FBD3-4DEF-A6B1-61E8507D9F4A}"/>
              </a:ext>
            </a:extLst>
          </p:cNvPr>
          <p:cNvGraphicFramePr>
            <a:graphicFrameLocks noChangeAspect="1"/>
          </p:cNvGraphicFramePr>
          <p:nvPr/>
        </p:nvGraphicFramePr>
        <p:xfrm>
          <a:off x="838200" y="1676400"/>
          <a:ext cx="7543800" cy="4751388"/>
        </p:xfrm>
        <a:graphic>
          <a:graphicData uri="http://schemas.openxmlformats.org/presentationml/2006/ole">
            <mc:AlternateContent xmlns:mc="http://schemas.openxmlformats.org/markup-compatibility/2006">
              <mc:Choice xmlns:v="urn:schemas-microsoft-com:vml" Requires="v">
                <p:oleObj spid="_x0000_s1029" name="位图图像" r:id="rId3" imgW="5829805" imgH="3672381" progId="Paint.Picture">
                  <p:embed/>
                </p:oleObj>
              </mc:Choice>
              <mc:Fallback>
                <p:oleObj name="位图图像" r:id="rId3" imgW="5829805" imgH="3672381" progId="Paint.Picture">
                  <p:embed/>
                  <p:pic>
                    <p:nvPicPr>
                      <p:cNvPr id="0" name="Object 20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676400"/>
                        <a:ext cx="7543800" cy="475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页脚占位符 4">
            <a:extLst>
              <a:ext uri="{FF2B5EF4-FFF2-40B4-BE49-F238E27FC236}">
                <a16:creationId xmlns:a16="http://schemas.microsoft.com/office/drawing/2014/main" id="{3C05E1DF-008B-68A2-C253-D2409212A3AA}"/>
              </a:ext>
            </a:extLst>
          </p:cNvPr>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1400" b="1">
              <a:solidFill>
                <a:srgbClr val="F03628"/>
              </a:solidFill>
              <a:latin typeface="Arial" panose="020B0604020202020204" pitchFamily="34" charset="0"/>
            </a:endParaRPr>
          </a:p>
        </p:txBody>
      </p:sp>
      <p:sp>
        <p:nvSpPr>
          <p:cNvPr id="11267" name="Rectangle 2">
            <a:extLst>
              <a:ext uri="{FF2B5EF4-FFF2-40B4-BE49-F238E27FC236}">
                <a16:creationId xmlns:a16="http://schemas.microsoft.com/office/drawing/2014/main" id="{64435E5B-BFA2-A559-A68B-CD3990826A7A}"/>
              </a:ext>
            </a:extLst>
          </p:cNvPr>
          <p:cNvSpPr>
            <a:spLocks noGrp="1" noChangeArrowheads="1"/>
          </p:cNvSpPr>
          <p:nvPr>
            <p:ph type="title" idx="4294967295"/>
          </p:nvPr>
        </p:nvSpPr>
        <p:spPr/>
        <p:txBody>
          <a:bodyPr/>
          <a:lstStyle/>
          <a:p>
            <a:pPr eaLnBrk="1" hangingPunct="1"/>
            <a:r>
              <a:rPr lang="zh-CN" altLang="zh-CN" b="1" dirty="0"/>
              <a:t>用户身份鉴别</a:t>
            </a:r>
            <a:r>
              <a:rPr lang="zh-CN" altLang="en-US" b="1" dirty="0"/>
              <a:t>方法</a:t>
            </a:r>
            <a:endParaRPr lang="zh-CN" altLang="zh-CN" b="1" dirty="0"/>
          </a:p>
        </p:txBody>
      </p:sp>
      <p:sp>
        <p:nvSpPr>
          <p:cNvPr id="11268" name="Rectangle 3">
            <a:extLst>
              <a:ext uri="{FF2B5EF4-FFF2-40B4-BE49-F238E27FC236}">
                <a16:creationId xmlns:a16="http://schemas.microsoft.com/office/drawing/2014/main" id="{B899F39B-F8A4-6A2D-3822-10105D8CC9A7}"/>
              </a:ext>
            </a:extLst>
          </p:cNvPr>
          <p:cNvSpPr>
            <a:spLocks noGrp="1" noChangeArrowheads="1"/>
          </p:cNvSpPr>
          <p:nvPr>
            <p:ph type="body" idx="4294967295"/>
          </p:nvPr>
        </p:nvSpPr>
        <p:spPr>
          <a:xfrm>
            <a:off x="323689" y="2132856"/>
            <a:ext cx="8496622" cy="3744416"/>
          </a:xfrm>
        </p:spPr>
        <p:txBody>
          <a:bodyPr/>
          <a:lstStyle/>
          <a:p>
            <a:pPr lvl="1" eaLnBrk="1" hangingPunct="1">
              <a:lnSpc>
                <a:spcPct val="120000"/>
              </a:lnSpc>
              <a:spcBef>
                <a:spcPct val="0"/>
              </a:spcBef>
              <a:buSzPct val="75000"/>
              <a:buFont typeface="Wingdings" panose="05000000000000000000" pitchFamily="2" charset="2"/>
              <a:buNone/>
            </a:pPr>
            <a:r>
              <a:rPr lang="en-US" altLang="zh-CN" sz="2000" b="1" dirty="0"/>
              <a:t>1.</a:t>
            </a:r>
            <a:r>
              <a:rPr lang="zh-CN" altLang="en-US" sz="2000" b="1" dirty="0"/>
              <a:t>静态口令鉴别</a:t>
            </a:r>
            <a:endParaRPr lang="en-US" altLang="zh-CN" sz="2000" b="1" dirty="0"/>
          </a:p>
          <a:p>
            <a:pPr lvl="2" eaLnBrk="1" hangingPunct="1">
              <a:lnSpc>
                <a:spcPct val="120000"/>
              </a:lnSpc>
              <a:spcBef>
                <a:spcPct val="0"/>
              </a:spcBef>
              <a:buSzPct val="87000"/>
              <a:buFont typeface="Wingdings" panose="05000000000000000000" pitchFamily="2" charset="2"/>
              <a:buChar char="l"/>
            </a:pPr>
            <a:r>
              <a:rPr lang="zh-CN" altLang="zh-CN" sz="2000" b="1" dirty="0"/>
              <a:t>静态口令一般由用户自己设定</a:t>
            </a:r>
            <a:r>
              <a:rPr lang="zh-CN" altLang="en-US" sz="2000" b="1" dirty="0"/>
              <a:t>，</a:t>
            </a:r>
            <a:r>
              <a:rPr lang="zh-CN" altLang="zh-CN" sz="2000" b="1" dirty="0"/>
              <a:t>这些口令是静态不变的</a:t>
            </a:r>
            <a:endParaRPr lang="en-US" altLang="zh-CN" sz="2000" b="1" dirty="0"/>
          </a:p>
          <a:p>
            <a:pPr lvl="1" eaLnBrk="1" hangingPunct="1">
              <a:lnSpc>
                <a:spcPct val="120000"/>
              </a:lnSpc>
              <a:spcBef>
                <a:spcPct val="0"/>
              </a:spcBef>
              <a:buSzPct val="75000"/>
              <a:buFont typeface="Wingdings" panose="05000000000000000000" pitchFamily="2" charset="2"/>
              <a:buNone/>
            </a:pPr>
            <a:r>
              <a:rPr lang="en-US" altLang="zh-CN" sz="2000" b="1" dirty="0"/>
              <a:t>2.</a:t>
            </a:r>
            <a:r>
              <a:rPr lang="zh-CN" altLang="en-US" sz="2000" b="1" dirty="0"/>
              <a:t>动态口令鉴别</a:t>
            </a:r>
            <a:endParaRPr lang="en-US" altLang="zh-CN" sz="2000" b="1" dirty="0"/>
          </a:p>
          <a:p>
            <a:pPr lvl="2" eaLnBrk="1" hangingPunct="1">
              <a:lnSpc>
                <a:spcPct val="120000"/>
              </a:lnSpc>
              <a:spcBef>
                <a:spcPct val="0"/>
              </a:spcBef>
              <a:buSzPct val="87000"/>
              <a:buFont typeface="Wingdings" panose="05000000000000000000" pitchFamily="2" charset="2"/>
              <a:buChar char="l"/>
            </a:pPr>
            <a:r>
              <a:rPr lang="zh-CN" altLang="zh-CN" sz="2000" b="1" dirty="0"/>
              <a:t>口令是动态变化的，每次鉴别时均需使用动态产生的新口令登录</a:t>
            </a:r>
            <a:r>
              <a:rPr lang="zh-CN" altLang="en-US" sz="2000" b="1" dirty="0"/>
              <a:t>数据库管理系统</a:t>
            </a:r>
            <a:r>
              <a:rPr lang="zh-CN" altLang="zh-CN" sz="2000" b="1" dirty="0"/>
              <a:t>，即采用一次一密的方法</a:t>
            </a:r>
            <a:endParaRPr lang="en-US" altLang="zh-CN" sz="2000" b="1" dirty="0"/>
          </a:p>
          <a:p>
            <a:pPr lvl="1" eaLnBrk="1" hangingPunct="1">
              <a:lnSpc>
                <a:spcPct val="120000"/>
              </a:lnSpc>
              <a:spcBef>
                <a:spcPct val="0"/>
              </a:spcBef>
              <a:buSzPct val="75000"/>
              <a:buFont typeface="Wingdings" panose="05000000000000000000" pitchFamily="2" charset="2"/>
              <a:buNone/>
            </a:pPr>
            <a:r>
              <a:rPr lang="en-US" altLang="zh-CN" sz="2000" b="1" dirty="0"/>
              <a:t>3.</a:t>
            </a:r>
            <a:r>
              <a:rPr lang="zh-CN" altLang="en-US" sz="2000" b="1" dirty="0"/>
              <a:t>生物特征鉴别</a:t>
            </a:r>
            <a:endParaRPr lang="en-US" altLang="zh-CN" sz="2000" b="1" dirty="0"/>
          </a:p>
          <a:p>
            <a:pPr lvl="2" eaLnBrk="1" hangingPunct="1">
              <a:lnSpc>
                <a:spcPct val="120000"/>
              </a:lnSpc>
              <a:spcBef>
                <a:spcPct val="0"/>
              </a:spcBef>
              <a:buSzPct val="87000"/>
              <a:buFont typeface="Wingdings" panose="05000000000000000000" pitchFamily="2" charset="2"/>
              <a:buChar char="l"/>
            </a:pPr>
            <a:r>
              <a:rPr lang="zh-CN" altLang="zh-CN" sz="2000" b="1" dirty="0"/>
              <a:t>通过生物特征进行认证的技术</a:t>
            </a:r>
            <a:r>
              <a:rPr lang="zh-CN" altLang="en-US" sz="2000" b="1" dirty="0"/>
              <a:t>，</a:t>
            </a:r>
            <a:r>
              <a:rPr lang="zh-CN" altLang="zh-CN" sz="2000" b="1" dirty="0"/>
              <a:t>生物特征如指纹、虹膜和掌纹等</a:t>
            </a:r>
            <a:endParaRPr lang="en-US" altLang="zh-CN" sz="2000" b="1" dirty="0"/>
          </a:p>
          <a:p>
            <a:pPr lvl="1" eaLnBrk="1" hangingPunct="1">
              <a:lnSpc>
                <a:spcPct val="120000"/>
              </a:lnSpc>
              <a:spcBef>
                <a:spcPct val="0"/>
              </a:spcBef>
              <a:buSzPct val="75000"/>
              <a:buFont typeface="Wingdings" panose="05000000000000000000" pitchFamily="2" charset="2"/>
              <a:buNone/>
            </a:pPr>
            <a:r>
              <a:rPr lang="en-US" altLang="zh-CN" sz="2000" b="1" dirty="0"/>
              <a:t>4.</a:t>
            </a:r>
            <a:r>
              <a:rPr lang="zh-CN" altLang="en-US" sz="2000" b="1" dirty="0"/>
              <a:t>智能卡鉴别</a:t>
            </a:r>
            <a:endParaRPr lang="en-US" altLang="zh-CN" sz="2000" b="1" dirty="0"/>
          </a:p>
          <a:p>
            <a:pPr lvl="2" eaLnBrk="1" hangingPunct="1">
              <a:lnSpc>
                <a:spcPct val="120000"/>
              </a:lnSpc>
              <a:spcBef>
                <a:spcPct val="0"/>
              </a:spcBef>
              <a:buSzPct val="87000"/>
              <a:buFont typeface="Wingdings" panose="05000000000000000000" pitchFamily="2" charset="2"/>
              <a:buChar char="l"/>
            </a:pPr>
            <a:r>
              <a:rPr lang="zh-CN" altLang="zh-CN" sz="2000" b="1" dirty="0"/>
              <a:t>智能卡是一种不可复制的</a:t>
            </a:r>
            <a:r>
              <a:rPr lang="zh-CN" altLang="en-US" sz="2000" b="1" dirty="0"/>
              <a:t>硬件</a:t>
            </a:r>
            <a:r>
              <a:rPr lang="zh-CN" altLang="zh-CN" sz="2000" b="1" dirty="0"/>
              <a:t>，内置集成电路的芯片，具有硬件加密功能</a:t>
            </a:r>
            <a:endParaRPr lang="en-US" altLang="zh-CN" sz="2000" b="1" dirty="0">
              <a:solidFill>
                <a:srgbClr val="0000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06543FE0-61EF-400C-843A-80EF282774E3}"/>
              </a:ext>
            </a:extLst>
          </p:cNvPr>
          <p:cNvSpPr>
            <a:spLocks noGrp="1" noChangeArrowheads="1"/>
          </p:cNvSpPr>
          <p:nvPr>
            <p:ph type="title"/>
          </p:nvPr>
        </p:nvSpPr>
        <p:spPr/>
        <p:txBody>
          <a:bodyPr/>
          <a:lstStyle/>
          <a:p>
            <a:pPr eaLnBrk="1" hangingPunct="1"/>
            <a:r>
              <a:rPr lang="zh-CN" altLang="en-US" b="1"/>
              <a:t>2  存取控制</a:t>
            </a:r>
          </a:p>
        </p:txBody>
      </p:sp>
      <p:sp>
        <p:nvSpPr>
          <p:cNvPr id="15363" name="Rectangle 3">
            <a:extLst>
              <a:ext uri="{FF2B5EF4-FFF2-40B4-BE49-F238E27FC236}">
                <a16:creationId xmlns:a16="http://schemas.microsoft.com/office/drawing/2014/main" id="{31CFAAB3-6094-4AB1-8F9C-49770A3E5840}"/>
              </a:ext>
            </a:extLst>
          </p:cNvPr>
          <p:cNvSpPr>
            <a:spLocks noGrp="1" noChangeArrowheads="1"/>
          </p:cNvSpPr>
          <p:nvPr>
            <p:ph type="body" idx="1"/>
          </p:nvPr>
        </p:nvSpPr>
        <p:spPr/>
        <p:txBody>
          <a:bodyPr/>
          <a:lstStyle/>
          <a:p>
            <a:pPr eaLnBrk="1" hangingPunct="1">
              <a:spcBef>
                <a:spcPct val="60000"/>
              </a:spcBef>
            </a:pPr>
            <a:r>
              <a:rPr lang="zh-CN" altLang="en-US" b="1"/>
              <a:t>存取控制机制的组成</a:t>
            </a:r>
          </a:p>
          <a:p>
            <a:pPr lvl="1" eaLnBrk="1" hangingPunct="1">
              <a:spcBef>
                <a:spcPct val="60000"/>
              </a:spcBef>
            </a:pPr>
            <a:r>
              <a:rPr lang="zh-CN" altLang="en-US" sz="3200" b="1"/>
              <a:t> 定义存取权限</a:t>
            </a:r>
          </a:p>
          <a:p>
            <a:pPr lvl="1" eaLnBrk="1" hangingPunct="1">
              <a:lnSpc>
                <a:spcPct val="110000"/>
              </a:lnSpc>
              <a:spcBef>
                <a:spcPct val="60000"/>
              </a:spcBef>
            </a:pPr>
            <a:r>
              <a:rPr lang="zh-CN" altLang="en-US" sz="3200" b="1"/>
              <a:t> 检查存取权限</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A7C7248C-BEE2-4900-91E8-2DB20DD523B2}"/>
              </a:ext>
            </a:extLst>
          </p:cNvPr>
          <p:cNvSpPr>
            <a:spLocks noGrp="1" noChangeArrowheads="1"/>
          </p:cNvSpPr>
          <p:nvPr>
            <p:ph type="title"/>
          </p:nvPr>
        </p:nvSpPr>
        <p:spPr/>
        <p:txBody>
          <a:bodyPr/>
          <a:lstStyle/>
          <a:p>
            <a:pPr eaLnBrk="1" hangingPunct="1"/>
            <a:r>
              <a:rPr lang="zh-CN" altLang="en-US" b="1"/>
              <a:t>存取控制（续）</a:t>
            </a:r>
          </a:p>
        </p:txBody>
      </p:sp>
      <p:sp>
        <p:nvSpPr>
          <p:cNvPr id="16387" name="Rectangle 3">
            <a:extLst>
              <a:ext uri="{FF2B5EF4-FFF2-40B4-BE49-F238E27FC236}">
                <a16:creationId xmlns:a16="http://schemas.microsoft.com/office/drawing/2014/main" id="{AD15C5F0-8652-4FBF-B7D4-7B23D54B31F7}"/>
              </a:ext>
            </a:extLst>
          </p:cNvPr>
          <p:cNvSpPr>
            <a:spLocks noGrp="1" noChangeArrowheads="1"/>
          </p:cNvSpPr>
          <p:nvPr>
            <p:ph type="body" idx="1"/>
          </p:nvPr>
        </p:nvSpPr>
        <p:spPr/>
        <p:txBody>
          <a:bodyPr/>
          <a:lstStyle/>
          <a:p>
            <a:pPr eaLnBrk="1" hangingPunct="1"/>
            <a:r>
              <a:rPr lang="zh-CN" altLang="en-US" b="1"/>
              <a:t>常用存取控制方法</a:t>
            </a:r>
            <a:endParaRPr lang="zh-CN" altLang="en-US" sz="2400" b="1"/>
          </a:p>
          <a:p>
            <a:pPr lvl="1" eaLnBrk="1" hangingPunct="1"/>
            <a:r>
              <a:rPr lang="zh-CN" altLang="en-US" sz="2400" b="1">
                <a:solidFill>
                  <a:srgbClr val="0000FF"/>
                </a:solidFill>
              </a:rPr>
              <a:t>自主存取控制</a:t>
            </a:r>
            <a:r>
              <a:rPr lang="zh-CN" altLang="en-US" sz="2400" b="1"/>
              <a:t>（</a:t>
            </a:r>
            <a:r>
              <a:rPr lang="en-US" altLang="zh-CN" sz="2400" b="1"/>
              <a:t>Discretionary Access Control ，</a:t>
            </a:r>
            <a:r>
              <a:rPr lang="zh-CN" altLang="en-US" sz="2400" b="1"/>
              <a:t>简称</a:t>
            </a:r>
            <a:r>
              <a:rPr lang="en-US" altLang="zh-CN" sz="2400" b="1"/>
              <a:t>DAC）</a:t>
            </a:r>
          </a:p>
          <a:p>
            <a:pPr lvl="2" eaLnBrk="1" hangingPunct="1"/>
            <a:r>
              <a:rPr lang="en-US" altLang="zh-CN" sz="2000" b="1"/>
              <a:t> </a:t>
            </a:r>
            <a:r>
              <a:rPr lang="en-US" altLang="zh-CN" b="1"/>
              <a:t>C2</a:t>
            </a:r>
            <a:r>
              <a:rPr lang="zh-CN" altLang="en-US" b="1"/>
              <a:t>级</a:t>
            </a:r>
          </a:p>
          <a:p>
            <a:pPr lvl="2" eaLnBrk="1" hangingPunct="1"/>
            <a:r>
              <a:rPr lang="zh-CN" altLang="en-US" sz="2000" b="1"/>
              <a:t> </a:t>
            </a:r>
            <a:r>
              <a:rPr lang="zh-CN" altLang="en-US" b="1"/>
              <a:t>灵活</a:t>
            </a:r>
          </a:p>
          <a:p>
            <a:pPr lvl="1" eaLnBrk="1" hangingPunct="1"/>
            <a:r>
              <a:rPr lang="zh-CN" altLang="en-US" sz="2400" b="1">
                <a:solidFill>
                  <a:srgbClr val="0000FF"/>
                </a:solidFill>
              </a:rPr>
              <a:t>强制存取控制</a:t>
            </a:r>
            <a:r>
              <a:rPr lang="zh-CN" altLang="en-US" sz="2400" b="1"/>
              <a:t>（</a:t>
            </a:r>
            <a:r>
              <a:rPr lang="en-US" altLang="zh-CN" sz="2400" b="1"/>
              <a:t>Mandatory Access Control，</a:t>
            </a:r>
            <a:r>
              <a:rPr lang="zh-CN" altLang="en-US" sz="2400" b="1"/>
              <a:t>简称 </a:t>
            </a:r>
            <a:r>
              <a:rPr lang="en-US" altLang="zh-CN" sz="2400" b="1"/>
              <a:t>MAC）</a:t>
            </a:r>
          </a:p>
          <a:p>
            <a:pPr lvl="2" eaLnBrk="1" hangingPunct="1"/>
            <a:r>
              <a:rPr lang="en-US" altLang="zh-CN" b="1"/>
              <a:t> B1</a:t>
            </a:r>
            <a:r>
              <a:rPr lang="zh-CN" altLang="en-US" b="1"/>
              <a:t>级</a:t>
            </a:r>
          </a:p>
          <a:p>
            <a:pPr lvl="2" eaLnBrk="1" hangingPunct="1"/>
            <a:r>
              <a:rPr lang="zh-CN" altLang="en-US" b="1"/>
              <a:t>严格</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A3DF8A8-90DE-4F38-A0B7-5DF6F34E5311}"/>
              </a:ext>
            </a:extLst>
          </p:cNvPr>
          <p:cNvSpPr>
            <a:spLocks noGrp="1" noChangeArrowheads="1"/>
          </p:cNvSpPr>
          <p:nvPr>
            <p:ph type="title"/>
          </p:nvPr>
        </p:nvSpPr>
        <p:spPr/>
        <p:txBody>
          <a:bodyPr/>
          <a:lstStyle/>
          <a:p>
            <a:pPr eaLnBrk="1" hangingPunct="1"/>
            <a:r>
              <a:rPr lang="zh-CN" altLang="en-US" b="1"/>
              <a:t>3  视图机制</a:t>
            </a:r>
          </a:p>
        </p:txBody>
      </p:sp>
      <p:sp>
        <p:nvSpPr>
          <p:cNvPr id="17411" name="Rectangle 3">
            <a:extLst>
              <a:ext uri="{FF2B5EF4-FFF2-40B4-BE49-F238E27FC236}">
                <a16:creationId xmlns:a16="http://schemas.microsoft.com/office/drawing/2014/main" id="{F7EEDD0C-161C-4225-BD88-D0C90F1655C2}"/>
              </a:ext>
            </a:extLst>
          </p:cNvPr>
          <p:cNvSpPr>
            <a:spLocks noGrp="1" noChangeArrowheads="1"/>
          </p:cNvSpPr>
          <p:nvPr>
            <p:ph type="body" idx="1"/>
          </p:nvPr>
        </p:nvSpPr>
        <p:spPr/>
        <p:txBody>
          <a:bodyPr/>
          <a:lstStyle/>
          <a:p>
            <a:pPr eaLnBrk="1" hangingPunct="1">
              <a:lnSpc>
                <a:spcPct val="130000"/>
              </a:lnSpc>
            </a:pPr>
            <a:r>
              <a:rPr lang="zh-CN" altLang="en-US" sz="2800" b="1"/>
              <a:t>视图机制把要保密的数据对无权存取这些数据的用户隐藏起来</a:t>
            </a:r>
          </a:p>
          <a:p>
            <a:pPr eaLnBrk="1" hangingPunct="1">
              <a:lnSpc>
                <a:spcPct val="130000"/>
              </a:lnSpc>
            </a:pPr>
            <a:r>
              <a:rPr lang="zh-CN" altLang="en-US" sz="2800" b="1"/>
              <a:t> 视图机制更主要的功能在于提供数据独立性，其安全保护功能太不精细，往往远不能达到应用系统的要求。</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6420B2B9-1A99-47BA-B291-E8005A58BF9A}"/>
              </a:ext>
            </a:extLst>
          </p:cNvPr>
          <p:cNvSpPr>
            <a:spLocks noGrp="1" noChangeArrowheads="1"/>
          </p:cNvSpPr>
          <p:nvPr>
            <p:ph type="title"/>
          </p:nvPr>
        </p:nvSpPr>
        <p:spPr/>
        <p:txBody>
          <a:bodyPr/>
          <a:lstStyle/>
          <a:p>
            <a:pPr eaLnBrk="1" hangingPunct="1"/>
            <a:r>
              <a:rPr lang="zh-CN" altLang="en-US" b="1"/>
              <a:t>视图机制（续）</a:t>
            </a:r>
          </a:p>
        </p:txBody>
      </p:sp>
      <p:sp>
        <p:nvSpPr>
          <p:cNvPr id="18435" name="Rectangle 3">
            <a:extLst>
              <a:ext uri="{FF2B5EF4-FFF2-40B4-BE49-F238E27FC236}">
                <a16:creationId xmlns:a16="http://schemas.microsoft.com/office/drawing/2014/main" id="{F1AB2FA0-ADFB-4669-A0B5-A81B3A1BAFD1}"/>
              </a:ext>
            </a:extLst>
          </p:cNvPr>
          <p:cNvSpPr>
            <a:spLocks noGrp="1" noChangeArrowheads="1"/>
          </p:cNvSpPr>
          <p:nvPr>
            <p:ph type="body" idx="1"/>
          </p:nvPr>
        </p:nvSpPr>
        <p:spPr/>
        <p:txBody>
          <a:bodyPr/>
          <a:lstStyle/>
          <a:p>
            <a:pPr eaLnBrk="1" hangingPunct="1">
              <a:lnSpc>
                <a:spcPct val="140000"/>
              </a:lnSpc>
            </a:pPr>
            <a:r>
              <a:rPr lang="zh-CN" altLang="en-US" b="1"/>
              <a:t>视图机制与授权机制配合使用:</a:t>
            </a:r>
          </a:p>
          <a:p>
            <a:pPr lvl="1" eaLnBrk="1" hangingPunct="1">
              <a:lnSpc>
                <a:spcPct val="140000"/>
              </a:lnSpc>
            </a:pPr>
            <a:r>
              <a:rPr lang="zh-CN" altLang="en-US" b="1"/>
              <a:t>首先用视图机制屏蔽掉一部分保密数据</a:t>
            </a:r>
          </a:p>
          <a:p>
            <a:pPr lvl="1" eaLnBrk="1" hangingPunct="1">
              <a:lnSpc>
                <a:spcPct val="140000"/>
              </a:lnSpc>
            </a:pPr>
            <a:r>
              <a:rPr lang="zh-CN" altLang="en-US" b="1"/>
              <a:t>视图上面再进一步定义存取权限</a:t>
            </a:r>
          </a:p>
          <a:p>
            <a:pPr lvl="1" eaLnBrk="1" hangingPunct="1">
              <a:lnSpc>
                <a:spcPct val="140000"/>
              </a:lnSpc>
            </a:pPr>
            <a:r>
              <a:rPr lang="zh-CN" altLang="en-US" b="1"/>
              <a:t>间接实现了支持存取谓词的用户权限定义</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C9DDE9B3-8596-406D-A677-CD7B3C62E168}"/>
              </a:ext>
            </a:extLst>
          </p:cNvPr>
          <p:cNvSpPr>
            <a:spLocks noGrp="1" noChangeArrowheads="1"/>
          </p:cNvSpPr>
          <p:nvPr>
            <p:ph type="title"/>
          </p:nvPr>
        </p:nvSpPr>
        <p:spPr/>
        <p:txBody>
          <a:bodyPr/>
          <a:lstStyle/>
          <a:p>
            <a:pPr eaLnBrk="1" hangingPunct="1"/>
            <a:r>
              <a:rPr lang="zh-CN" altLang="en-US" b="1"/>
              <a:t>视图机制（续）</a:t>
            </a:r>
          </a:p>
        </p:txBody>
      </p:sp>
      <p:sp>
        <p:nvSpPr>
          <p:cNvPr id="19459" name="Rectangle 3">
            <a:extLst>
              <a:ext uri="{FF2B5EF4-FFF2-40B4-BE49-F238E27FC236}">
                <a16:creationId xmlns:a16="http://schemas.microsoft.com/office/drawing/2014/main" id="{744C1EBC-F683-4AA2-A9FB-C8B3C0B03E9A}"/>
              </a:ext>
            </a:extLst>
          </p:cNvPr>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zh-CN" altLang="en-US" b="1"/>
              <a:t>例：王平只能检索计算机系学生的信息</a:t>
            </a:r>
          </a:p>
          <a:p>
            <a:pPr eaLnBrk="1" hangingPunct="1">
              <a:lnSpc>
                <a:spcPct val="90000"/>
              </a:lnSpc>
              <a:buFont typeface="Wingdings" panose="05000000000000000000" pitchFamily="2" charset="2"/>
              <a:buNone/>
            </a:pPr>
            <a:endParaRPr lang="zh-CN" altLang="en-US" b="1"/>
          </a:p>
          <a:p>
            <a:pPr eaLnBrk="1" hangingPunct="1">
              <a:lnSpc>
                <a:spcPct val="90000"/>
              </a:lnSpc>
              <a:buFont typeface="Wingdings" panose="05000000000000000000" pitchFamily="2" charset="2"/>
              <a:buNone/>
            </a:pPr>
            <a:r>
              <a:rPr lang="zh-CN" altLang="en-US" sz="2800" b="1"/>
              <a:t>         先建立计算机系学生的视图</a:t>
            </a:r>
            <a:r>
              <a:rPr lang="en-US" altLang="zh-CN" sz="2800" b="1"/>
              <a:t>CS_Student</a:t>
            </a:r>
          </a:p>
          <a:p>
            <a:pPr eaLnBrk="1" hangingPunct="1">
              <a:lnSpc>
                <a:spcPct val="90000"/>
              </a:lnSpc>
              <a:buFont typeface="Wingdings" panose="05000000000000000000" pitchFamily="2" charset="2"/>
              <a:buNone/>
            </a:pPr>
            <a:endParaRPr lang="en-US" altLang="zh-CN" sz="2800" b="1"/>
          </a:p>
          <a:p>
            <a:pPr lvl="2" eaLnBrk="1" hangingPunct="1">
              <a:lnSpc>
                <a:spcPct val="90000"/>
              </a:lnSpc>
              <a:buFont typeface="Wingdings" panose="05000000000000000000" pitchFamily="2" charset="2"/>
              <a:buNone/>
            </a:pPr>
            <a:r>
              <a:rPr lang="en-US" altLang="zh-CN" sz="2000" b="1"/>
              <a:t>    </a:t>
            </a:r>
            <a:r>
              <a:rPr lang="en-US" altLang="zh-CN" b="1"/>
              <a:t>CREATE VIEW CS_Student</a:t>
            </a:r>
          </a:p>
          <a:p>
            <a:pPr lvl="2" eaLnBrk="1" hangingPunct="1">
              <a:lnSpc>
                <a:spcPct val="90000"/>
              </a:lnSpc>
              <a:buFont typeface="Wingdings" panose="05000000000000000000" pitchFamily="2" charset="2"/>
              <a:buNone/>
            </a:pPr>
            <a:r>
              <a:rPr lang="en-US" altLang="zh-CN" b="1"/>
              <a:t>               AS </a:t>
            </a:r>
          </a:p>
          <a:p>
            <a:pPr lvl="2" eaLnBrk="1" hangingPunct="1">
              <a:lnSpc>
                <a:spcPct val="90000"/>
              </a:lnSpc>
              <a:buFont typeface="Wingdings" panose="05000000000000000000" pitchFamily="2" charset="2"/>
              <a:buNone/>
            </a:pPr>
            <a:r>
              <a:rPr lang="en-US" altLang="zh-CN" b="1"/>
              <a:t>               SELECT </a:t>
            </a:r>
          </a:p>
          <a:p>
            <a:pPr lvl="2" eaLnBrk="1" hangingPunct="1">
              <a:lnSpc>
                <a:spcPct val="90000"/>
              </a:lnSpc>
              <a:buFont typeface="Wingdings" panose="05000000000000000000" pitchFamily="2" charset="2"/>
              <a:buNone/>
            </a:pPr>
            <a:r>
              <a:rPr lang="en-US" altLang="zh-CN" b="1"/>
              <a:t>               FROM   Student</a:t>
            </a:r>
          </a:p>
          <a:p>
            <a:pPr lvl="2" eaLnBrk="1" hangingPunct="1">
              <a:lnSpc>
                <a:spcPct val="90000"/>
              </a:lnSpc>
              <a:buFont typeface="Wingdings" panose="05000000000000000000" pitchFamily="2" charset="2"/>
              <a:buNone/>
            </a:pPr>
            <a:r>
              <a:rPr lang="en-US" altLang="zh-CN" b="1"/>
              <a:t>               WHERE  Sdept='CS'；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97CF91C6-44DF-4DC1-9389-975EBB7588EC}"/>
              </a:ext>
            </a:extLst>
          </p:cNvPr>
          <p:cNvSpPr>
            <a:spLocks noGrp="1" noChangeArrowheads="1"/>
          </p:cNvSpPr>
          <p:nvPr>
            <p:ph type="title"/>
          </p:nvPr>
        </p:nvSpPr>
        <p:spPr/>
        <p:txBody>
          <a:bodyPr/>
          <a:lstStyle/>
          <a:p>
            <a:pPr eaLnBrk="1" hangingPunct="1"/>
            <a:r>
              <a:rPr lang="zh-CN" altLang="en-US" b="1"/>
              <a:t>视图机制（续）</a:t>
            </a:r>
          </a:p>
        </p:txBody>
      </p:sp>
      <p:sp>
        <p:nvSpPr>
          <p:cNvPr id="20483" name="Rectangle 3">
            <a:extLst>
              <a:ext uri="{FF2B5EF4-FFF2-40B4-BE49-F238E27FC236}">
                <a16:creationId xmlns:a16="http://schemas.microsoft.com/office/drawing/2014/main" id="{F3391655-30B3-49C8-B8C2-2E09435F2B2E}"/>
              </a:ext>
            </a:extLst>
          </p:cNvPr>
          <p:cNvSpPr>
            <a:spLocks noGrp="1" noChangeArrowheads="1"/>
          </p:cNvSpPr>
          <p:nvPr>
            <p:ph type="body" idx="1"/>
          </p:nvPr>
        </p:nvSpPr>
        <p:spPr/>
        <p:txBody>
          <a:bodyPr/>
          <a:lstStyle/>
          <a:p>
            <a:pPr lvl="2" eaLnBrk="1" hangingPunct="1">
              <a:lnSpc>
                <a:spcPct val="200000"/>
              </a:lnSpc>
              <a:buFont typeface="Wingdings" panose="05000000000000000000" pitchFamily="2" charset="2"/>
              <a:buNone/>
            </a:pPr>
            <a:r>
              <a:rPr lang="zh-CN" altLang="en-US" sz="2800" b="1"/>
              <a:t>在视图上进一步定义存取权限</a:t>
            </a:r>
          </a:p>
          <a:p>
            <a:pPr lvl="2" eaLnBrk="1" hangingPunct="1">
              <a:lnSpc>
                <a:spcPct val="120000"/>
              </a:lnSpc>
              <a:buFont typeface="Wingdings" panose="05000000000000000000" pitchFamily="2" charset="2"/>
              <a:buNone/>
            </a:pPr>
            <a:r>
              <a:rPr lang="zh-CN" altLang="en-US" sz="2800" b="1"/>
              <a:t>     </a:t>
            </a:r>
            <a:r>
              <a:rPr lang="en-US" altLang="zh-CN" sz="2800" b="1"/>
              <a:t>GRANT  SELECT</a:t>
            </a:r>
          </a:p>
          <a:p>
            <a:pPr lvl="2" eaLnBrk="1" hangingPunct="1">
              <a:lnSpc>
                <a:spcPct val="120000"/>
              </a:lnSpc>
              <a:buFont typeface="Wingdings" panose="05000000000000000000" pitchFamily="2" charset="2"/>
              <a:buNone/>
            </a:pPr>
            <a:r>
              <a:rPr lang="en-US" altLang="zh-CN" sz="2800" b="1"/>
              <a:t>     ON  CS_Student  </a:t>
            </a:r>
          </a:p>
          <a:p>
            <a:pPr lvl="2" eaLnBrk="1" hangingPunct="1">
              <a:lnSpc>
                <a:spcPct val="120000"/>
              </a:lnSpc>
              <a:buFont typeface="Wingdings" panose="05000000000000000000" pitchFamily="2" charset="2"/>
              <a:buNone/>
            </a:pPr>
            <a:r>
              <a:rPr lang="en-US" altLang="zh-CN" sz="2800" b="1"/>
              <a:t>     TO </a:t>
            </a:r>
            <a:r>
              <a:rPr lang="zh-CN" altLang="en-US" sz="2800" b="1"/>
              <a:t>王平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p:txBody>
          <a:bodyPr/>
          <a:lstStyle/>
          <a:p>
            <a:pPr eaLnBrk="1" hangingPunct="1"/>
            <a:r>
              <a:rPr lang="zh-CN" altLang="en-US" b="1"/>
              <a:t>（二）、授 权</a:t>
            </a:r>
          </a:p>
        </p:txBody>
      </p:sp>
      <p:sp>
        <p:nvSpPr>
          <p:cNvPr id="208899" name="Rectangle 3"/>
          <p:cNvSpPr>
            <a:spLocks noGrp="1" noChangeArrowheads="1"/>
          </p:cNvSpPr>
          <p:nvPr>
            <p:ph type="body" idx="1"/>
          </p:nvPr>
        </p:nvSpPr>
        <p:spPr>
          <a:xfrm>
            <a:off x="838200" y="1828800"/>
            <a:ext cx="7772400" cy="4813300"/>
          </a:xfrm>
        </p:spPr>
        <p:txBody>
          <a:bodyPr/>
          <a:lstStyle/>
          <a:p>
            <a:pPr algn="just" eaLnBrk="1" hangingPunct="1">
              <a:lnSpc>
                <a:spcPct val="110000"/>
              </a:lnSpc>
            </a:pPr>
            <a:r>
              <a:rPr lang="en-US" altLang="zh-CN" b="1">
                <a:latin typeface="SimSun" panose="02010600030101010101" pitchFamily="2" charset="-122"/>
              </a:rPr>
              <a:t>GRANT</a:t>
            </a:r>
            <a:r>
              <a:rPr lang="zh-CN" altLang="en-US" b="1">
                <a:latin typeface="SimSun" panose="02010600030101010101" pitchFamily="2" charset="-122"/>
              </a:rPr>
              <a:t>语句的一般格式：</a:t>
            </a:r>
          </a:p>
          <a:p>
            <a:pPr algn="just" eaLnBrk="1" hangingPunct="1">
              <a:lnSpc>
                <a:spcPct val="110000"/>
              </a:lnSpc>
              <a:buFont typeface="Wingdings" panose="05000000000000000000" pitchFamily="2" charset="2"/>
              <a:buNone/>
            </a:pPr>
            <a:r>
              <a:rPr lang="zh-CN" altLang="en-US" b="1">
                <a:latin typeface="SimSun" panose="02010600030101010101" pitchFamily="2" charset="-122"/>
              </a:rPr>
              <a:t>       </a:t>
            </a:r>
            <a:r>
              <a:rPr lang="en-US" altLang="zh-CN" b="1">
                <a:latin typeface="SimSun" panose="02010600030101010101" pitchFamily="2" charset="-122"/>
              </a:rPr>
              <a:t>GRANT &lt;</a:t>
            </a:r>
            <a:r>
              <a:rPr lang="zh-CN" altLang="en-US" b="1">
                <a:latin typeface="SimSun" panose="02010600030101010101" pitchFamily="2" charset="-122"/>
              </a:rPr>
              <a:t>权限&gt;[,&lt;权限&gt;]... </a:t>
            </a:r>
          </a:p>
          <a:p>
            <a:pPr algn="just" eaLnBrk="1" hangingPunct="1">
              <a:lnSpc>
                <a:spcPct val="110000"/>
              </a:lnSpc>
              <a:buFont typeface="Wingdings" panose="05000000000000000000" pitchFamily="2" charset="2"/>
              <a:buNone/>
            </a:pPr>
            <a:r>
              <a:rPr lang="zh-CN" altLang="en-US" b="1">
                <a:latin typeface="SimSun" panose="02010600030101010101" pitchFamily="2" charset="-122"/>
              </a:rPr>
              <a:t>          [</a:t>
            </a:r>
            <a:r>
              <a:rPr lang="en-US" altLang="zh-CN" b="1">
                <a:latin typeface="SimSun" panose="02010600030101010101" pitchFamily="2" charset="-122"/>
              </a:rPr>
              <a:t>ON &lt;</a:t>
            </a:r>
            <a:r>
              <a:rPr lang="zh-CN" altLang="en-US" b="1">
                <a:latin typeface="SimSun" panose="02010600030101010101" pitchFamily="2" charset="-122"/>
              </a:rPr>
              <a:t>对象类型&gt; &lt;对象名&gt;]</a:t>
            </a:r>
          </a:p>
          <a:p>
            <a:pPr algn="just" eaLnBrk="1" hangingPunct="1">
              <a:lnSpc>
                <a:spcPct val="110000"/>
              </a:lnSpc>
              <a:buFont typeface="Wingdings" panose="05000000000000000000" pitchFamily="2" charset="2"/>
              <a:buNone/>
            </a:pPr>
            <a:r>
              <a:rPr lang="zh-CN" altLang="en-US" b="1">
                <a:latin typeface="SimSun" panose="02010600030101010101" pitchFamily="2" charset="-122"/>
              </a:rPr>
              <a:t>           </a:t>
            </a:r>
            <a:r>
              <a:rPr lang="en-US" altLang="zh-CN" b="1">
                <a:latin typeface="SimSun" panose="02010600030101010101" pitchFamily="2" charset="-122"/>
              </a:rPr>
              <a:t>TO &lt;</a:t>
            </a:r>
            <a:r>
              <a:rPr lang="zh-CN" altLang="en-US" b="1">
                <a:latin typeface="SimSun" panose="02010600030101010101" pitchFamily="2" charset="-122"/>
              </a:rPr>
              <a:t>用户&gt;[,&lt;用户&gt;]...</a:t>
            </a:r>
          </a:p>
          <a:p>
            <a:pPr algn="just" eaLnBrk="1" hangingPunct="1">
              <a:lnSpc>
                <a:spcPct val="110000"/>
              </a:lnSpc>
              <a:buFont typeface="Wingdings" panose="05000000000000000000" pitchFamily="2" charset="2"/>
              <a:buNone/>
            </a:pPr>
            <a:r>
              <a:rPr lang="zh-CN" altLang="en-US" b="1">
                <a:latin typeface="SimSun" panose="02010600030101010101" pitchFamily="2" charset="-122"/>
              </a:rPr>
              <a:t>          [</a:t>
            </a:r>
            <a:r>
              <a:rPr lang="en-US" altLang="zh-CN" b="1">
                <a:latin typeface="SimSun" panose="02010600030101010101" pitchFamily="2" charset="-122"/>
              </a:rPr>
              <a:t>WITH GRANT OPTION];</a:t>
            </a:r>
          </a:p>
        </p:txBody>
      </p:sp>
    </p:spTree>
    <p:extLst>
      <p:ext uri="{BB962C8B-B14F-4D97-AF65-F5344CB8AC3E}">
        <p14:creationId xmlns:p14="http://schemas.microsoft.com/office/powerpoint/2010/main" val="4232926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eaLnBrk="1" hangingPunct="1"/>
            <a:r>
              <a:rPr lang="zh-CN" altLang="en-US" b="1"/>
              <a:t>(1) 操作权限</a:t>
            </a:r>
            <a:endParaRPr lang="zh-CN" altLang="en-US" b="1">
              <a:solidFill>
                <a:schemeClr val="tx1"/>
              </a:solidFill>
            </a:endParaRPr>
          </a:p>
        </p:txBody>
      </p:sp>
      <p:graphicFrame>
        <p:nvGraphicFramePr>
          <p:cNvPr id="282627" name="Object 3"/>
          <p:cNvGraphicFramePr>
            <a:graphicFrameLocks noGrp="1" noChangeAspect="1"/>
          </p:cNvGraphicFramePr>
          <p:nvPr>
            <p:ph idx="1"/>
          </p:nvPr>
        </p:nvGraphicFramePr>
        <p:xfrm>
          <a:off x="1187450" y="2060575"/>
          <a:ext cx="7239000" cy="4394200"/>
        </p:xfrm>
        <a:graphic>
          <a:graphicData uri="http://schemas.openxmlformats.org/presentationml/2006/ole">
            <mc:AlternateContent xmlns:mc="http://schemas.openxmlformats.org/markup-compatibility/2006">
              <mc:Choice xmlns:v="urn:schemas-microsoft-com:vml" Requires="v">
                <p:oleObj spid="_x0000_s2053" name="图片" r:id="rId3" imgW="2802255" imgH="1858010" progId="Word.Picture.8">
                  <p:embed/>
                </p:oleObj>
              </mc:Choice>
              <mc:Fallback>
                <p:oleObj name="图片" r:id="rId3" imgW="2802255" imgH="1858010" progId="Word.Picture.8">
                  <p:embed/>
                  <p:pic>
                    <p:nvPicPr>
                      <p:cNvPr id="282627" name="Object 3"/>
                      <p:cNvPicPr>
                        <a:picLocks noChangeAspect="1" noChangeArrowheads="1"/>
                      </p:cNvPicPr>
                      <p:nvPr/>
                    </p:nvPicPr>
                    <p:blipFill>
                      <a:blip r:embed="rId4">
                        <a:lum bright="18000" contrast="18000"/>
                        <a:extLst>
                          <a:ext uri="{28A0092B-C50C-407E-A947-70E740481C1C}">
                            <a14:useLocalDpi xmlns:a14="http://schemas.microsoft.com/office/drawing/2010/main" val="0"/>
                          </a:ext>
                        </a:extLst>
                      </a:blip>
                      <a:srcRect/>
                      <a:stretch>
                        <a:fillRect/>
                      </a:stretch>
                    </p:blipFill>
                    <p:spPr bwMode="auto">
                      <a:xfrm>
                        <a:off x="1187450" y="2060575"/>
                        <a:ext cx="7239000" cy="439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33182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26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lstStyle/>
          <a:p>
            <a:pPr eaLnBrk="1" hangingPunct="1"/>
            <a:r>
              <a:rPr lang="zh-CN" altLang="en-US" b="1"/>
              <a:t>(2) 用户的权限</a:t>
            </a:r>
          </a:p>
        </p:txBody>
      </p:sp>
      <p:sp>
        <p:nvSpPr>
          <p:cNvPr id="283651" name="Rectangle 3"/>
          <p:cNvSpPr>
            <a:spLocks noGrp="1" noChangeArrowheads="1"/>
          </p:cNvSpPr>
          <p:nvPr>
            <p:ph type="body" idx="1"/>
          </p:nvPr>
        </p:nvSpPr>
        <p:spPr>
          <a:xfrm>
            <a:off x="914400" y="1828800"/>
            <a:ext cx="7772400" cy="4114800"/>
          </a:xfrm>
        </p:spPr>
        <p:txBody>
          <a:bodyPr/>
          <a:lstStyle/>
          <a:p>
            <a:pPr algn="just" eaLnBrk="1" hangingPunct="1"/>
            <a:r>
              <a:rPr lang="zh-CN" altLang="en-US" b="1">
                <a:latin typeface="SimSun" panose="02010600030101010101" pitchFamily="2" charset="-122"/>
              </a:rPr>
              <a:t>建表（</a:t>
            </a:r>
            <a:r>
              <a:rPr lang="en-US" altLang="zh-CN" b="1">
                <a:latin typeface="SimSun" panose="02010600030101010101" pitchFamily="2" charset="-122"/>
              </a:rPr>
              <a:t>CREATETAB）</a:t>
            </a:r>
            <a:r>
              <a:rPr lang="zh-CN" altLang="en-US" b="1">
                <a:latin typeface="SimSun" panose="02010600030101010101" pitchFamily="2" charset="-122"/>
              </a:rPr>
              <a:t>的权限:属于</a:t>
            </a:r>
            <a:r>
              <a:rPr lang="en-US" altLang="zh-CN" b="1">
                <a:latin typeface="SimSun" panose="02010600030101010101" pitchFamily="2" charset="-122"/>
              </a:rPr>
              <a:t>DBA</a:t>
            </a:r>
          </a:p>
          <a:p>
            <a:pPr algn="just" eaLnBrk="1" hangingPunct="1"/>
            <a:r>
              <a:rPr lang="en-US" altLang="zh-CN" b="1">
                <a:latin typeface="SimSun" panose="02010600030101010101" pitchFamily="2" charset="-122"/>
              </a:rPr>
              <a:t>DBA</a:t>
            </a:r>
            <a:r>
              <a:rPr lang="zh-CN" altLang="en-US" b="1">
                <a:latin typeface="SimSun" panose="02010600030101010101" pitchFamily="2" charset="-122"/>
              </a:rPr>
              <a:t>授予--&gt;普通用户</a:t>
            </a:r>
          </a:p>
          <a:p>
            <a:pPr algn="just" eaLnBrk="1" hangingPunct="1"/>
            <a:r>
              <a:rPr lang="zh-CN" altLang="en-US" b="1">
                <a:latin typeface="SimSun" panose="02010600030101010101" pitchFamily="2" charset="-122"/>
              </a:rPr>
              <a:t>基本表或视图的属主拥有对该表或视图的一切操作权限</a:t>
            </a:r>
          </a:p>
          <a:p>
            <a:pPr eaLnBrk="1" hangingPunct="1">
              <a:lnSpc>
                <a:spcPct val="130000"/>
              </a:lnSpc>
            </a:pPr>
            <a:r>
              <a:rPr lang="zh-CN" altLang="en-US" b="1"/>
              <a:t>接受权限的用户:</a:t>
            </a:r>
          </a:p>
          <a:p>
            <a:pPr eaLnBrk="1" hangingPunct="1">
              <a:buFont typeface="Wingdings" panose="05000000000000000000" pitchFamily="2" charset="2"/>
              <a:buNone/>
            </a:pPr>
            <a:r>
              <a:rPr lang="zh-CN" altLang="en-US" sz="2800" b="1">
                <a:latin typeface="SimSun" panose="02010600030101010101" pitchFamily="2" charset="-122"/>
              </a:rPr>
              <a:t>   一个或多个具体用户</a:t>
            </a:r>
          </a:p>
          <a:p>
            <a:pPr eaLnBrk="1" hangingPunct="1">
              <a:buFont typeface="Wingdings" panose="05000000000000000000" pitchFamily="2" charset="2"/>
              <a:buNone/>
            </a:pPr>
            <a:r>
              <a:rPr lang="zh-CN" altLang="en-US" sz="2800" b="1">
                <a:latin typeface="SimSun" panose="02010600030101010101" pitchFamily="2" charset="-122"/>
              </a:rPr>
              <a:t>   </a:t>
            </a:r>
            <a:r>
              <a:rPr lang="en-US" altLang="zh-CN" sz="2800" b="1">
                <a:latin typeface="SimSun" panose="02010600030101010101" pitchFamily="2" charset="-122"/>
              </a:rPr>
              <a:t>PUBLIC（</a:t>
            </a:r>
            <a:r>
              <a:rPr lang="zh-CN" altLang="en-US" sz="2800" b="1">
                <a:latin typeface="SimSun" panose="02010600030101010101" pitchFamily="2" charset="-122"/>
              </a:rPr>
              <a:t>全体用户）</a:t>
            </a:r>
            <a:endParaRPr lang="zh-CN" altLang="en-US" b="1"/>
          </a:p>
        </p:txBody>
      </p:sp>
    </p:spTree>
    <p:extLst>
      <p:ext uri="{BB962C8B-B14F-4D97-AF65-F5344CB8AC3E}">
        <p14:creationId xmlns:p14="http://schemas.microsoft.com/office/powerpoint/2010/main" val="3403788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36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36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36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36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36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36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pPr eaLnBrk="1" hangingPunct="1"/>
            <a:r>
              <a:rPr lang="zh-CN" altLang="en-US" b="1">
                <a:latin typeface="SimSun" panose="02010600030101010101" pitchFamily="2" charset="-122"/>
              </a:rPr>
              <a:t>(3) </a:t>
            </a:r>
            <a:r>
              <a:rPr lang="en-US" altLang="zh-CN" b="1">
                <a:latin typeface="SimSun" panose="02010600030101010101" pitchFamily="2" charset="-122"/>
              </a:rPr>
              <a:t>WITH GRANT OPTION</a:t>
            </a:r>
            <a:r>
              <a:rPr lang="zh-CN" altLang="en-US" b="1">
                <a:latin typeface="SimSun" panose="02010600030101010101" pitchFamily="2" charset="-122"/>
              </a:rPr>
              <a:t>子句</a:t>
            </a:r>
          </a:p>
        </p:txBody>
      </p:sp>
      <p:sp>
        <p:nvSpPr>
          <p:cNvPr id="284675" name="Rectangle 3"/>
          <p:cNvSpPr>
            <a:spLocks noGrp="1" noChangeArrowheads="1"/>
          </p:cNvSpPr>
          <p:nvPr>
            <p:ph type="body" idx="1"/>
          </p:nvPr>
        </p:nvSpPr>
        <p:spPr>
          <a:xfrm>
            <a:off x="1066800" y="1828800"/>
            <a:ext cx="7826375" cy="4695825"/>
          </a:xfrm>
        </p:spPr>
        <p:txBody>
          <a:bodyPr/>
          <a:lstStyle/>
          <a:p>
            <a:pPr eaLnBrk="1" hangingPunct="1"/>
            <a:r>
              <a:rPr lang="zh-CN" altLang="en-US" b="1">
                <a:latin typeface="SimSun" panose="02010600030101010101" pitchFamily="2" charset="-122"/>
              </a:rPr>
              <a:t>指定了</a:t>
            </a:r>
            <a:r>
              <a:rPr lang="en-US" altLang="zh-CN" b="1">
                <a:latin typeface="SimSun" panose="02010600030101010101" pitchFamily="2" charset="-122"/>
              </a:rPr>
              <a:t>WITH GRANT OPTION</a:t>
            </a:r>
            <a:r>
              <a:rPr lang="zh-CN" altLang="en-US" b="1">
                <a:latin typeface="SimSun" panose="02010600030101010101" pitchFamily="2" charset="-122"/>
              </a:rPr>
              <a:t>子句:</a:t>
            </a:r>
          </a:p>
          <a:p>
            <a:pPr eaLnBrk="1" hangingPunct="1">
              <a:buFont typeface="Wingdings" panose="05000000000000000000" pitchFamily="2" charset="2"/>
              <a:buNone/>
            </a:pPr>
            <a:r>
              <a:rPr lang="zh-CN" altLang="en-US" b="1">
                <a:latin typeface="SimSun" panose="02010600030101010101" pitchFamily="2" charset="-122"/>
              </a:rPr>
              <a:t>  获得某种权限的用户还可以把这种权限</a:t>
            </a:r>
            <a:r>
              <a:rPr lang="zh-CN" altLang="en-US" b="1">
                <a:solidFill>
                  <a:srgbClr val="E02920"/>
                </a:solidFill>
                <a:latin typeface="SimSun" panose="02010600030101010101" pitchFamily="2" charset="-122"/>
              </a:rPr>
              <a:t>再授予</a:t>
            </a:r>
            <a:r>
              <a:rPr lang="zh-CN" altLang="en-US" b="1">
                <a:latin typeface="SimSun" panose="02010600030101010101" pitchFamily="2" charset="-122"/>
              </a:rPr>
              <a:t>别的用户。</a:t>
            </a:r>
          </a:p>
          <a:p>
            <a:pPr eaLnBrk="1" hangingPunct="1">
              <a:buFont typeface="Wingdings" panose="05000000000000000000" pitchFamily="2" charset="2"/>
              <a:buNone/>
            </a:pPr>
            <a:endParaRPr lang="zh-CN" altLang="en-US" b="1">
              <a:latin typeface="SimSun" panose="02010600030101010101" pitchFamily="2" charset="-122"/>
            </a:endParaRPr>
          </a:p>
          <a:p>
            <a:pPr eaLnBrk="1" hangingPunct="1"/>
            <a:r>
              <a:rPr lang="zh-CN" altLang="en-US" b="1">
                <a:latin typeface="SimSun" panose="02010600030101010101" pitchFamily="2" charset="-122"/>
              </a:rPr>
              <a:t>没有指定</a:t>
            </a:r>
            <a:r>
              <a:rPr lang="en-US" altLang="zh-CN" b="1">
                <a:latin typeface="SimSun" panose="02010600030101010101" pitchFamily="2" charset="-122"/>
              </a:rPr>
              <a:t>WITH GRANT OPTION</a:t>
            </a:r>
            <a:r>
              <a:rPr lang="zh-CN" altLang="en-US" b="1">
                <a:latin typeface="SimSun" panose="02010600030101010101" pitchFamily="2" charset="-122"/>
              </a:rPr>
              <a:t>子句:</a:t>
            </a:r>
          </a:p>
          <a:p>
            <a:pPr eaLnBrk="1" hangingPunct="1">
              <a:buFont typeface="Wingdings" panose="05000000000000000000" pitchFamily="2" charset="2"/>
              <a:buNone/>
            </a:pPr>
            <a:r>
              <a:rPr lang="zh-CN" altLang="en-US" b="1">
                <a:latin typeface="SimSun" panose="02010600030101010101" pitchFamily="2" charset="-122"/>
              </a:rPr>
              <a:t>  获得某种权限的用户只能使用该权限，</a:t>
            </a:r>
            <a:r>
              <a:rPr lang="zh-CN" altLang="en-US" b="1">
                <a:solidFill>
                  <a:srgbClr val="E02920"/>
                </a:solidFill>
                <a:latin typeface="SimSun" panose="02010600030101010101" pitchFamily="2" charset="-122"/>
              </a:rPr>
              <a:t>不能传播</a:t>
            </a:r>
            <a:r>
              <a:rPr lang="zh-CN" altLang="en-US" b="1">
                <a:latin typeface="SimSun" panose="02010600030101010101" pitchFamily="2" charset="-122"/>
              </a:rPr>
              <a:t>该权限</a:t>
            </a:r>
            <a:endParaRPr lang="zh-CN" altLang="en-US" b="1"/>
          </a:p>
        </p:txBody>
      </p:sp>
    </p:spTree>
    <p:extLst>
      <p:ext uri="{BB962C8B-B14F-4D97-AF65-F5344CB8AC3E}">
        <p14:creationId xmlns:p14="http://schemas.microsoft.com/office/powerpoint/2010/main" val="2298433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467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467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467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467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pPr eaLnBrk="1" hangingPunct="1"/>
            <a:r>
              <a:rPr lang="zh-CN" altLang="en-US" b="1"/>
              <a:t>例题</a:t>
            </a:r>
          </a:p>
        </p:txBody>
      </p:sp>
      <p:sp>
        <p:nvSpPr>
          <p:cNvPr id="285699" name="Rectangle 3"/>
          <p:cNvSpPr>
            <a:spLocks noGrp="1" noChangeArrowheads="1"/>
          </p:cNvSpPr>
          <p:nvPr>
            <p:ph type="body" idx="1"/>
          </p:nvPr>
        </p:nvSpPr>
        <p:spPr/>
        <p:txBody>
          <a:bodyPr/>
          <a:lstStyle/>
          <a:p>
            <a:pPr algn="just" eaLnBrk="1" hangingPunct="1">
              <a:buFont typeface="Wingdings" panose="05000000000000000000" pitchFamily="2" charset="2"/>
              <a:buNone/>
            </a:pPr>
            <a:r>
              <a:rPr lang="zh-CN" altLang="en-US" b="1">
                <a:latin typeface="SimSun" panose="02010600030101010101" pitchFamily="2" charset="-122"/>
              </a:rPr>
              <a:t> 例1 把查询</a:t>
            </a:r>
            <a:r>
              <a:rPr lang="en-US" altLang="zh-CN" b="1">
                <a:latin typeface="SimSun" panose="02010600030101010101" pitchFamily="2" charset="-122"/>
              </a:rPr>
              <a:t>Student</a:t>
            </a:r>
            <a:r>
              <a:rPr lang="zh-CN" altLang="en-US" b="1">
                <a:latin typeface="SimSun" panose="02010600030101010101" pitchFamily="2" charset="-122"/>
              </a:rPr>
              <a:t>表权限授给用户</a:t>
            </a:r>
            <a:r>
              <a:rPr lang="en-US" altLang="zh-CN" b="1">
                <a:latin typeface="SimSun" panose="02010600030101010101" pitchFamily="2" charset="-122"/>
              </a:rPr>
              <a:t>U1</a:t>
            </a:r>
          </a:p>
          <a:p>
            <a:pPr algn="just" eaLnBrk="1" hangingPunct="1">
              <a:buFont typeface="Wingdings" panose="05000000000000000000" pitchFamily="2" charset="2"/>
              <a:buNone/>
            </a:pPr>
            <a:endParaRPr lang="en-US" altLang="zh-CN" b="1">
              <a:latin typeface="SimSun" panose="02010600030101010101" pitchFamily="2" charset="-122"/>
            </a:endParaRPr>
          </a:p>
          <a:p>
            <a:pPr algn="just" eaLnBrk="1" hangingPunct="1">
              <a:buFont typeface="Wingdings" panose="05000000000000000000" pitchFamily="2" charset="2"/>
              <a:buNone/>
            </a:pPr>
            <a:r>
              <a:rPr lang="en-US" altLang="zh-CN" b="1"/>
              <a:t>      GRANT   SELECT </a:t>
            </a:r>
          </a:p>
          <a:p>
            <a:pPr algn="just" eaLnBrk="1" hangingPunct="1">
              <a:buFont typeface="Wingdings" panose="05000000000000000000" pitchFamily="2" charset="2"/>
              <a:buNone/>
            </a:pPr>
            <a:r>
              <a:rPr lang="en-US" altLang="zh-CN" b="1"/>
              <a:t>      ON   TABLE   Student </a:t>
            </a:r>
          </a:p>
          <a:p>
            <a:pPr algn="just" eaLnBrk="1" hangingPunct="1">
              <a:buFont typeface="Wingdings" panose="05000000000000000000" pitchFamily="2" charset="2"/>
              <a:buNone/>
            </a:pPr>
            <a:r>
              <a:rPr lang="en-US" altLang="zh-CN" b="1"/>
              <a:t>      TO   </a:t>
            </a:r>
            <a:r>
              <a:rPr lang="en-US" altLang="zh-CN" b="1">
                <a:solidFill>
                  <a:srgbClr val="E02920"/>
                </a:solidFill>
              </a:rPr>
              <a:t>U1</a:t>
            </a:r>
            <a:r>
              <a:rPr lang="en-US" altLang="zh-CN" b="1"/>
              <a:t>;</a:t>
            </a:r>
          </a:p>
        </p:txBody>
      </p:sp>
    </p:spTree>
    <p:extLst>
      <p:ext uri="{BB962C8B-B14F-4D97-AF65-F5344CB8AC3E}">
        <p14:creationId xmlns:p14="http://schemas.microsoft.com/office/powerpoint/2010/main" val="3779590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569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569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56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p:txBody>
          <a:bodyPr/>
          <a:lstStyle/>
          <a:p>
            <a:pPr eaLnBrk="1" hangingPunct="1"/>
            <a:r>
              <a:rPr lang="zh-CN" altLang="en-US" b="1"/>
              <a:t>例题（续）</a:t>
            </a:r>
          </a:p>
        </p:txBody>
      </p:sp>
      <p:sp>
        <p:nvSpPr>
          <p:cNvPr id="286723" name="Rectangle 3"/>
          <p:cNvSpPr>
            <a:spLocks noGrp="1" noChangeArrowheads="1"/>
          </p:cNvSpPr>
          <p:nvPr>
            <p:ph type="body" idx="1"/>
          </p:nvPr>
        </p:nvSpPr>
        <p:spPr>
          <a:xfrm>
            <a:off x="914400" y="1752600"/>
            <a:ext cx="7772400" cy="4356100"/>
          </a:xfrm>
        </p:spPr>
        <p:txBody>
          <a:bodyPr/>
          <a:lstStyle/>
          <a:p>
            <a:pPr algn="just" eaLnBrk="1" hangingPunct="1">
              <a:buFont typeface="Wingdings" panose="05000000000000000000" pitchFamily="2" charset="2"/>
              <a:buNone/>
            </a:pPr>
            <a:r>
              <a:rPr lang="zh-CN" altLang="en-US" b="1">
                <a:latin typeface="SimSun" panose="02010600030101010101" pitchFamily="2" charset="-122"/>
              </a:rPr>
              <a:t> 例5 把对表</a:t>
            </a:r>
            <a:r>
              <a:rPr lang="en-US" altLang="zh-CN" b="1">
                <a:latin typeface="SimSun" panose="02010600030101010101" pitchFamily="2" charset="-122"/>
              </a:rPr>
              <a:t>SC</a:t>
            </a:r>
            <a:r>
              <a:rPr lang="zh-CN" altLang="en-US" b="1">
                <a:latin typeface="SimSun" panose="02010600030101010101" pitchFamily="2" charset="-122"/>
              </a:rPr>
              <a:t>的</a:t>
            </a:r>
            <a:r>
              <a:rPr lang="en-US" altLang="zh-CN" b="1">
                <a:latin typeface="SimSun" panose="02010600030101010101" pitchFamily="2" charset="-122"/>
              </a:rPr>
              <a:t>INSERT</a:t>
            </a:r>
            <a:r>
              <a:rPr lang="zh-CN" altLang="en-US" b="1">
                <a:latin typeface="SimSun" panose="02010600030101010101" pitchFamily="2" charset="-122"/>
              </a:rPr>
              <a:t>权限授予</a:t>
            </a:r>
            <a:r>
              <a:rPr lang="en-US" altLang="zh-CN" b="1">
                <a:latin typeface="SimSun" panose="02010600030101010101" pitchFamily="2" charset="-122"/>
              </a:rPr>
              <a:t>U5</a:t>
            </a:r>
            <a:r>
              <a:rPr lang="zh-CN" altLang="en-US" b="1">
                <a:latin typeface="SimSun" panose="02010600030101010101" pitchFamily="2" charset="-122"/>
              </a:rPr>
              <a:t>用户，并允许他再将此权限授予其他用户</a:t>
            </a:r>
          </a:p>
          <a:p>
            <a:pPr algn="just" eaLnBrk="1" hangingPunct="1">
              <a:buFont typeface="Wingdings" panose="05000000000000000000" pitchFamily="2" charset="2"/>
              <a:buNone/>
            </a:pPr>
            <a:r>
              <a:rPr lang="zh-CN" altLang="en-US" b="1">
                <a:latin typeface="SimSun" panose="02010600030101010101" pitchFamily="2" charset="-122"/>
              </a:rPr>
              <a:t>     </a:t>
            </a:r>
            <a:r>
              <a:rPr lang="en-US" altLang="zh-CN" b="1">
                <a:latin typeface="SimSun" panose="02010600030101010101" pitchFamily="2" charset="-122"/>
              </a:rPr>
              <a:t>GRANT INSERT </a:t>
            </a:r>
          </a:p>
          <a:p>
            <a:pPr algn="just" eaLnBrk="1" hangingPunct="1">
              <a:buFont typeface="Wingdings" panose="05000000000000000000" pitchFamily="2" charset="2"/>
              <a:buNone/>
            </a:pPr>
            <a:r>
              <a:rPr lang="en-US" altLang="zh-CN" b="1">
                <a:latin typeface="SimSun" panose="02010600030101010101" pitchFamily="2" charset="-122"/>
              </a:rPr>
              <a:t>     ON TABLE SC </a:t>
            </a:r>
          </a:p>
          <a:p>
            <a:pPr algn="just" eaLnBrk="1" hangingPunct="1">
              <a:buFont typeface="Wingdings" panose="05000000000000000000" pitchFamily="2" charset="2"/>
              <a:buNone/>
            </a:pPr>
            <a:r>
              <a:rPr lang="en-US" altLang="zh-CN" b="1">
                <a:latin typeface="SimSun" panose="02010600030101010101" pitchFamily="2" charset="-122"/>
              </a:rPr>
              <a:t>     TO U5</a:t>
            </a:r>
          </a:p>
          <a:p>
            <a:pPr algn="just" eaLnBrk="1" hangingPunct="1">
              <a:buFont typeface="Wingdings" panose="05000000000000000000" pitchFamily="2" charset="2"/>
              <a:buNone/>
            </a:pPr>
            <a:r>
              <a:rPr lang="en-US" altLang="zh-CN" b="1">
                <a:latin typeface="SimSun" panose="02010600030101010101" pitchFamily="2" charset="-122"/>
              </a:rPr>
              <a:t>     </a:t>
            </a:r>
            <a:r>
              <a:rPr lang="en-US" altLang="zh-CN" b="1">
                <a:solidFill>
                  <a:srgbClr val="E02920"/>
                </a:solidFill>
                <a:latin typeface="SimSun" panose="02010600030101010101" pitchFamily="2" charset="-122"/>
              </a:rPr>
              <a:t>WITH GRANT OPTION</a:t>
            </a:r>
            <a:r>
              <a:rPr lang="en-US" altLang="zh-CN" b="1">
                <a:latin typeface="SimSun" panose="02010600030101010101" pitchFamily="2" charset="-122"/>
              </a:rPr>
              <a:t>;</a:t>
            </a:r>
            <a:endParaRPr lang="zh-CN" altLang="en-US" b="1"/>
          </a:p>
        </p:txBody>
      </p:sp>
    </p:spTree>
    <p:extLst>
      <p:ext uri="{BB962C8B-B14F-4D97-AF65-F5344CB8AC3E}">
        <p14:creationId xmlns:p14="http://schemas.microsoft.com/office/powerpoint/2010/main" val="3713616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2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2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72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p:txBody>
          <a:bodyPr/>
          <a:lstStyle/>
          <a:p>
            <a:pPr eaLnBrk="1" hangingPunct="1"/>
            <a:r>
              <a:rPr lang="zh-CN" altLang="en-US" b="1">
                <a:latin typeface="SimSun" panose="02010600030101010101" pitchFamily="2" charset="-122"/>
              </a:rPr>
              <a:t>传播权限</a:t>
            </a:r>
          </a:p>
        </p:txBody>
      </p:sp>
      <p:sp>
        <p:nvSpPr>
          <p:cNvPr id="287747" name="Rectangle 3"/>
          <p:cNvSpPr>
            <a:spLocks noGrp="1" noChangeArrowheads="1"/>
          </p:cNvSpPr>
          <p:nvPr>
            <p:ph type="body" idx="1"/>
          </p:nvPr>
        </p:nvSpPr>
        <p:spPr>
          <a:xfrm>
            <a:off x="990600" y="1828800"/>
            <a:ext cx="7772400" cy="4356100"/>
          </a:xfrm>
        </p:spPr>
        <p:txBody>
          <a:bodyPr/>
          <a:lstStyle/>
          <a:p>
            <a:pPr algn="just" eaLnBrk="1" hangingPunct="1">
              <a:buFont typeface="Wingdings" panose="05000000000000000000" pitchFamily="2" charset="2"/>
              <a:buNone/>
            </a:pPr>
            <a:r>
              <a:rPr lang="zh-CN" altLang="en-US" b="1">
                <a:latin typeface="SimSun" panose="02010600030101010101" pitchFamily="2" charset="-122"/>
              </a:rPr>
              <a:t> </a:t>
            </a:r>
            <a:r>
              <a:rPr lang="zh-CN" altLang="en-US" sz="2800" b="1">
                <a:latin typeface="SimSun" panose="02010600030101010101" pitchFamily="2" charset="-122"/>
              </a:rPr>
              <a:t>执行例5后，</a:t>
            </a:r>
            <a:r>
              <a:rPr lang="en-US" altLang="zh-CN" sz="2800" b="1">
                <a:latin typeface="SimSun" panose="02010600030101010101" pitchFamily="2" charset="-122"/>
              </a:rPr>
              <a:t>U5</a:t>
            </a:r>
            <a:r>
              <a:rPr lang="zh-CN" altLang="en-US" sz="2800" b="1">
                <a:latin typeface="SimSun" panose="02010600030101010101" pitchFamily="2" charset="-122"/>
              </a:rPr>
              <a:t>不仅拥有了对表</a:t>
            </a:r>
            <a:r>
              <a:rPr lang="en-US" altLang="zh-CN" sz="2800" b="1">
                <a:latin typeface="SimSun" panose="02010600030101010101" pitchFamily="2" charset="-122"/>
              </a:rPr>
              <a:t>SC</a:t>
            </a:r>
            <a:r>
              <a:rPr lang="zh-CN" altLang="en-US" sz="2800" b="1">
                <a:latin typeface="SimSun" panose="02010600030101010101" pitchFamily="2" charset="-122"/>
              </a:rPr>
              <a:t>的</a:t>
            </a:r>
            <a:r>
              <a:rPr lang="en-US" altLang="zh-CN" sz="2800" b="1">
                <a:latin typeface="SimSun" panose="02010600030101010101" pitchFamily="2" charset="-122"/>
              </a:rPr>
              <a:t>INSERT</a:t>
            </a:r>
            <a:r>
              <a:rPr lang="zh-CN" altLang="en-US" sz="2800" b="1">
                <a:latin typeface="SimSun" panose="02010600030101010101" pitchFamily="2" charset="-122"/>
              </a:rPr>
              <a:t>权限，</a:t>
            </a:r>
          </a:p>
          <a:p>
            <a:pPr algn="just" eaLnBrk="1" hangingPunct="1">
              <a:buFont typeface="Wingdings" panose="05000000000000000000" pitchFamily="2" charset="2"/>
              <a:buNone/>
            </a:pPr>
            <a:r>
              <a:rPr lang="zh-CN" altLang="en-US" sz="2800" b="1">
                <a:latin typeface="SimSun" panose="02010600030101010101" pitchFamily="2" charset="-122"/>
              </a:rPr>
              <a:t> 还可以传播此权限</a:t>
            </a:r>
            <a:r>
              <a:rPr lang="zh-CN" altLang="zh-CN" sz="2800" b="1">
                <a:latin typeface="SimSun" panose="02010600030101010101" pitchFamily="2" charset="-122"/>
              </a:rPr>
              <a:t>：</a:t>
            </a:r>
          </a:p>
          <a:p>
            <a:pPr algn="just" eaLnBrk="1" hangingPunct="1">
              <a:buFont typeface="Wingdings" panose="05000000000000000000" pitchFamily="2" charset="2"/>
              <a:buNone/>
            </a:pPr>
            <a:r>
              <a:rPr lang="zh-CN" altLang="zh-CN" sz="2800" b="1">
                <a:latin typeface="SimSun" panose="02010600030101010101" pitchFamily="2" charset="-122"/>
              </a:rPr>
              <a:t>     </a:t>
            </a:r>
            <a:r>
              <a:rPr lang="en-US" altLang="zh-CN" sz="2800" b="1">
                <a:latin typeface="SimSun" panose="02010600030101010101" pitchFamily="2" charset="-122"/>
              </a:rPr>
              <a:t>GRANT INSERT ON TABLE SC </a:t>
            </a:r>
            <a:r>
              <a:rPr lang="en-US" altLang="zh-CN" sz="2800" b="1">
                <a:solidFill>
                  <a:srgbClr val="E02920"/>
                </a:solidFill>
                <a:latin typeface="SimSun" panose="02010600030101010101" pitchFamily="2" charset="-122"/>
              </a:rPr>
              <a:t>TO U6</a:t>
            </a:r>
            <a:endParaRPr lang="en-US" altLang="zh-CN" sz="2800" b="1">
              <a:latin typeface="SimSun" panose="02010600030101010101" pitchFamily="2" charset="-122"/>
            </a:endParaRPr>
          </a:p>
          <a:p>
            <a:pPr algn="just" eaLnBrk="1" hangingPunct="1">
              <a:buFont typeface="Wingdings" panose="05000000000000000000" pitchFamily="2" charset="2"/>
              <a:buNone/>
            </a:pPr>
            <a:r>
              <a:rPr lang="en-US" altLang="zh-CN" sz="2800" b="1">
                <a:latin typeface="SimSun" panose="02010600030101010101" pitchFamily="2" charset="-122"/>
              </a:rPr>
              <a:t>     </a:t>
            </a:r>
            <a:r>
              <a:rPr lang="en-US" altLang="zh-CN" sz="2800" b="1">
                <a:solidFill>
                  <a:srgbClr val="E02920"/>
                </a:solidFill>
                <a:latin typeface="SimSun" panose="02010600030101010101" pitchFamily="2" charset="-122"/>
              </a:rPr>
              <a:t>WITH GRANT OPTION</a:t>
            </a:r>
            <a:r>
              <a:rPr lang="en-US" altLang="zh-CN" sz="2800" b="1">
                <a:latin typeface="SimSun" panose="02010600030101010101" pitchFamily="2" charset="-122"/>
              </a:rPr>
              <a:t>;</a:t>
            </a:r>
          </a:p>
          <a:p>
            <a:pPr algn="just" eaLnBrk="1" hangingPunct="1">
              <a:buFont typeface="Wingdings" panose="05000000000000000000" pitchFamily="2" charset="2"/>
              <a:buNone/>
            </a:pPr>
            <a:r>
              <a:rPr lang="en-US" altLang="zh-CN" sz="2800" b="1">
                <a:latin typeface="SimSun" panose="02010600030101010101" pitchFamily="2" charset="-122"/>
              </a:rPr>
              <a:t> </a:t>
            </a:r>
            <a:r>
              <a:rPr lang="zh-CN" altLang="en-US" sz="2800" b="1">
                <a:latin typeface="SimSun" panose="02010600030101010101" pitchFamily="2" charset="-122"/>
              </a:rPr>
              <a:t>同样，</a:t>
            </a:r>
            <a:r>
              <a:rPr lang="en-US" altLang="zh-CN" sz="2800" b="1">
                <a:latin typeface="SimSun" panose="02010600030101010101" pitchFamily="2" charset="-122"/>
              </a:rPr>
              <a:t>U6</a:t>
            </a:r>
            <a:r>
              <a:rPr lang="zh-CN" altLang="en-US" sz="2800" b="1">
                <a:latin typeface="SimSun" panose="02010600030101010101" pitchFamily="2" charset="-122"/>
              </a:rPr>
              <a:t>还可以将此权限授予</a:t>
            </a:r>
            <a:r>
              <a:rPr lang="en-US" altLang="zh-CN" sz="2800" b="1">
                <a:latin typeface="SimSun" panose="02010600030101010101" pitchFamily="2" charset="-122"/>
              </a:rPr>
              <a:t>U7：</a:t>
            </a:r>
          </a:p>
          <a:p>
            <a:pPr algn="just" eaLnBrk="1" hangingPunct="1">
              <a:buFont typeface="Wingdings" panose="05000000000000000000" pitchFamily="2" charset="2"/>
              <a:buNone/>
            </a:pPr>
            <a:r>
              <a:rPr lang="en-US" altLang="zh-CN" sz="2800" b="1">
                <a:latin typeface="SimSun" panose="02010600030101010101" pitchFamily="2" charset="-122"/>
              </a:rPr>
              <a:t>     GRANT INSERT ON TABLE SC </a:t>
            </a:r>
            <a:r>
              <a:rPr lang="en-US" altLang="zh-CN" sz="2800" b="1">
                <a:solidFill>
                  <a:srgbClr val="E02920"/>
                </a:solidFill>
                <a:latin typeface="SimSun" panose="02010600030101010101" pitchFamily="2" charset="-122"/>
              </a:rPr>
              <a:t>TO U7</a:t>
            </a:r>
            <a:r>
              <a:rPr lang="en-US" altLang="zh-CN" sz="2800" b="1">
                <a:latin typeface="SimSun" panose="02010600030101010101" pitchFamily="2" charset="-122"/>
              </a:rPr>
              <a:t>;</a:t>
            </a:r>
          </a:p>
          <a:p>
            <a:pPr algn="just" eaLnBrk="1" hangingPunct="1">
              <a:buFont typeface="Wingdings" panose="05000000000000000000" pitchFamily="2" charset="2"/>
              <a:buNone/>
            </a:pPr>
            <a:r>
              <a:rPr lang="en-US" altLang="zh-CN" sz="2800" b="1">
                <a:latin typeface="SimSun" panose="02010600030101010101" pitchFamily="2" charset="-122"/>
              </a:rPr>
              <a:t>  </a:t>
            </a:r>
            <a:r>
              <a:rPr lang="zh-CN" altLang="zh-CN" sz="2800" b="1">
                <a:latin typeface="SimSun" panose="02010600030101010101" pitchFamily="2" charset="-122"/>
              </a:rPr>
              <a:t>但</a:t>
            </a:r>
            <a:r>
              <a:rPr lang="en-US" altLang="zh-CN" sz="2800" b="1">
                <a:latin typeface="SimSun" panose="02010600030101010101" pitchFamily="2" charset="-122"/>
              </a:rPr>
              <a:t>U7</a:t>
            </a:r>
            <a:r>
              <a:rPr lang="zh-CN" altLang="en-US" sz="2800" b="1">
                <a:latin typeface="SimSun" panose="02010600030101010101" pitchFamily="2" charset="-122"/>
              </a:rPr>
              <a:t>不能再传播此权限。</a:t>
            </a:r>
          </a:p>
          <a:p>
            <a:pPr algn="just" eaLnBrk="1" hangingPunct="1">
              <a:buFont typeface="Wingdings" panose="05000000000000000000" pitchFamily="2" charset="2"/>
              <a:buNone/>
            </a:pPr>
            <a:r>
              <a:rPr lang="zh-CN" altLang="en-US" sz="2800" b="1">
                <a:latin typeface="SimSun" panose="02010600030101010101" pitchFamily="2" charset="-122"/>
              </a:rPr>
              <a:t>  </a:t>
            </a:r>
            <a:r>
              <a:rPr lang="en-US" altLang="zh-CN" sz="2800" b="1">
                <a:latin typeface="SimSun" panose="02010600030101010101" pitchFamily="2" charset="-122"/>
              </a:rPr>
              <a:t>U5--&gt; U6--&gt; U7</a:t>
            </a:r>
            <a:endParaRPr lang="zh-CN" altLang="en-US" b="1"/>
          </a:p>
        </p:txBody>
      </p:sp>
    </p:spTree>
    <p:extLst>
      <p:ext uri="{BB962C8B-B14F-4D97-AF65-F5344CB8AC3E}">
        <p14:creationId xmlns:p14="http://schemas.microsoft.com/office/powerpoint/2010/main" val="297206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774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7747">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7747">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774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pPr eaLnBrk="1" hangingPunct="1"/>
            <a:r>
              <a:rPr lang="zh-CN" altLang="en-US" b="1"/>
              <a:t>例题（续）</a:t>
            </a:r>
          </a:p>
        </p:txBody>
      </p:sp>
      <p:sp>
        <p:nvSpPr>
          <p:cNvPr id="288771" name="Rectangle 3"/>
          <p:cNvSpPr>
            <a:spLocks noGrp="1" noChangeArrowheads="1"/>
          </p:cNvSpPr>
          <p:nvPr>
            <p:ph type="body" idx="1"/>
          </p:nvPr>
        </p:nvSpPr>
        <p:spPr/>
        <p:txBody>
          <a:bodyPr/>
          <a:lstStyle/>
          <a:p>
            <a:pPr algn="just" eaLnBrk="1" hangingPunct="1">
              <a:buFont typeface="Wingdings" panose="05000000000000000000" pitchFamily="2" charset="2"/>
              <a:buNone/>
            </a:pPr>
            <a:r>
              <a:rPr lang="zh-CN" altLang="en-US" b="1">
                <a:latin typeface="SimSun" panose="02010600030101010101" pitchFamily="2" charset="-122"/>
              </a:rPr>
              <a:t>例6 </a:t>
            </a:r>
            <a:r>
              <a:rPr lang="en-US" altLang="zh-CN" b="1">
                <a:latin typeface="SimSun" panose="02010600030101010101" pitchFamily="2" charset="-122"/>
              </a:rPr>
              <a:t>DBA</a:t>
            </a:r>
            <a:r>
              <a:rPr lang="zh-CN" altLang="en-US" b="1">
                <a:latin typeface="SimSun" panose="02010600030101010101" pitchFamily="2" charset="-122"/>
              </a:rPr>
              <a:t>把在数据库</a:t>
            </a:r>
            <a:r>
              <a:rPr lang="en-US" altLang="zh-CN" b="1">
                <a:latin typeface="SimSun" panose="02010600030101010101" pitchFamily="2" charset="-122"/>
              </a:rPr>
              <a:t>S_C</a:t>
            </a:r>
            <a:r>
              <a:rPr lang="zh-CN" altLang="en-US" b="1">
                <a:latin typeface="SimSun" panose="02010600030101010101" pitchFamily="2" charset="-122"/>
              </a:rPr>
              <a:t>中建立表的权限授予用户</a:t>
            </a:r>
            <a:r>
              <a:rPr lang="en-US" altLang="zh-CN" b="1">
                <a:latin typeface="SimSun" panose="02010600030101010101" pitchFamily="2" charset="-122"/>
              </a:rPr>
              <a:t>U8</a:t>
            </a:r>
          </a:p>
          <a:p>
            <a:pPr algn="just" eaLnBrk="1" hangingPunct="1">
              <a:buFont typeface="Wingdings" panose="05000000000000000000" pitchFamily="2" charset="2"/>
              <a:buNone/>
            </a:pPr>
            <a:r>
              <a:rPr lang="en-US" altLang="zh-CN" b="1">
                <a:latin typeface="SimSun" panose="02010600030101010101" pitchFamily="2" charset="-122"/>
              </a:rPr>
              <a:t>		GRANT </a:t>
            </a:r>
            <a:r>
              <a:rPr lang="en-US" altLang="zh-CN" b="1">
                <a:solidFill>
                  <a:srgbClr val="E02920"/>
                </a:solidFill>
                <a:latin typeface="SimSun" panose="02010600030101010101" pitchFamily="2" charset="-122"/>
              </a:rPr>
              <a:t>CREATETAB</a:t>
            </a:r>
          </a:p>
          <a:p>
            <a:pPr algn="just" eaLnBrk="1" hangingPunct="1">
              <a:buFont typeface="Wingdings" panose="05000000000000000000" pitchFamily="2" charset="2"/>
              <a:buNone/>
            </a:pPr>
            <a:r>
              <a:rPr lang="en-US" altLang="zh-CN" b="1">
                <a:latin typeface="SimSun" panose="02010600030101010101" pitchFamily="2" charset="-122"/>
              </a:rPr>
              <a:t>		ON </a:t>
            </a:r>
            <a:r>
              <a:rPr lang="en-US" altLang="zh-CN" b="1">
                <a:solidFill>
                  <a:srgbClr val="E02920"/>
                </a:solidFill>
                <a:latin typeface="SimSun" panose="02010600030101010101" pitchFamily="2" charset="-122"/>
              </a:rPr>
              <a:t>DATABASE</a:t>
            </a:r>
            <a:r>
              <a:rPr lang="en-US" altLang="zh-CN" b="1">
                <a:latin typeface="SimSun" panose="02010600030101010101" pitchFamily="2" charset="-122"/>
              </a:rPr>
              <a:t> S_C </a:t>
            </a:r>
          </a:p>
          <a:p>
            <a:pPr algn="just" eaLnBrk="1" hangingPunct="1">
              <a:buFont typeface="Wingdings" panose="05000000000000000000" pitchFamily="2" charset="2"/>
              <a:buNone/>
            </a:pPr>
            <a:r>
              <a:rPr lang="en-US" altLang="zh-CN" b="1">
                <a:latin typeface="SimSun" panose="02010600030101010101" pitchFamily="2" charset="-122"/>
              </a:rPr>
              <a:t>		TO U8;</a:t>
            </a:r>
            <a:endParaRPr lang="zh-CN" altLang="en-US" b="1"/>
          </a:p>
        </p:txBody>
      </p:sp>
    </p:spTree>
    <p:extLst>
      <p:ext uri="{BB962C8B-B14F-4D97-AF65-F5344CB8AC3E}">
        <p14:creationId xmlns:p14="http://schemas.microsoft.com/office/powerpoint/2010/main" val="1375660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877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877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87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p:txBody>
          <a:bodyPr/>
          <a:lstStyle/>
          <a:p>
            <a:pPr eaLnBrk="1" hangingPunct="1"/>
            <a:r>
              <a:rPr lang="zh-CN" altLang="en-US" b="1"/>
              <a:t>（三）、收回权限</a:t>
            </a:r>
          </a:p>
        </p:txBody>
      </p:sp>
      <p:sp>
        <p:nvSpPr>
          <p:cNvPr id="289795" name="Rectangle 3"/>
          <p:cNvSpPr>
            <a:spLocks noGrp="1" noChangeArrowheads="1"/>
          </p:cNvSpPr>
          <p:nvPr>
            <p:ph type="body" idx="1"/>
          </p:nvPr>
        </p:nvSpPr>
        <p:spPr/>
        <p:txBody>
          <a:bodyPr/>
          <a:lstStyle/>
          <a:p>
            <a:pPr algn="just" eaLnBrk="1" hangingPunct="1"/>
            <a:r>
              <a:rPr lang="en-US" altLang="zh-CN" b="1">
                <a:latin typeface="SimSun" panose="02010600030101010101" pitchFamily="2" charset="-122"/>
              </a:rPr>
              <a:t>REVOKE</a:t>
            </a:r>
            <a:r>
              <a:rPr lang="zh-CN" altLang="en-US" b="1">
                <a:latin typeface="SimSun" panose="02010600030101010101" pitchFamily="2" charset="-122"/>
              </a:rPr>
              <a:t>语句的一般格式为：</a:t>
            </a:r>
          </a:p>
          <a:p>
            <a:pPr algn="just" eaLnBrk="1" hangingPunct="1">
              <a:buFont typeface="Wingdings" panose="05000000000000000000" pitchFamily="2" charset="2"/>
              <a:buNone/>
            </a:pPr>
            <a:r>
              <a:rPr lang="zh-CN" altLang="en-US" b="1">
                <a:latin typeface="SimSun" panose="02010600030101010101" pitchFamily="2" charset="-122"/>
              </a:rPr>
              <a:t>      </a:t>
            </a:r>
            <a:r>
              <a:rPr lang="en-US" altLang="zh-CN" b="1">
                <a:latin typeface="SimSun" panose="02010600030101010101" pitchFamily="2" charset="-122"/>
              </a:rPr>
              <a:t>REVOKE &lt;</a:t>
            </a:r>
            <a:r>
              <a:rPr lang="zh-CN" altLang="en-US" b="1">
                <a:latin typeface="SimSun" panose="02010600030101010101" pitchFamily="2" charset="-122"/>
              </a:rPr>
              <a:t>权限&gt;[,&lt;权限&gt;]... </a:t>
            </a:r>
          </a:p>
          <a:p>
            <a:pPr algn="just" eaLnBrk="1" hangingPunct="1">
              <a:buFont typeface="Wingdings" panose="05000000000000000000" pitchFamily="2" charset="2"/>
              <a:buNone/>
            </a:pPr>
            <a:r>
              <a:rPr lang="zh-CN" altLang="en-US" b="1">
                <a:latin typeface="SimSun" panose="02010600030101010101" pitchFamily="2" charset="-122"/>
              </a:rPr>
              <a:t>      [</a:t>
            </a:r>
            <a:r>
              <a:rPr lang="en-US" altLang="zh-CN" b="1">
                <a:latin typeface="SimSun" panose="02010600030101010101" pitchFamily="2" charset="-122"/>
              </a:rPr>
              <a:t>ON &lt;</a:t>
            </a:r>
            <a:r>
              <a:rPr lang="zh-CN" altLang="en-US" b="1">
                <a:latin typeface="SimSun" panose="02010600030101010101" pitchFamily="2" charset="-122"/>
              </a:rPr>
              <a:t>对象类型&gt; &lt;对象名&gt;]</a:t>
            </a:r>
          </a:p>
          <a:p>
            <a:pPr algn="just" eaLnBrk="1" hangingPunct="1">
              <a:buFont typeface="Wingdings" panose="05000000000000000000" pitchFamily="2" charset="2"/>
              <a:buNone/>
            </a:pPr>
            <a:r>
              <a:rPr lang="zh-CN" altLang="en-US" b="1">
                <a:latin typeface="SimSun" panose="02010600030101010101" pitchFamily="2" charset="-122"/>
              </a:rPr>
              <a:t>      </a:t>
            </a:r>
            <a:r>
              <a:rPr lang="en-US" altLang="zh-CN" b="1">
                <a:latin typeface="SimSun" panose="02010600030101010101" pitchFamily="2" charset="-122"/>
              </a:rPr>
              <a:t>FROM &lt;</a:t>
            </a:r>
            <a:r>
              <a:rPr lang="zh-CN" altLang="en-US" b="1">
                <a:latin typeface="SimSun" panose="02010600030101010101" pitchFamily="2" charset="-122"/>
              </a:rPr>
              <a:t>用户&gt;[,&lt;用户&gt;]...;</a:t>
            </a:r>
          </a:p>
          <a:p>
            <a:pPr algn="just" eaLnBrk="1" hangingPunct="1">
              <a:buFont typeface="Wingdings" panose="05000000000000000000" pitchFamily="2" charset="2"/>
              <a:buNone/>
            </a:pPr>
            <a:endParaRPr lang="zh-CN" altLang="en-US" b="1">
              <a:latin typeface="SimSun" panose="02010600030101010101" pitchFamily="2" charset="-122"/>
            </a:endParaRPr>
          </a:p>
          <a:p>
            <a:pPr algn="just" eaLnBrk="1" hangingPunct="1"/>
            <a:r>
              <a:rPr lang="zh-CN" altLang="en-US" b="1"/>
              <a:t>功能：从指定</a:t>
            </a:r>
            <a:r>
              <a:rPr lang="zh-CN" altLang="en-US" b="1">
                <a:solidFill>
                  <a:srgbClr val="E02920"/>
                </a:solidFill>
              </a:rPr>
              <a:t>用户</a:t>
            </a:r>
            <a:r>
              <a:rPr lang="zh-CN" altLang="en-US" b="1"/>
              <a:t>那里收回对指定</a:t>
            </a:r>
            <a:r>
              <a:rPr lang="zh-CN" altLang="en-US" b="1">
                <a:solidFill>
                  <a:srgbClr val="E02920"/>
                </a:solidFill>
              </a:rPr>
              <a:t>对象</a:t>
            </a:r>
            <a:r>
              <a:rPr lang="zh-CN" altLang="en-US" b="1"/>
              <a:t>的指定</a:t>
            </a:r>
            <a:r>
              <a:rPr lang="zh-CN" altLang="en-US" b="1">
                <a:solidFill>
                  <a:srgbClr val="E02920"/>
                </a:solidFill>
              </a:rPr>
              <a:t>权限</a:t>
            </a:r>
            <a:endParaRPr lang="zh-CN" altLang="en-US" b="1">
              <a:latin typeface="SimSun" panose="02010600030101010101" pitchFamily="2" charset="-122"/>
            </a:endParaRPr>
          </a:p>
          <a:p>
            <a:pPr eaLnBrk="1" hangingPunct="1"/>
            <a:endParaRPr lang="zh-CN" altLang="en-US" b="1"/>
          </a:p>
        </p:txBody>
      </p:sp>
    </p:spTree>
    <p:extLst>
      <p:ext uri="{BB962C8B-B14F-4D97-AF65-F5344CB8AC3E}">
        <p14:creationId xmlns:p14="http://schemas.microsoft.com/office/powerpoint/2010/main" val="142463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9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9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97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97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97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lstStyle/>
          <a:p>
            <a:pPr eaLnBrk="1" hangingPunct="1"/>
            <a:r>
              <a:rPr lang="zh-CN" altLang="en-US" b="1"/>
              <a:t>例题</a:t>
            </a:r>
          </a:p>
        </p:txBody>
      </p:sp>
      <p:sp>
        <p:nvSpPr>
          <p:cNvPr id="217091" name="Rectangle 3"/>
          <p:cNvSpPr>
            <a:spLocks noGrp="1" noChangeArrowheads="1"/>
          </p:cNvSpPr>
          <p:nvPr>
            <p:ph type="body" idx="1"/>
          </p:nvPr>
        </p:nvSpPr>
        <p:spPr/>
        <p:txBody>
          <a:bodyPr/>
          <a:lstStyle/>
          <a:p>
            <a:pPr algn="just" eaLnBrk="1" hangingPunct="1">
              <a:buFont typeface="Wingdings" panose="05000000000000000000" pitchFamily="2" charset="2"/>
              <a:buNone/>
            </a:pPr>
            <a:r>
              <a:rPr lang="zh-CN" altLang="en-US" b="1">
                <a:latin typeface="SimSun" panose="02010600030101010101" pitchFamily="2" charset="-122"/>
              </a:rPr>
              <a:t>例7 把用户</a:t>
            </a:r>
            <a:r>
              <a:rPr lang="en-US" altLang="zh-CN" b="1">
                <a:latin typeface="SimSun" panose="02010600030101010101" pitchFamily="2" charset="-122"/>
              </a:rPr>
              <a:t>U4</a:t>
            </a:r>
            <a:r>
              <a:rPr lang="zh-CN" altLang="en-US" b="1">
                <a:latin typeface="SimSun" panose="02010600030101010101" pitchFamily="2" charset="-122"/>
              </a:rPr>
              <a:t>修改学生学号的权限收回</a:t>
            </a:r>
          </a:p>
          <a:p>
            <a:pPr algn="just" eaLnBrk="1" hangingPunct="1">
              <a:buFont typeface="Wingdings" panose="05000000000000000000" pitchFamily="2" charset="2"/>
              <a:buNone/>
            </a:pPr>
            <a:endParaRPr lang="zh-CN" altLang="en-US" b="1">
              <a:latin typeface="SimSun" panose="02010600030101010101" pitchFamily="2" charset="-122"/>
            </a:endParaRPr>
          </a:p>
          <a:p>
            <a:pPr algn="just" eaLnBrk="1" hangingPunct="1">
              <a:buFont typeface="Wingdings" panose="05000000000000000000" pitchFamily="2" charset="2"/>
              <a:buNone/>
            </a:pPr>
            <a:r>
              <a:rPr lang="zh-CN" altLang="zh-CN" b="1">
                <a:latin typeface="SimSun" panose="02010600030101010101" pitchFamily="2" charset="-122"/>
              </a:rPr>
              <a:t>			</a:t>
            </a:r>
            <a:r>
              <a:rPr lang="en-US" altLang="zh-CN" b="1">
                <a:latin typeface="SimSun" panose="02010600030101010101" pitchFamily="2" charset="-122"/>
              </a:rPr>
              <a:t>REVOKE UPDATE(Sno)</a:t>
            </a:r>
          </a:p>
          <a:p>
            <a:pPr algn="just" eaLnBrk="1" hangingPunct="1">
              <a:buFont typeface="Wingdings" panose="05000000000000000000" pitchFamily="2" charset="2"/>
              <a:buNone/>
            </a:pPr>
            <a:r>
              <a:rPr lang="en-US" altLang="zh-CN" b="1">
                <a:latin typeface="SimSun" panose="02010600030101010101" pitchFamily="2" charset="-122"/>
              </a:rPr>
              <a:t>			ON TABLE Student </a:t>
            </a:r>
          </a:p>
          <a:p>
            <a:pPr algn="just" eaLnBrk="1" hangingPunct="1">
              <a:buFont typeface="Wingdings" panose="05000000000000000000" pitchFamily="2" charset="2"/>
              <a:buNone/>
            </a:pPr>
            <a:r>
              <a:rPr lang="en-US" altLang="zh-CN" b="1">
                <a:latin typeface="SimSun" panose="02010600030101010101" pitchFamily="2" charset="-122"/>
              </a:rPr>
              <a:t>			FROM U4;</a:t>
            </a:r>
          </a:p>
        </p:txBody>
      </p:sp>
    </p:spTree>
    <p:extLst>
      <p:ext uri="{BB962C8B-B14F-4D97-AF65-F5344CB8AC3E}">
        <p14:creationId xmlns:p14="http://schemas.microsoft.com/office/powerpoint/2010/main" val="11512266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pPr eaLnBrk="1" hangingPunct="1"/>
            <a:r>
              <a:rPr lang="zh-CN" altLang="en-US" b="1"/>
              <a:t>例题（续）</a:t>
            </a:r>
          </a:p>
        </p:txBody>
      </p:sp>
      <p:sp>
        <p:nvSpPr>
          <p:cNvPr id="291843"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b="1">
                <a:latin typeface="SimSun" panose="02010600030101010101" pitchFamily="2" charset="-122"/>
              </a:rPr>
              <a:t>例8 收回所有用户对表</a:t>
            </a:r>
            <a:r>
              <a:rPr lang="en-US" altLang="zh-CN" b="1">
                <a:latin typeface="SimSun" panose="02010600030101010101" pitchFamily="2" charset="-122"/>
              </a:rPr>
              <a:t>SC</a:t>
            </a:r>
            <a:r>
              <a:rPr lang="zh-CN" altLang="en-US" b="1">
                <a:latin typeface="SimSun" panose="02010600030101010101" pitchFamily="2" charset="-122"/>
              </a:rPr>
              <a:t>的查询权限</a:t>
            </a:r>
          </a:p>
          <a:p>
            <a:pPr eaLnBrk="1" hangingPunct="1">
              <a:buFont typeface="Wingdings" panose="05000000000000000000" pitchFamily="2" charset="2"/>
              <a:buNone/>
            </a:pPr>
            <a:endParaRPr lang="zh-CN" altLang="en-US" b="1">
              <a:latin typeface="SimSun" panose="02010600030101010101" pitchFamily="2" charset="-122"/>
            </a:endParaRPr>
          </a:p>
          <a:p>
            <a:pPr eaLnBrk="1" hangingPunct="1">
              <a:buFont typeface="Wingdings" panose="05000000000000000000" pitchFamily="2" charset="2"/>
              <a:buNone/>
            </a:pPr>
            <a:r>
              <a:rPr lang="zh-CN" altLang="zh-CN" b="1">
                <a:latin typeface="SimSun" panose="02010600030101010101" pitchFamily="2" charset="-122"/>
              </a:rPr>
              <a:t>			</a:t>
            </a:r>
            <a:r>
              <a:rPr lang="en-US" altLang="zh-CN" b="1">
                <a:latin typeface="SimSun" panose="02010600030101010101" pitchFamily="2" charset="-122"/>
              </a:rPr>
              <a:t>REVOKE SELECT </a:t>
            </a:r>
          </a:p>
          <a:p>
            <a:pPr eaLnBrk="1" hangingPunct="1">
              <a:buFont typeface="Wingdings" panose="05000000000000000000" pitchFamily="2" charset="2"/>
              <a:buNone/>
            </a:pPr>
            <a:r>
              <a:rPr lang="en-US" altLang="zh-CN" b="1">
                <a:latin typeface="SimSun" panose="02010600030101010101" pitchFamily="2" charset="-122"/>
              </a:rPr>
              <a:t>			ON TABLE SC </a:t>
            </a:r>
          </a:p>
          <a:p>
            <a:pPr eaLnBrk="1" hangingPunct="1">
              <a:buFont typeface="Wingdings" panose="05000000000000000000" pitchFamily="2" charset="2"/>
              <a:buNone/>
            </a:pPr>
            <a:r>
              <a:rPr lang="en-US" altLang="zh-CN" b="1">
                <a:latin typeface="SimSun" panose="02010600030101010101" pitchFamily="2" charset="-122"/>
              </a:rPr>
              <a:t>			FROM </a:t>
            </a:r>
            <a:r>
              <a:rPr lang="en-US" altLang="zh-CN" b="1">
                <a:solidFill>
                  <a:srgbClr val="E02920"/>
                </a:solidFill>
                <a:latin typeface="SimSun" panose="02010600030101010101" pitchFamily="2" charset="-122"/>
              </a:rPr>
              <a:t>PUBLIC</a:t>
            </a:r>
            <a:r>
              <a:rPr lang="en-US" altLang="zh-CN" b="1">
                <a:latin typeface="SimSun" panose="02010600030101010101" pitchFamily="2" charset="-122"/>
              </a:rPr>
              <a:t>;</a:t>
            </a:r>
            <a:endParaRPr lang="zh-CN" altLang="en-US" b="1"/>
          </a:p>
        </p:txBody>
      </p:sp>
    </p:spTree>
    <p:extLst>
      <p:ext uri="{BB962C8B-B14F-4D97-AF65-F5344CB8AC3E}">
        <p14:creationId xmlns:p14="http://schemas.microsoft.com/office/powerpoint/2010/main" val="530797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184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184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18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1C76A14B-72AB-41FD-9429-45930AC2369E}"/>
              </a:ext>
            </a:extLst>
          </p:cNvPr>
          <p:cNvSpPr>
            <a:spLocks noGrp="1" noChangeArrowheads="1"/>
          </p:cNvSpPr>
          <p:nvPr>
            <p:ph type="title"/>
          </p:nvPr>
        </p:nvSpPr>
        <p:spPr/>
        <p:txBody>
          <a:bodyPr/>
          <a:lstStyle/>
          <a:p>
            <a:pPr eaLnBrk="1" hangingPunct="1"/>
            <a:r>
              <a:rPr lang="zh-CN" altLang="en-US" b="1"/>
              <a:t>4  审计</a:t>
            </a:r>
          </a:p>
        </p:txBody>
      </p:sp>
      <p:sp>
        <p:nvSpPr>
          <p:cNvPr id="21507" name="Rectangle 3">
            <a:extLst>
              <a:ext uri="{FF2B5EF4-FFF2-40B4-BE49-F238E27FC236}">
                <a16:creationId xmlns:a16="http://schemas.microsoft.com/office/drawing/2014/main" id="{239B7994-C40D-4D8A-844E-791BCEF72776}"/>
              </a:ext>
            </a:extLst>
          </p:cNvPr>
          <p:cNvSpPr>
            <a:spLocks noGrp="1" noChangeArrowheads="1"/>
          </p:cNvSpPr>
          <p:nvPr>
            <p:ph type="body" idx="1"/>
          </p:nvPr>
        </p:nvSpPr>
        <p:spPr/>
        <p:txBody>
          <a:bodyPr/>
          <a:lstStyle/>
          <a:p>
            <a:pPr eaLnBrk="1" hangingPunct="1">
              <a:lnSpc>
                <a:spcPct val="90000"/>
              </a:lnSpc>
            </a:pPr>
            <a:r>
              <a:rPr lang="zh-CN" altLang="en-US" b="1"/>
              <a:t>什么是审计</a:t>
            </a:r>
          </a:p>
          <a:p>
            <a:pPr lvl="1" eaLnBrk="1" hangingPunct="1">
              <a:spcBef>
                <a:spcPct val="60000"/>
              </a:spcBef>
            </a:pPr>
            <a:r>
              <a:rPr lang="zh-CN" altLang="en-US" sz="2400" b="1"/>
              <a:t>启用一个专用的审计日志（</a:t>
            </a:r>
            <a:r>
              <a:rPr lang="en-US" altLang="zh-CN" sz="2400" b="1"/>
              <a:t>Audit Log）</a:t>
            </a:r>
          </a:p>
          <a:p>
            <a:pPr lvl="1" eaLnBrk="1" hangingPunct="1">
              <a:spcBef>
                <a:spcPct val="60000"/>
              </a:spcBef>
              <a:buFont typeface="Wingdings" panose="05000000000000000000" pitchFamily="2" charset="2"/>
              <a:buNone/>
            </a:pPr>
            <a:r>
              <a:rPr lang="en-US" altLang="zh-CN" sz="2400" b="1"/>
              <a:t>   </a:t>
            </a:r>
            <a:r>
              <a:rPr lang="zh-CN" altLang="en-US" sz="2400" b="1"/>
              <a:t>将用户对数据库的所有操作记录在上面</a:t>
            </a:r>
          </a:p>
          <a:p>
            <a:pPr lvl="1" eaLnBrk="1" hangingPunct="1">
              <a:spcBef>
                <a:spcPct val="60000"/>
              </a:spcBef>
            </a:pPr>
            <a:r>
              <a:rPr lang="en-US" altLang="zh-CN" sz="2400" b="1"/>
              <a:t>DBA</a:t>
            </a:r>
            <a:r>
              <a:rPr lang="zh-CN" altLang="en-US" sz="2400" b="1"/>
              <a:t>可以利用审计日志中的追踪信息</a:t>
            </a:r>
          </a:p>
          <a:p>
            <a:pPr lvl="1" eaLnBrk="1" hangingPunct="1">
              <a:spcBef>
                <a:spcPct val="60000"/>
              </a:spcBef>
              <a:buFont typeface="Wingdings" panose="05000000000000000000" pitchFamily="2" charset="2"/>
              <a:buNone/>
            </a:pPr>
            <a:r>
              <a:rPr lang="zh-CN" altLang="en-US" sz="2400" b="1"/>
              <a:t>  找出非法存取数据的人</a:t>
            </a:r>
          </a:p>
          <a:p>
            <a:pPr lvl="1" eaLnBrk="1" hangingPunct="1">
              <a:spcBef>
                <a:spcPct val="60000"/>
              </a:spcBef>
            </a:pPr>
            <a:r>
              <a:rPr lang="en-US" altLang="zh-CN" sz="2400" b="1"/>
              <a:t>C2</a:t>
            </a:r>
            <a:r>
              <a:rPr lang="zh-CN" altLang="en-US" sz="2400" b="1"/>
              <a:t>以上安全级别的</a:t>
            </a:r>
            <a:r>
              <a:rPr lang="en-US" altLang="zh-CN" sz="2400" b="1"/>
              <a:t>DBMS</a:t>
            </a:r>
            <a:r>
              <a:rPr lang="zh-CN" altLang="en-US" sz="2400" b="1"/>
              <a:t>必须具有审计功能</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C2F72FF0-93C7-4BD2-BB79-1546296B24C7}"/>
              </a:ext>
            </a:extLst>
          </p:cNvPr>
          <p:cNvSpPr>
            <a:spLocks noGrp="1" noChangeArrowheads="1"/>
          </p:cNvSpPr>
          <p:nvPr>
            <p:ph type="title"/>
          </p:nvPr>
        </p:nvSpPr>
        <p:spPr/>
        <p:txBody>
          <a:bodyPr/>
          <a:lstStyle/>
          <a:p>
            <a:pPr eaLnBrk="1" hangingPunct="1"/>
            <a:r>
              <a:rPr lang="zh-CN" altLang="en-US" b="1" dirty="0"/>
              <a:t>5  数据加密</a:t>
            </a:r>
          </a:p>
        </p:txBody>
      </p:sp>
      <p:sp>
        <p:nvSpPr>
          <p:cNvPr id="103427" name="Rectangle 3">
            <a:extLst>
              <a:ext uri="{FF2B5EF4-FFF2-40B4-BE49-F238E27FC236}">
                <a16:creationId xmlns:a16="http://schemas.microsoft.com/office/drawing/2014/main" id="{D831D369-BB43-4B81-A5B8-FB5500EC5354}"/>
              </a:ext>
            </a:extLst>
          </p:cNvPr>
          <p:cNvSpPr>
            <a:spLocks noGrp="1" noChangeArrowheads="1"/>
          </p:cNvSpPr>
          <p:nvPr>
            <p:ph type="body" idx="1"/>
          </p:nvPr>
        </p:nvSpPr>
        <p:spPr/>
        <p:txBody>
          <a:bodyPr/>
          <a:lstStyle/>
          <a:p>
            <a:pPr eaLnBrk="1" hangingPunct="1">
              <a:lnSpc>
                <a:spcPct val="90000"/>
              </a:lnSpc>
            </a:pPr>
            <a:r>
              <a:rPr lang="zh-CN" altLang="en-US" b="1" dirty="0"/>
              <a:t>数据加密</a:t>
            </a:r>
          </a:p>
          <a:p>
            <a:pPr lvl="1" eaLnBrk="1" hangingPunct="1">
              <a:lnSpc>
                <a:spcPct val="90000"/>
              </a:lnSpc>
            </a:pPr>
            <a:r>
              <a:rPr lang="zh-CN" altLang="en-US" sz="2400" b="1" dirty="0"/>
              <a:t>防止数据库中数据在存储和传输中失密的有效手段</a:t>
            </a:r>
          </a:p>
          <a:p>
            <a:pPr eaLnBrk="1" hangingPunct="1">
              <a:lnSpc>
                <a:spcPct val="90000"/>
              </a:lnSpc>
            </a:pPr>
            <a:r>
              <a:rPr lang="zh-CN" altLang="en-US" b="1" dirty="0"/>
              <a:t>加密的基本思想</a:t>
            </a:r>
          </a:p>
          <a:p>
            <a:pPr lvl="1" eaLnBrk="1" hangingPunct="1">
              <a:lnSpc>
                <a:spcPct val="90000"/>
              </a:lnSpc>
            </a:pPr>
            <a:r>
              <a:rPr lang="zh-CN" altLang="en-US" sz="2400" b="1" dirty="0"/>
              <a:t>根据一定的算法将原始数据（术语为明文，</a:t>
            </a:r>
            <a:r>
              <a:rPr lang="en-US" altLang="zh-CN" sz="2400" b="1" dirty="0"/>
              <a:t>Plain text）</a:t>
            </a:r>
            <a:r>
              <a:rPr lang="zh-CN" altLang="en-US" sz="2400" b="1" dirty="0"/>
              <a:t>变换为不可直接识别的格式（术语为密文，</a:t>
            </a:r>
            <a:r>
              <a:rPr lang="en-US" altLang="zh-CN" sz="2400" b="1" dirty="0"/>
              <a:t>Cipher text）</a:t>
            </a:r>
          </a:p>
          <a:p>
            <a:pPr lvl="1" eaLnBrk="1" hangingPunct="1">
              <a:lnSpc>
                <a:spcPct val="90000"/>
              </a:lnSpc>
            </a:pPr>
            <a:r>
              <a:rPr lang="zh-CN" altLang="en-US" sz="2400" b="1" dirty="0"/>
              <a:t>不知道解密算法的人无法获知数据的内容</a:t>
            </a:r>
          </a:p>
        </p:txBody>
      </p:sp>
      <p:graphicFrame>
        <p:nvGraphicFramePr>
          <p:cNvPr id="2050" name="Object 4">
            <a:extLst>
              <a:ext uri="{FF2B5EF4-FFF2-40B4-BE49-F238E27FC236}">
                <a16:creationId xmlns:a16="http://schemas.microsoft.com/office/drawing/2014/main" id="{3AA34EC7-9ECA-46BE-92A7-DB092B145E32}"/>
              </a:ext>
            </a:extLst>
          </p:cNvPr>
          <p:cNvGraphicFramePr>
            <a:graphicFrameLocks noChangeAspect="1"/>
          </p:cNvGraphicFramePr>
          <p:nvPr/>
        </p:nvGraphicFramePr>
        <p:xfrm>
          <a:off x="7391400" y="152400"/>
          <a:ext cx="1371600" cy="766763"/>
        </p:xfrm>
        <a:graphic>
          <a:graphicData uri="http://schemas.openxmlformats.org/presentationml/2006/ole">
            <mc:AlternateContent xmlns:mc="http://schemas.openxmlformats.org/markup-compatibility/2006">
              <mc:Choice xmlns:v="urn:schemas-microsoft-com:vml" Requires="v">
                <p:oleObj spid="_x0000_s3080" name="Clip" r:id="rId3" imgW="5714640" imgH="3192120" progId="MS_ClipArt_Gallery.2">
                  <p:embed/>
                </p:oleObj>
              </mc:Choice>
              <mc:Fallback>
                <p:oleObj name="Clip" r:id="rId3" imgW="5714640" imgH="3192120" progId="MS_ClipArt_Gallery.2">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152400"/>
                        <a:ext cx="1371600" cy="766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
            <a:extLst>
              <a:ext uri="{FF2B5EF4-FFF2-40B4-BE49-F238E27FC236}">
                <a16:creationId xmlns:a16="http://schemas.microsoft.com/office/drawing/2014/main" id="{5B291E35-1D6C-4652-8FB9-C44E711DFFC2}"/>
              </a:ext>
            </a:extLst>
          </p:cNvPr>
          <p:cNvGrpSpPr>
            <a:grpSpLocks/>
          </p:cNvGrpSpPr>
          <p:nvPr/>
        </p:nvGrpSpPr>
        <p:grpSpPr bwMode="auto">
          <a:xfrm>
            <a:off x="1600200" y="5085184"/>
            <a:ext cx="5877586" cy="1600200"/>
            <a:chOff x="624" y="2640"/>
            <a:chExt cx="4039" cy="1008"/>
          </a:xfrm>
        </p:grpSpPr>
        <p:sp>
          <p:nvSpPr>
            <p:cNvPr id="2055" name="Rectangle 6">
              <a:extLst>
                <a:ext uri="{FF2B5EF4-FFF2-40B4-BE49-F238E27FC236}">
                  <a16:creationId xmlns:a16="http://schemas.microsoft.com/office/drawing/2014/main" id="{8C2F2622-E4D6-43EC-859F-B2BF0C05EF22}"/>
                </a:ext>
              </a:extLst>
            </p:cNvPr>
            <p:cNvSpPr>
              <a:spLocks noChangeArrowheads="1"/>
            </p:cNvSpPr>
            <p:nvPr/>
          </p:nvSpPr>
          <p:spPr bwMode="auto">
            <a:xfrm>
              <a:off x="631" y="2640"/>
              <a:ext cx="4032" cy="1008"/>
            </a:xfrm>
            <a:prstGeom prst="rect">
              <a:avLst/>
            </a:prstGeom>
            <a:solidFill>
              <a:srgbClr val="FFFF66"/>
            </a:solidFill>
            <a:ln w="9525">
              <a:solidFill>
                <a:schemeClr val="tx1"/>
              </a:solidFill>
              <a:miter lim="800000"/>
              <a:headEnd/>
              <a:tailEnd/>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zh-CN" altLang="en-US" b="0" dirty="0">
                  <a:latin typeface="黑体" panose="02010609060101010101" pitchFamily="49" charset="-122"/>
                  <a:ea typeface="黑体" panose="02010609060101010101" pitchFamily="49" charset="-122"/>
                </a:rPr>
                <a:t>      术语：</a:t>
              </a:r>
            </a:p>
            <a:p>
              <a:pPr eaLnBrk="1" hangingPunct="1"/>
              <a:r>
                <a:rPr lang="zh-CN" altLang="en-US" b="0" dirty="0">
                  <a:latin typeface="黑体" panose="02010609060101010101" pitchFamily="49" charset="-122"/>
                  <a:ea typeface="黑体" panose="02010609060101010101" pitchFamily="49" charset="-122"/>
                </a:rPr>
                <a:t>      明文：原始的或未加密的数据。</a:t>
              </a:r>
            </a:p>
            <a:p>
              <a:pPr eaLnBrk="1" hangingPunct="1"/>
              <a:r>
                <a:rPr lang="zh-CN" altLang="en-US" b="0" dirty="0">
                  <a:latin typeface="黑体" panose="02010609060101010101" pitchFamily="49" charset="-122"/>
                  <a:ea typeface="黑体" panose="02010609060101010101" pitchFamily="49" charset="-122"/>
                </a:rPr>
                <a:t>      密文：明文加密后的格式。 </a:t>
              </a:r>
            </a:p>
          </p:txBody>
        </p:sp>
        <p:graphicFrame>
          <p:nvGraphicFramePr>
            <p:cNvPr id="2051" name="Object 7">
              <a:extLst>
                <a:ext uri="{FF2B5EF4-FFF2-40B4-BE49-F238E27FC236}">
                  <a16:creationId xmlns:a16="http://schemas.microsoft.com/office/drawing/2014/main" id="{861F934C-6F82-4F05-A1BD-F3411FD55485}"/>
                </a:ext>
              </a:extLst>
            </p:cNvPr>
            <p:cNvGraphicFramePr>
              <a:graphicFrameLocks noChangeAspect="1"/>
            </p:cNvGraphicFramePr>
            <p:nvPr/>
          </p:nvGraphicFramePr>
          <p:xfrm>
            <a:off x="624" y="2688"/>
            <a:ext cx="576" cy="348"/>
          </p:xfrm>
          <a:graphic>
            <a:graphicData uri="http://schemas.openxmlformats.org/presentationml/2006/ole">
              <mc:AlternateContent xmlns:mc="http://schemas.openxmlformats.org/markup-compatibility/2006">
                <mc:Choice xmlns:v="urn:schemas-microsoft-com:vml" Requires="v">
                  <p:oleObj spid="_x0000_s3081" name="对象包" r:id="rId5" imgW="628560" imgH="485640" progId="Package">
                    <p:embed/>
                  </p:oleObj>
                </mc:Choice>
                <mc:Fallback>
                  <p:oleObj name="对象包" r:id="rId5" imgW="628560" imgH="485640" progId="Package">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b="29651"/>
                        <a:stretch>
                          <a:fillRect/>
                        </a:stretch>
                      </p:blipFill>
                      <p:spPr bwMode="auto">
                        <a:xfrm>
                          <a:off x="624" y="2688"/>
                          <a:ext cx="576"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anim calcmode="lin" valueType="num">
                                      <p:cBhvr additive="base">
                                        <p:cTn id="7" dur="500" fill="hold"/>
                                        <p:tgtEl>
                                          <p:spTgt spid="1034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342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3427">
                                            <p:txEl>
                                              <p:pRg st="1" end="1"/>
                                            </p:txEl>
                                          </p:spTgt>
                                        </p:tgtEl>
                                        <p:attrNameLst>
                                          <p:attrName>style.visibility</p:attrName>
                                        </p:attrNameLst>
                                      </p:cBhvr>
                                      <p:to>
                                        <p:strVal val="visible"/>
                                      </p:to>
                                    </p:set>
                                    <p:anim calcmode="lin" valueType="num">
                                      <p:cBhvr additive="base">
                                        <p:cTn id="11" dur="500" fill="hold"/>
                                        <p:tgtEl>
                                          <p:spTgt spid="10342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34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03427">
                                            <p:txEl>
                                              <p:pRg st="2" end="2"/>
                                            </p:txEl>
                                          </p:spTgt>
                                        </p:tgtEl>
                                        <p:attrNameLst>
                                          <p:attrName>style.visibility</p:attrName>
                                        </p:attrNameLst>
                                      </p:cBhvr>
                                      <p:to>
                                        <p:strVal val="visible"/>
                                      </p:to>
                                    </p:set>
                                    <p:anim calcmode="lin" valueType="num">
                                      <p:cBhvr additive="base">
                                        <p:cTn id="17" dur="500" fill="hold"/>
                                        <p:tgtEl>
                                          <p:spTgt spid="103427">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03427">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03427">
                                            <p:txEl>
                                              <p:pRg st="3" end="3"/>
                                            </p:txEl>
                                          </p:spTgt>
                                        </p:tgtEl>
                                        <p:attrNameLst>
                                          <p:attrName>style.visibility</p:attrName>
                                        </p:attrNameLst>
                                      </p:cBhvr>
                                      <p:to>
                                        <p:strVal val="visible"/>
                                      </p:to>
                                    </p:set>
                                    <p:anim calcmode="lin" valueType="num">
                                      <p:cBhvr additive="base">
                                        <p:cTn id="21" dur="500" fill="hold"/>
                                        <p:tgtEl>
                                          <p:spTgt spid="103427">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03427">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103427">
                                            <p:txEl>
                                              <p:pRg st="4" end="4"/>
                                            </p:txEl>
                                          </p:spTgt>
                                        </p:tgtEl>
                                        <p:attrNameLst>
                                          <p:attrName>style.visibility</p:attrName>
                                        </p:attrNameLst>
                                      </p:cBhvr>
                                      <p:to>
                                        <p:strVal val="visible"/>
                                      </p:to>
                                    </p:set>
                                    <p:anim calcmode="lin" valueType="num">
                                      <p:cBhvr additive="base">
                                        <p:cTn id="25" dur="500" fill="hold"/>
                                        <p:tgtEl>
                                          <p:spTgt spid="103427">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34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F363F6F8-358E-4B57-81D7-61F299C53A93}"/>
              </a:ext>
            </a:extLst>
          </p:cNvPr>
          <p:cNvSpPr>
            <a:spLocks noGrp="1" noChangeArrowheads="1"/>
          </p:cNvSpPr>
          <p:nvPr>
            <p:ph type="title"/>
          </p:nvPr>
        </p:nvSpPr>
        <p:spPr/>
        <p:txBody>
          <a:bodyPr/>
          <a:lstStyle/>
          <a:p>
            <a:pPr eaLnBrk="1" hangingPunct="1"/>
            <a:r>
              <a:rPr lang="zh-CN" altLang="en-US" b="1" dirty="0"/>
              <a:t>小结</a:t>
            </a:r>
          </a:p>
        </p:txBody>
      </p:sp>
      <p:sp>
        <p:nvSpPr>
          <p:cNvPr id="22531" name="Rectangle 3">
            <a:extLst>
              <a:ext uri="{FF2B5EF4-FFF2-40B4-BE49-F238E27FC236}">
                <a16:creationId xmlns:a16="http://schemas.microsoft.com/office/drawing/2014/main" id="{66CE2CE4-F4F7-4A04-AF13-9D635E9EFAB2}"/>
              </a:ext>
            </a:extLst>
          </p:cNvPr>
          <p:cNvSpPr>
            <a:spLocks noGrp="1" noChangeArrowheads="1"/>
          </p:cNvSpPr>
          <p:nvPr>
            <p:ph type="body" idx="1"/>
          </p:nvPr>
        </p:nvSpPr>
        <p:spPr/>
        <p:txBody>
          <a:bodyPr/>
          <a:lstStyle/>
          <a:p>
            <a:pPr lvl="1" eaLnBrk="1" hangingPunct="1">
              <a:lnSpc>
                <a:spcPct val="180000"/>
              </a:lnSpc>
              <a:buFont typeface="Wingdings" panose="05000000000000000000" pitchFamily="2" charset="2"/>
              <a:buNone/>
            </a:pPr>
            <a:r>
              <a:rPr lang="zh-CN" altLang="en-US" b="1"/>
              <a:t>数据库安全机制的设计目标：</a:t>
            </a:r>
          </a:p>
          <a:p>
            <a:pPr eaLnBrk="1" hangingPunct="1">
              <a:lnSpc>
                <a:spcPct val="180000"/>
              </a:lnSpc>
              <a:buFont typeface="Wingdings" panose="05000000000000000000" pitchFamily="2" charset="2"/>
              <a:buNone/>
            </a:pPr>
            <a:r>
              <a:rPr lang="zh-CN" altLang="en-US" sz="2800" b="1"/>
              <a:t>    试图破坏安全的人所花费的代价  &gt;&gt;</a:t>
            </a:r>
          </a:p>
          <a:p>
            <a:pPr eaLnBrk="1" hangingPunct="1">
              <a:lnSpc>
                <a:spcPct val="180000"/>
              </a:lnSpc>
              <a:buFont typeface="Wingdings" panose="05000000000000000000" pitchFamily="2" charset="2"/>
              <a:buNone/>
            </a:pPr>
            <a:r>
              <a:rPr lang="zh-CN" altLang="en-US" sz="2800" b="1"/>
              <a:t>     得到的利益</a:t>
            </a:r>
            <a:endParaRPr lang="zh-CN" altLang="en-US" b="1"/>
          </a:p>
        </p:txBody>
      </p:sp>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1" i="0" u="none" strike="noStrike" cap="none" normalizeH="0" baseline="0" smtClean="0">
            <a:ln>
              <a:noFill/>
            </a:ln>
            <a:solidFill>
              <a:schemeClr val="tx1"/>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1" i="0" u="none" strike="noStrike" cap="none" normalizeH="0" baseline="0" smtClean="0">
            <a:ln>
              <a:noFill/>
            </a:ln>
            <a:solidFill>
              <a:schemeClr val="tx1"/>
            </a:solidFill>
            <a:effectLst/>
            <a:latin typeface="Tahoma"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1344</TotalTime>
  <Words>1207</Words>
  <Application>Microsoft Office PowerPoint</Application>
  <PresentationFormat>全屏显示(4:3)</PresentationFormat>
  <Paragraphs>184</Paragraphs>
  <Slides>31</Slides>
  <Notes>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4</vt:i4>
      </vt:variant>
      <vt:variant>
        <vt:lpstr>幻灯片标题</vt:lpstr>
      </vt:variant>
      <vt:variant>
        <vt:i4>31</vt:i4>
      </vt:variant>
    </vt:vector>
  </HeadingPairs>
  <TitlesOfParts>
    <vt:vector size="45" baseType="lpstr">
      <vt:lpstr>Times-Roman</vt:lpstr>
      <vt:lpstr>黑体</vt:lpstr>
      <vt:lpstr>宋体</vt:lpstr>
      <vt:lpstr>宋体</vt:lpstr>
      <vt:lpstr>Arial</vt:lpstr>
      <vt:lpstr>Arial Black</vt:lpstr>
      <vt:lpstr>Tahoma</vt:lpstr>
      <vt:lpstr>Times New Roman</vt:lpstr>
      <vt:lpstr>Wingdings</vt:lpstr>
      <vt:lpstr>Blends</vt:lpstr>
      <vt:lpstr>位图图像</vt:lpstr>
      <vt:lpstr>图片</vt:lpstr>
      <vt:lpstr>Clip</vt:lpstr>
      <vt:lpstr>对象包</vt:lpstr>
      <vt:lpstr>主讲：王海燕 E-mail：wanghaiyan@mail.hzau.edu.cn</vt:lpstr>
      <vt:lpstr>重点</vt:lpstr>
      <vt:lpstr>4.1数据库安全性控制概述</vt:lpstr>
      <vt:lpstr>数据库安全性控制概述（续）</vt:lpstr>
      <vt:lpstr>数据库安全性控制概述（续）</vt:lpstr>
      <vt:lpstr>4.2 计算机系统中的安全模型</vt:lpstr>
      <vt:lpstr>数据库安全性控制概述（续）</vt:lpstr>
      <vt:lpstr>1  用户标识与鉴别</vt:lpstr>
      <vt:lpstr>基本方法</vt:lpstr>
      <vt:lpstr>验证码</vt:lpstr>
      <vt:lpstr>用户身份鉴别方法</vt:lpstr>
      <vt:lpstr>2  存取控制</vt:lpstr>
      <vt:lpstr>存取控制（续）</vt:lpstr>
      <vt:lpstr>3  视图机制</vt:lpstr>
      <vt:lpstr>视图机制（续）</vt:lpstr>
      <vt:lpstr>视图机制（续）</vt:lpstr>
      <vt:lpstr>视图机制（续）</vt:lpstr>
      <vt:lpstr>（二）、授 权</vt:lpstr>
      <vt:lpstr>(1) 操作权限</vt:lpstr>
      <vt:lpstr>(2) 用户的权限</vt:lpstr>
      <vt:lpstr>(3) WITH GRANT OPTION子句</vt:lpstr>
      <vt:lpstr>例题</vt:lpstr>
      <vt:lpstr>例题（续）</vt:lpstr>
      <vt:lpstr>传播权限</vt:lpstr>
      <vt:lpstr>例题（续）</vt:lpstr>
      <vt:lpstr>（三）、收回权限</vt:lpstr>
      <vt:lpstr>例题</vt:lpstr>
      <vt:lpstr>例题（续）</vt:lpstr>
      <vt:lpstr>4  审计</vt:lpstr>
      <vt:lpstr>5  数据加密</vt:lpstr>
      <vt:lpstr>小结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why</dc:creator>
  <cp:lastModifiedBy>a9400</cp:lastModifiedBy>
  <cp:revision>142</cp:revision>
  <dcterms:created xsi:type="dcterms:W3CDTF">1601-01-01T00:00:00Z</dcterms:created>
  <dcterms:modified xsi:type="dcterms:W3CDTF">2025-10-16T09:02:31Z</dcterms:modified>
</cp:coreProperties>
</file>