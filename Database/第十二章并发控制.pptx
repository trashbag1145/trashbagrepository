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41"/>
  </p:notesMasterIdLst>
  <p:sldIdLst>
    <p:sldId id="541" r:id="rId2"/>
    <p:sldId id="543" r:id="rId3"/>
    <p:sldId id="548" r:id="rId4"/>
    <p:sldId id="549" r:id="rId5"/>
    <p:sldId id="550" r:id="rId6"/>
    <p:sldId id="661" r:id="rId7"/>
    <p:sldId id="551" r:id="rId8"/>
    <p:sldId id="662" r:id="rId9"/>
    <p:sldId id="552" r:id="rId10"/>
    <p:sldId id="553" r:id="rId11"/>
    <p:sldId id="556" r:id="rId12"/>
    <p:sldId id="559" r:id="rId13"/>
    <p:sldId id="561" r:id="rId14"/>
    <p:sldId id="562" r:id="rId15"/>
    <p:sldId id="563" r:id="rId16"/>
    <p:sldId id="663" r:id="rId17"/>
    <p:sldId id="580" r:id="rId18"/>
    <p:sldId id="664" r:id="rId19"/>
    <p:sldId id="665" r:id="rId20"/>
    <p:sldId id="666" r:id="rId21"/>
    <p:sldId id="584" r:id="rId22"/>
    <p:sldId id="591" r:id="rId23"/>
    <p:sldId id="592" r:id="rId24"/>
    <p:sldId id="593" r:id="rId25"/>
    <p:sldId id="600" r:id="rId26"/>
    <p:sldId id="622" r:id="rId27"/>
    <p:sldId id="623" r:id="rId28"/>
    <p:sldId id="624" r:id="rId29"/>
    <p:sldId id="625" r:id="rId30"/>
    <p:sldId id="627" r:id="rId31"/>
    <p:sldId id="628" r:id="rId32"/>
    <p:sldId id="630" r:id="rId33"/>
    <p:sldId id="631" r:id="rId34"/>
    <p:sldId id="632" r:id="rId35"/>
    <p:sldId id="633" r:id="rId36"/>
    <p:sldId id="656" r:id="rId37"/>
    <p:sldId id="657" r:id="rId38"/>
    <p:sldId id="659" r:id="rId39"/>
    <p:sldId id="660" r:id="rId40"/>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130A36"/>
    <a:srgbClr val="79710F"/>
    <a:srgbClr val="EEE6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94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12528"/>
    </p:cViewPr>
  </p:sorterViewPr>
  <p:notesViewPr>
    <p:cSldViewPr>
      <p:cViewPr varScale="1">
        <p:scale>
          <a:sx n="35" d="100"/>
          <a:sy n="35" d="100"/>
        </p:scale>
        <p:origin x="-1512"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A504232-F952-B0FE-CBD5-EF9789CACA8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46083" name="Rectangle 3">
            <a:extLst>
              <a:ext uri="{FF2B5EF4-FFF2-40B4-BE49-F238E27FC236}">
                <a16:creationId xmlns:a16="http://schemas.microsoft.com/office/drawing/2014/main" id="{162D0125-51A4-0F77-1C0C-6797660C7644}"/>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4100" name="Rectangle 4">
            <a:extLst>
              <a:ext uri="{FF2B5EF4-FFF2-40B4-BE49-F238E27FC236}">
                <a16:creationId xmlns:a16="http://schemas.microsoft.com/office/drawing/2014/main" id="{DB82EC5B-6924-FF29-E5A4-E2924477508B}"/>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5" name="Rectangle 5">
            <a:extLst>
              <a:ext uri="{FF2B5EF4-FFF2-40B4-BE49-F238E27FC236}">
                <a16:creationId xmlns:a16="http://schemas.microsoft.com/office/drawing/2014/main" id="{88F02DFA-C906-6CF8-5EE0-FC76370DFFBC}"/>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6086" name="Rectangle 6">
            <a:extLst>
              <a:ext uri="{FF2B5EF4-FFF2-40B4-BE49-F238E27FC236}">
                <a16:creationId xmlns:a16="http://schemas.microsoft.com/office/drawing/2014/main" id="{03F35BA2-E7A7-26BD-8745-BAB5CC696205}"/>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46087" name="Rectangle 7">
            <a:extLst>
              <a:ext uri="{FF2B5EF4-FFF2-40B4-BE49-F238E27FC236}">
                <a16:creationId xmlns:a16="http://schemas.microsoft.com/office/drawing/2014/main" id="{C7EF1AE7-D3EF-467C-3345-CE3720BEC034}"/>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791BDEFE-25AE-4CD9-B85D-1EF8A7E9F422}"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F4AFCE6B-2F46-6685-A023-FAD2483F9A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0B2235E-060B-46DB-AD5E-D7A77D1AEA49}" type="slidenum">
              <a:rPr lang="en-US" altLang="zh-CN"/>
              <a:pPr>
                <a:spcBef>
                  <a:spcPct val="0"/>
                </a:spcBef>
              </a:pPr>
              <a:t>1</a:t>
            </a:fld>
            <a:endParaRPr lang="en-US" altLang="zh-CN"/>
          </a:p>
        </p:txBody>
      </p:sp>
      <p:sp>
        <p:nvSpPr>
          <p:cNvPr id="6147" name="Rectangle 2">
            <a:extLst>
              <a:ext uri="{FF2B5EF4-FFF2-40B4-BE49-F238E27FC236}">
                <a16:creationId xmlns:a16="http://schemas.microsoft.com/office/drawing/2014/main" id="{2CE76569-8891-14A2-1FF3-C7A1741BCB45}"/>
              </a:ext>
            </a:extLst>
          </p:cNvPr>
          <p:cNvSpPr>
            <a:spLocks noChangeArrowheads="1" noTextEdit="1"/>
          </p:cNvSpPr>
          <p:nvPr>
            <p:ph type="sldImg"/>
          </p:nvPr>
        </p:nvSpPr>
        <p:spPr>
          <a:ln/>
        </p:spPr>
      </p:sp>
      <p:sp>
        <p:nvSpPr>
          <p:cNvPr id="6148" name="Rectangle 3">
            <a:extLst>
              <a:ext uri="{FF2B5EF4-FFF2-40B4-BE49-F238E27FC236}">
                <a16:creationId xmlns:a16="http://schemas.microsoft.com/office/drawing/2014/main" id="{63F7BE54-06C0-381E-03B6-DD5BBC2F3A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F2E19F63-7A00-0800-1462-7664263C0757}"/>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9305C1AC-2A87-F141-17AC-68D50DF8B757}"/>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15AD9CBB-41C6-9080-16A5-9601A1843771}"/>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sp>
            <p:nvSpPr>
              <p:cNvPr id="11" name="Rectangle 5">
                <a:extLst>
                  <a:ext uri="{FF2B5EF4-FFF2-40B4-BE49-F238E27FC236}">
                    <a16:creationId xmlns:a16="http://schemas.microsoft.com/office/drawing/2014/main" id="{E500D763-C2FF-FB03-9E49-DFE1895B1193}"/>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grpSp>
        <p:grpSp>
          <p:nvGrpSpPr>
            <p:cNvPr id="4" name="Group 6">
              <a:extLst>
                <a:ext uri="{FF2B5EF4-FFF2-40B4-BE49-F238E27FC236}">
                  <a16:creationId xmlns:a16="http://schemas.microsoft.com/office/drawing/2014/main" id="{AC76E27A-9A44-980B-3119-FF253AAAA929}"/>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46F91B7C-5E39-D66A-7759-A9523B25F07F}"/>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sp>
            <p:nvSpPr>
              <p:cNvPr id="9" name="Rectangle 8">
                <a:extLst>
                  <a:ext uri="{FF2B5EF4-FFF2-40B4-BE49-F238E27FC236}">
                    <a16:creationId xmlns:a16="http://schemas.microsoft.com/office/drawing/2014/main" id="{22465A6E-8CBB-DE72-9ADE-316ABD7D098A}"/>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grpSp>
        <p:sp>
          <p:nvSpPr>
            <p:cNvPr id="5" name="Rectangle 9">
              <a:extLst>
                <a:ext uri="{FF2B5EF4-FFF2-40B4-BE49-F238E27FC236}">
                  <a16:creationId xmlns:a16="http://schemas.microsoft.com/office/drawing/2014/main" id="{69FF6C99-DCA0-1DCF-2140-668AB5BC6C16}"/>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sp>
          <p:nvSpPr>
            <p:cNvPr id="6" name="Rectangle 10">
              <a:extLst>
                <a:ext uri="{FF2B5EF4-FFF2-40B4-BE49-F238E27FC236}">
                  <a16:creationId xmlns:a16="http://schemas.microsoft.com/office/drawing/2014/main" id="{461D6B1D-2599-F3C0-4431-B8761E083FC9}"/>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sp>
          <p:nvSpPr>
            <p:cNvPr id="7" name="Rectangle 11">
              <a:extLst>
                <a:ext uri="{FF2B5EF4-FFF2-40B4-BE49-F238E27FC236}">
                  <a16:creationId xmlns:a16="http://schemas.microsoft.com/office/drawing/2014/main" id="{61E2AECA-ADF8-9426-3CEB-7B65A83F5610}"/>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grpSp>
      <p:sp>
        <p:nvSpPr>
          <p:cNvPr id="329740"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329741"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2" name="Rectangle 14">
            <a:extLst>
              <a:ext uri="{FF2B5EF4-FFF2-40B4-BE49-F238E27FC236}">
                <a16:creationId xmlns:a16="http://schemas.microsoft.com/office/drawing/2014/main" id="{48E9A599-22B0-3646-BF58-09A32E5000F7}"/>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3" name="Rectangle 15">
            <a:extLst>
              <a:ext uri="{FF2B5EF4-FFF2-40B4-BE49-F238E27FC236}">
                <a16:creationId xmlns:a16="http://schemas.microsoft.com/office/drawing/2014/main" id="{552D7E6C-11FA-72F2-545A-3A740CEE2506}"/>
              </a:ext>
            </a:extLst>
          </p:cNvPr>
          <p:cNvSpPr>
            <a:spLocks noGrp="1" noChangeArrowheads="1"/>
          </p:cNvSpPr>
          <p:nvPr>
            <p:ph type="ftr" sz="quarter" idx="11"/>
          </p:nvPr>
        </p:nvSpPr>
        <p:spPr>
          <a:xfrm>
            <a:off x="3429000" y="6248400"/>
            <a:ext cx="2895600" cy="457200"/>
          </a:xfrm>
        </p:spPr>
        <p:txBody>
          <a:bodyPr/>
          <a:lstStyle>
            <a:lvl1pPr>
              <a:defRPr>
                <a:solidFill>
                  <a:schemeClr val="bg2"/>
                </a:solidFill>
                <a:latin typeface="+mn-lt"/>
              </a:defRPr>
            </a:lvl1pPr>
          </a:lstStyle>
          <a:p>
            <a:pPr>
              <a:defRPr/>
            </a:pPr>
            <a:r>
              <a:rPr lang="en-US" altLang="zh-CN"/>
              <a:t>An Introduction to Database System</a:t>
            </a:r>
          </a:p>
        </p:txBody>
      </p:sp>
      <p:sp>
        <p:nvSpPr>
          <p:cNvPr id="14" name="Rectangle 16">
            <a:extLst>
              <a:ext uri="{FF2B5EF4-FFF2-40B4-BE49-F238E27FC236}">
                <a16:creationId xmlns:a16="http://schemas.microsoft.com/office/drawing/2014/main" id="{D93F5D17-2512-B93B-CE10-A4F0269AF30B}"/>
              </a:ext>
            </a:extLst>
          </p:cNvPr>
          <p:cNvSpPr>
            <a:spLocks noGrp="1" noChangeArrowheads="1"/>
          </p:cNvSpPr>
          <p:nvPr>
            <p:ph type="sldNum" sz="quarter" idx="12"/>
          </p:nvPr>
        </p:nvSpPr>
        <p:spPr bwMode="auto">
          <a:xfrm>
            <a:off x="68580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eaLnBrk="1" hangingPunct="1">
              <a:defRPr kumimoji="0" sz="1400">
                <a:solidFill>
                  <a:schemeClr val="bg2"/>
                </a:solidFill>
                <a:latin typeface="Tahoma" panose="020B0604030504040204" pitchFamily="34" charset="0"/>
              </a:defRPr>
            </a:lvl1pPr>
          </a:lstStyle>
          <a:p>
            <a:fld id="{DAEF0D98-56AB-4FD6-8DA5-D5E221C10E49}" type="slidenum">
              <a:rPr lang="en-US" altLang="zh-CN"/>
              <a:pPr/>
              <a:t>‹#›</a:t>
            </a:fld>
            <a:endParaRPr lang="en-US" altLang="zh-CN"/>
          </a:p>
        </p:txBody>
      </p:sp>
    </p:spTree>
    <p:extLst>
      <p:ext uri="{BB962C8B-B14F-4D97-AF65-F5344CB8AC3E}">
        <p14:creationId xmlns:p14="http://schemas.microsoft.com/office/powerpoint/2010/main" val="2662909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CD5FBEF2-7AF9-49EC-A077-22E94D8BC52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387DB2CB-97AF-B553-26AC-7C2A22D7F8AD}"/>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2454524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a:extLst>
              <a:ext uri="{FF2B5EF4-FFF2-40B4-BE49-F238E27FC236}">
                <a16:creationId xmlns:a16="http://schemas.microsoft.com/office/drawing/2014/main" id="{07CEF157-0821-76FE-E2DE-7D13852613D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87437B0C-5C2D-771C-C5F5-8B71D7CDCBBC}"/>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3044240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3CD169AC-B178-DB2B-3B5A-1F0CF55DCAF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DC0E9741-3860-6866-EFFA-AB9AA2512DB2}"/>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2208929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1861283E-154E-087B-D694-D4EFA35D809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9D5DEBD0-FAA0-475F-7A25-7FEF747629A0}"/>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3790616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a:extLst>
              <a:ext uri="{FF2B5EF4-FFF2-40B4-BE49-F238E27FC236}">
                <a16:creationId xmlns:a16="http://schemas.microsoft.com/office/drawing/2014/main" id="{1D3156E9-5005-595C-6941-899CCBC71EA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F1D9DDA0-BEFE-7408-D55C-98BCA8AE538D}"/>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1806948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97F31E17-BB84-D24C-A386-5FB8C10E028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id="{638C7CE4-FA3C-7BB1-7CF6-E8405E769853}"/>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3547975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7AFE829E-6339-4573-5C79-217A81DDEF9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96D09228-6C6F-4B61-4BEC-24FCE23B6669}"/>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2534223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AC963E65-CEE4-B752-5EDF-3558AA0281E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47A0E04C-4B64-DF51-F4BA-03CEE7E5BE70}"/>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1379987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414669B7-324E-C2DA-52E9-298B2A9F096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314DC77A-2CE6-E726-3E9C-4CC26FF38C2F}"/>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498019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4EA17DCE-B6AB-6743-70DC-AF7D4C832BC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6783C6E9-DCF8-A24A-0B82-7616496DF2DC}"/>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12291861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145088" y="2017713"/>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145088" y="4151313"/>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1">
            <a:extLst>
              <a:ext uri="{FF2B5EF4-FFF2-40B4-BE49-F238E27FC236}">
                <a16:creationId xmlns:a16="http://schemas.microsoft.com/office/drawing/2014/main" id="{C9768C8C-A479-07DA-A25F-EB5B46CF008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12">
            <a:extLst>
              <a:ext uri="{FF2B5EF4-FFF2-40B4-BE49-F238E27FC236}">
                <a16:creationId xmlns:a16="http://schemas.microsoft.com/office/drawing/2014/main" id="{01E43052-1C5E-39CF-9C48-0A3DB6980056}"/>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23891096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a:t>单击此处编辑母版标题样式</a:t>
            </a:r>
          </a:p>
        </p:txBody>
      </p:sp>
      <p:sp>
        <p:nvSpPr>
          <p:cNvPr id="3" name="表格占位符 2"/>
          <p:cNvSpPr>
            <a:spLocks noGrp="1"/>
          </p:cNvSpPr>
          <p:nvPr>
            <p:ph type="tbl" idx="1"/>
          </p:nvPr>
        </p:nvSpPr>
        <p:spPr>
          <a:xfrm>
            <a:off x="1182688" y="2017713"/>
            <a:ext cx="7772400" cy="4114800"/>
          </a:xfrm>
        </p:spPr>
        <p:txBody>
          <a:bodyPr/>
          <a:lstStyle/>
          <a:p>
            <a:pPr lvl="0"/>
            <a:endParaRPr lang="zh-CN" altLang="en-US" noProof="0"/>
          </a:p>
        </p:txBody>
      </p:sp>
      <p:sp>
        <p:nvSpPr>
          <p:cNvPr id="4" name="Rectangle 11">
            <a:extLst>
              <a:ext uri="{FF2B5EF4-FFF2-40B4-BE49-F238E27FC236}">
                <a16:creationId xmlns:a16="http://schemas.microsoft.com/office/drawing/2014/main" id="{6B3DBB6C-71A7-D7B4-63E4-9DA05F9017A2}"/>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EA655F3B-1CFA-61F8-C1BA-82D41B56A2CB}"/>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206D3196-9749-C8D3-38CA-C179CBAA84B0}"/>
              </a:ext>
            </a:extLst>
          </p:cNvPr>
          <p:cNvSpPr>
            <a:spLocks noGrp="1" noChangeArrowheads="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E2FA2121-ECE0-4C38-87B2-49FBDA513B32}" type="slidenum">
              <a:rPr lang="zh-CN" altLang="en-US"/>
              <a:pPr/>
              <a:t>‹#›</a:t>
            </a:fld>
            <a:endParaRPr lang="en-US" altLang="zh-CN"/>
          </a:p>
        </p:txBody>
      </p:sp>
    </p:spTree>
    <p:extLst>
      <p:ext uri="{BB962C8B-B14F-4D97-AF65-F5344CB8AC3E}">
        <p14:creationId xmlns:p14="http://schemas.microsoft.com/office/powerpoint/2010/main" val="1296747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C4FCA64-E73F-8B45-8E19-246C680009C2}"/>
              </a:ext>
            </a:extLst>
          </p:cNvPr>
          <p:cNvSpPr>
            <a:spLocks noChangeArrowheads="1"/>
          </p:cNvSpPr>
          <p:nvPr/>
        </p:nvSpPr>
        <p:spPr bwMode="ltGray">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27" name="Rectangle 3">
            <a:extLst>
              <a:ext uri="{FF2B5EF4-FFF2-40B4-BE49-F238E27FC236}">
                <a16:creationId xmlns:a16="http://schemas.microsoft.com/office/drawing/2014/main" id="{0F208665-B3CE-D9A8-5FC7-C3976EF469B2}"/>
              </a:ext>
            </a:extLst>
          </p:cNvPr>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28" name="Rectangle 4">
            <a:extLst>
              <a:ext uri="{FF2B5EF4-FFF2-40B4-BE49-F238E27FC236}">
                <a16:creationId xmlns:a16="http://schemas.microsoft.com/office/drawing/2014/main" id="{557B2A95-772F-B3E7-EA6F-60930BE71CA0}"/>
              </a:ext>
            </a:extLst>
          </p:cNvPr>
          <p:cNvSpPr>
            <a:spLocks noChangeArrowheads="1"/>
          </p:cNvSpPr>
          <p:nvPr/>
        </p:nvSpPr>
        <p:spPr bwMode="ltGray">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29" name="Rectangle 5">
            <a:extLst>
              <a:ext uri="{FF2B5EF4-FFF2-40B4-BE49-F238E27FC236}">
                <a16:creationId xmlns:a16="http://schemas.microsoft.com/office/drawing/2014/main" id="{8DA48CAA-8E24-7F95-F436-ACD686371429}"/>
              </a:ext>
            </a:extLst>
          </p:cNvPr>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30" name="Rectangle 6">
            <a:extLst>
              <a:ext uri="{FF2B5EF4-FFF2-40B4-BE49-F238E27FC236}">
                <a16:creationId xmlns:a16="http://schemas.microsoft.com/office/drawing/2014/main" id="{1DB7245D-A4E0-36A5-8726-7887671B3F22}"/>
              </a:ext>
            </a:extLst>
          </p:cNvPr>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31" name="Rectangle 7">
            <a:extLst>
              <a:ext uri="{FF2B5EF4-FFF2-40B4-BE49-F238E27FC236}">
                <a16:creationId xmlns:a16="http://schemas.microsoft.com/office/drawing/2014/main" id="{4172BB03-6900-3A4A-3E68-8FC75E3FC995}"/>
              </a:ext>
            </a:extLst>
          </p:cNvPr>
          <p:cNvSpPr>
            <a:spLocks noChangeArrowheads="1"/>
          </p:cNvSpPr>
          <p:nvPr/>
        </p:nvSpPr>
        <p:spPr bwMode="gray">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32" name="Rectangle 8">
            <a:extLst>
              <a:ext uri="{FF2B5EF4-FFF2-40B4-BE49-F238E27FC236}">
                <a16:creationId xmlns:a16="http://schemas.microsoft.com/office/drawing/2014/main" id="{9AAA6BD9-242F-B59B-07D9-E576A148EC04}"/>
              </a:ext>
            </a:extLst>
          </p:cNvPr>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33" name="Rectangle 9">
            <a:extLst>
              <a:ext uri="{FF2B5EF4-FFF2-40B4-BE49-F238E27FC236}">
                <a16:creationId xmlns:a16="http://schemas.microsoft.com/office/drawing/2014/main" id="{1B30436E-B410-483F-F004-9BED1C308E19}"/>
              </a:ext>
            </a:extLst>
          </p:cNvPr>
          <p:cNvSpPr>
            <a:spLocks noGrp="1" noChangeArrowheads="1"/>
          </p:cNvSpPr>
          <p:nvPr>
            <p:ph type="title"/>
          </p:nvPr>
        </p:nvSpPr>
        <p:spPr bwMode="auto">
          <a:xfrm>
            <a:off x="1150938" y="617538"/>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a:extLst>
              <a:ext uri="{FF2B5EF4-FFF2-40B4-BE49-F238E27FC236}">
                <a16:creationId xmlns:a16="http://schemas.microsoft.com/office/drawing/2014/main" id="{F6A9B7D6-0981-BB88-C268-A5E70419B737}"/>
              </a:ext>
            </a:extLst>
          </p:cNvPr>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28715" name="Rectangle 11">
            <a:extLst>
              <a:ext uri="{FF2B5EF4-FFF2-40B4-BE49-F238E27FC236}">
                <a16:creationId xmlns:a16="http://schemas.microsoft.com/office/drawing/2014/main" id="{22C5F249-2DFA-903F-F866-EA84D83AA448}"/>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0" sz="1400">
                <a:latin typeface="+mn-lt"/>
              </a:defRPr>
            </a:lvl1pPr>
          </a:lstStyle>
          <a:p>
            <a:pPr>
              <a:defRPr/>
            </a:pPr>
            <a:endParaRPr lang="en-US" altLang="zh-CN"/>
          </a:p>
        </p:txBody>
      </p:sp>
      <p:sp>
        <p:nvSpPr>
          <p:cNvPr id="328716" name="Rectangle 12">
            <a:extLst>
              <a:ext uri="{FF2B5EF4-FFF2-40B4-BE49-F238E27FC236}">
                <a16:creationId xmlns:a16="http://schemas.microsoft.com/office/drawing/2014/main" id="{F2A72696-C8E9-9FFA-567B-0698EE56CACB}"/>
              </a:ext>
            </a:extLst>
          </p:cNvPr>
          <p:cNvSpPr>
            <a:spLocks noGrp="1" noChangeArrowheads="1"/>
          </p:cNvSpPr>
          <p:nvPr>
            <p:ph type="ftr" sz="quarter" idx="3"/>
          </p:nvPr>
        </p:nvSpPr>
        <p:spPr bwMode="auto">
          <a:xfrm>
            <a:off x="3995738" y="6165850"/>
            <a:ext cx="476885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kumimoji="0" sz="1400">
                <a:solidFill>
                  <a:schemeClr val="hlink"/>
                </a:solidFill>
                <a:latin typeface="Principals of Database System"/>
              </a:defRPr>
            </a:lvl1pPr>
          </a:lstStyle>
          <a:p>
            <a:pPr>
              <a:defRPr/>
            </a:pPr>
            <a:r>
              <a:rPr lang="en-US" altLang="zh-CN"/>
              <a:t>An Introduction to Database System</a:t>
            </a:r>
          </a:p>
        </p:txBody>
      </p:sp>
    </p:spTree>
  </p:cSld>
  <p:clrMap bg1="lt1" tx1="dk1" bg2="lt2" tx2="dk2" accent1="accent1" accent2="accent2" accent3="accent3" accent4="accent4" accent5="accent5" accent6="accent6" hlink="hlink" folHlink="folHlink"/>
  <p:sldLayoutIdLst>
    <p:sldLayoutId id="2147483903"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 id="2147483901" r:id="rId11"/>
    <p:sldLayoutId id="2147483902" r:id="rId12"/>
    <p:sldLayoutId id="2147483904" r:id="rId13"/>
  </p:sldLayoutIdLst>
  <p:hf sldNum="0" hdr="0" dt="0"/>
  <p:txStyles>
    <p:titleStyle>
      <a:lvl1pPr algn="l" rtl="0" eaLnBrk="0" fontAlgn="base" hangingPunct="0">
        <a:spcBef>
          <a:spcPct val="0"/>
        </a:spcBef>
        <a:spcAft>
          <a:spcPct val="0"/>
        </a:spcAft>
        <a:defRPr kumimoji="1" sz="3600" b="1">
          <a:solidFill>
            <a:schemeClr val="tx2"/>
          </a:solidFill>
          <a:latin typeface="+mj-lt"/>
          <a:ea typeface="+mj-ea"/>
          <a:cs typeface="+mj-cs"/>
        </a:defRPr>
      </a:lvl1pPr>
      <a:lvl2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2pPr>
      <a:lvl3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3pPr>
      <a:lvl4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4pPr>
      <a:lvl5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5pPr>
      <a:lvl6pPr marL="457200" algn="l" rtl="0" fontAlgn="base">
        <a:spcBef>
          <a:spcPct val="0"/>
        </a:spcBef>
        <a:spcAft>
          <a:spcPct val="0"/>
        </a:spcAft>
        <a:defRPr kumimoji="1" sz="3600" b="1">
          <a:solidFill>
            <a:schemeClr val="tx2"/>
          </a:solidFill>
          <a:latin typeface="Tahoma" pitchFamily="34" charset="0"/>
          <a:ea typeface="仿宋_GB2312" pitchFamily="49" charset="-122"/>
        </a:defRPr>
      </a:lvl6pPr>
      <a:lvl7pPr marL="914400" algn="l" rtl="0" fontAlgn="base">
        <a:spcBef>
          <a:spcPct val="0"/>
        </a:spcBef>
        <a:spcAft>
          <a:spcPct val="0"/>
        </a:spcAft>
        <a:defRPr kumimoji="1" sz="3600" b="1">
          <a:solidFill>
            <a:schemeClr val="tx2"/>
          </a:solidFill>
          <a:latin typeface="Tahoma" pitchFamily="34" charset="0"/>
          <a:ea typeface="仿宋_GB2312" pitchFamily="49" charset="-122"/>
        </a:defRPr>
      </a:lvl7pPr>
      <a:lvl8pPr marL="1371600" algn="l" rtl="0" fontAlgn="base">
        <a:spcBef>
          <a:spcPct val="0"/>
        </a:spcBef>
        <a:spcAft>
          <a:spcPct val="0"/>
        </a:spcAft>
        <a:defRPr kumimoji="1" sz="3600" b="1">
          <a:solidFill>
            <a:schemeClr val="tx2"/>
          </a:solidFill>
          <a:latin typeface="Tahoma" pitchFamily="34" charset="0"/>
          <a:ea typeface="仿宋_GB2312" pitchFamily="49" charset="-122"/>
        </a:defRPr>
      </a:lvl8pPr>
      <a:lvl9pPr marL="1828800" algn="l" rtl="0" fontAlgn="base">
        <a:spcBef>
          <a:spcPct val="0"/>
        </a:spcBef>
        <a:spcAft>
          <a:spcPct val="0"/>
        </a:spcAft>
        <a:defRPr kumimoji="1" sz="3600" b="1">
          <a:solidFill>
            <a:schemeClr val="tx2"/>
          </a:solidFill>
          <a:latin typeface="Tahoma" pitchFamily="34" charset="0"/>
          <a:ea typeface="仿宋_GB2312"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slide" Target="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slide" Target="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页脚占位符 4">
            <a:extLst>
              <a:ext uri="{FF2B5EF4-FFF2-40B4-BE49-F238E27FC236}">
                <a16:creationId xmlns:a16="http://schemas.microsoft.com/office/drawing/2014/main" id="{6ECEEC4C-7C4D-76AA-EC2F-23A67C851EB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5123" name="Rectangle 3">
            <a:extLst>
              <a:ext uri="{FF2B5EF4-FFF2-40B4-BE49-F238E27FC236}">
                <a16:creationId xmlns:a16="http://schemas.microsoft.com/office/drawing/2014/main" id="{BDD5D4E6-E7D3-3B92-7210-1F2F25DA3CF4}"/>
              </a:ext>
            </a:extLst>
          </p:cNvPr>
          <p:cNvSpPr>
            <a:spLocks noChangeArrowheads="1"/>
          </p:cNvSpPr>
          <p:nvPr/>
        </p:nvSpPr>
        <p:spPr bwMode="auto">
          <a:xfrm>
            <a:off x="755650" y="990600"/>
            <a:ext cx="7924800" cy="271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4800" b="1">
                <a:latin typeface="Arial Black" panose="020B0A04020102020204" pitchFamily="34" charset="0"/>
                <a:ea typeface="隶书" panose="02010509060101010101" pitchFamily="49" charset="-122"/>
              </a:rPr>
              <a:t>数据库系统概论</a:t>
            </a:r>
            <a:endParaRPr lang="zh-CN" altLang="en-US" sz="4800" b="1">
              <a:latin typeface="宋体" panose="02010600030101010101" pitchFamily="2" charset="-122"/>
            </a:endParaRPr>
          </a:p>
          <a:p>
            <a:pPr algn="ctr" eaLnBrk="1" hangingPunct="1">
              <a:spcBef>
                <a:spcPct val="0"/>
              </a:spcBef>
              <a:buClrTx/>
              <a:buSzTx/>
              <a:buFontTx/>
              <a:buNone/>
            </a:pPr>
            <a:r>
              <a:rPr lang="en-US" altLang="zh-CN" sz="3600" b="1">
                <a:latin typeface="Times New Roman" panose="02020603050405020304" pitchFamily="18" charset="0"/>
              </a:rPr>
              <a:t>An Introduction to Database System</a:t>
            </a:r>
          </a:p>
          <a:p>
            <a:pPr algn="ctr" eaLnBrk="1" hangingPunct="1">
              <a:spcBef>
                <a:spcPct val="0"/>
              </a:spcBef>
              <a:buClrTx/>
              <a:buSzTx/>
              <a:buFontTx/>
              <a:buNone/>
            </a:pPr>
            <a:endParaRPr lang="en-US" altLang="zh-CN" sz="4400" b="1">
              <a:latin typeface="Times New Roman" panose="02020603050405020304" pitchFamily="18" charset="0"/>
            </a:endParaRPr>
          </a:p>
          <a:p>
            <a:pPr algn="ctr" eaLnBrk="1" hangingPunct="1">
              <a:spcBef>
                <a:spcPct val="0"/>
              </a:spcBef>
              <a:buClrTx/>
              <a:buSzTx/>
              <a:buFontTx/>
              <a:buNone/>
            </a:pPr>
            <a:r>
              <a:rPr lang="zh-CN" altLang="en-US" sz="4400" b="1">
                <a:solidFill>
                  <a:schemeClr val="tx2"/>
                </a:solidFill>
                <a:latin typeface="楷体_GB2312" panose="02010609030101010101" pitchFamily="49" charset="-122"/>
                <a:ea typeface="楷体_GB2312" panose="02010609030101010101" pitchFamily="49" charset="-122"/>
              </a:rPr>
              <a:t>第十二章  并发控制</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页脚占位符 4">
            <a:extLst>
              <a:ext uri="{FF2B5EF4-FFF2-40B4-BE49-F238E27FC236}">
                <a16:creationId xmlns:a16="http://schemas.microsoft.com/office/drawing/2014/main" id="{BEB6A080-45BE-7F2F-6BA7-B9E44EE2533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7171" name="Rectangle 2">
            <a:extLst>
              <a:ext uri="{FF2B5EF4-FFF2-40B4-BE49-F238E27FC236}">
                <a16:creationId xmlns:a16="http://schemas.microsoft.com/office/drawing/2014/main" id="{F7FB68A3-AA6B-48F8-5E86-4DC710AF1208}"/>
              </a:ext>
            </a:extLst>
          </p:cNvPr>
          <p:cNvSpPr>
            <a:spLocks noGrp="1" noChangeArrowheads="1"/>
          </p:cNvSpPr>
          <p:nvPr>
            <p:ph type="title"/>
          </p:nvPr>
        </p:nvSpPr>
        <p:spPr/>
        <p:txBody>
          <a:bodyPr/>
          <a:lstStyle/>
          <a:p>
            <a:pPr eaLnBrk="1" hangingPunct="1"/>
            <a:r>
              <a:rPr lang="zh-CN" altLang="en-US"/>
              <a:t>并发控制概述</a:t>
            </a:r>
          </a:p>
        </p:txBody>
      </p:sp>
      <p:sp>
        <p:nvSpPr>
          <p:cNvPr id="336899" name="Rectangle 3">
            <a:extLst>
              <a:ext uri="{FF2B5EF4-FFF2-40B4-BE49-F238E27FC236}">
                <a16:creationId xmlns:a16="http://schemas.microsoft.com/office/drawing/2014/main" id="{D62E4DF6-6330-79A9-3F65-210B129A8F52}"/>
              </a:ext>
            </a:extLst>
          </p:cNvPr>
          <p:cNvSpPr>
            <a:spLocks noGrp="1" noChangeArrowheads="1"/>
          </p:cNvSpPr>
          <p:nvPr>
            <p:ph type="body" idx="1"/>
          </p:nvPr>
        </p:nvSpPr>
        <p:spPr>
          <a:xfrm>
            <a:off x="1182688" y="2017713"/>
            <a:ext cx="3894137" cy="3140075"/>
          </a:xfrm>
        </p:spPr>
        <p:txBody>
          <a:bodyPr/>
          <a:lstStyle/>
          <a:p>
            <a:pPr algn="just" eaLnBrk="1" hangingPunct="1">
              <a:lnSpc>
                <a:spcPct val="90000"/>
              </a:lnSpc>
              <a:buFont typeface="Wingdings" panose="05000000000000000000" pitchFamily="2" charset="2"/>
              <a:buNone/>
            </a:pPr>
            <a:r>
              <a:rPr lang="zh-CN" altLang="en-US"/>
              <a:t>多事务执行方式 </a:t>
            </a:r>
            <a:endParaRPr lang="zh-CN" altLang="en-US" sz="2800"/>
          </a:p>
          <a:p>
            <a:pPr algn="just" eaLnBrk="1" hangingPunct="1">
              <a:spcBef>
                <a:spcPct val="50000"/>
              </a:spcBef>
              <a:buFont typeface="Wingdings" panose="05000000000000000000" pitchFamily="2" charset="2"/>
              <a:buNone/>
            </a:pPr>
            <a:r>
              <a:rPr lang="en-US" altLang="zh-CN"/>
              <a:t>(1)</a:t>
            </a:r>
            <a:r>
              <a:rPr lang="zh-CN" altLang="en-US"/>
              <a:t>事务串行执行</a:t>
            </a:r>
          </a:p>
          <a:p>
            <a:pPr algn="just" eaLnBrk="1" hangingPunct="1">
              <a:spcBef>
                <a:spcPct val="50000"/>
              </a:spcBef>
              <a:buFont typeface="Wingdings" panose="05000000000000000000" pitchFamily="2" charset="2"/>
              <a:buNone/>
            </a:pPr>
            <a:r>
              <a:rPr lang="en-US" altLang="zh-CN"/>
              <a:t>(2)</a:t>
            </a:r>
            <a:r>
              <a:rPr lang="zh-CN" altLang="en-US"/>
              <a:t>事务的交错执行</a:t>
            </a:r>
          </a:p>
          <a:p>
            <a:pPr algn="just" eaLnBrk="1" hangingPunct="1">
              <a:spcBef>
                <a:spcPct val="50000"/>
              </a:spcBef>
              <a:buFont typeface="Wingdings" panose="05000000000000000000" pitchFamily="2" charset="2"/>
              <a:buNone/>
            </a:pPr>
            <a:r>
              <a:rPr lang="en-US" altLang="zh-CN"/>
              <a:t>(3)</a:t>
            </a:r>
            <a:r>
              <a:rPr lang="zh-CN" altLang="en-US"/>
              <a:t>事务的并行执行</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6899">
                                            <p:txEl>
                                              <p:pRg st="0" end="0"/>
                                            </p:txEl>
                                          </p:spTgt>
                                        </p:tgtEl>
                                        <p:attrNameLst>
                                          <p:attrName>style.visibility</p:attrName>
                                        </p:attrNameLst>
                                      </p:cBhvr>
                                      <p:to>
                                        <p:strVal val="visible"/>
                                      </p:to>
                                    </p:set>
                                    <p:animEffect transition="in" filter="wipe(left)">
                                      <p:cBhvr>
                                        <p:cTn id="7" dur="500"/>
                                        <p:tgtEl>
                                          <p:spTgt spid="3368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6899">
                                            <p:txEl>
                                              <p:pRg st="1" end="1"/>
                                            </p:txEl>
                                          </p:spTgt>
                                        </p:tgtEl>
                                        <p:attrNameLst>
                                          <p:attrName>style.visibility</p:attrName>
                                        </p:attrNameLst>
                                      </p:cBhvr>
                                      <p:to>
                                        <p:strVal val="visible"/>
                                      </p:to>
                                    </p:set>
                                    <p:animEffect transition="in" filter="wipe(left)">
                                      <p:cBhvr>
                                        <p:cTn id="12" dur="500"/>
                                        <p:tgtEl>
                                          <p:spTgt spid="3368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6899">
                                            <p:txEl>
                                              <p:pRg st="2" end="2"/>
                                            </p:txEl>
                                          </p:spTgt>
                                        </p:tgtEl>
                                        <p:attrNameLst>
                                          <p:attrName>style.visibility</p:attrName>
                                        </p:attrNameLst>
                                      </p:cBhvr>
                                      <p:to>
                                        <p:strVal val="visible"/>
                                      </p:to>
                                    </p:set>
                                    <p:animEffect transition="in" filter="wipe(left)">
                                      <p:cBhvr>
                                        <p:cTn id="17" dur="500"/>
                                        <p:tgtEl>
                                          <p:spTgt spid="3368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6899">
                                            <p:txEl>
                                              <p:pRg st="3" end="3"/>
                                            </p:txEl>
                                          </p:spTgt>
                                        </p:tgtEl>
                                        <p:attrNameLst>
                                          <p:attrName>style.visibility</p:attrName>
                                        </p:attrNameLst>
                                      </p:cBhvr>
                                      <p:to>
                                        <p:strVal val="visible"/>
                                      </p:to>
                                    </p:set>
                                    <p:animEffect transition="in" filter="wipe(left)">
                                      <p:cBhvr>
                                        <p:cTn id="22" dur="500"/>
                                        <p:tgtEl>
                                          <p:spTgt spid="3368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899" grpId="0" build="p" bldLvl="2"/>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页脚占位符 4">
            <a:extLst>
              <a:ext uri="{FF2B5EF4-FFF2-40B4-BE49-F238E27FC236}">
                <a16:creationId xmlns:a16="http://schemas.microsoft.com/office/drawing/2014/main" id="{82429C76-FF78-E9CE-60CF-5788EA69C75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8195" name="Rectangle 2">
            <a:extLst>
              <a:ext uri="{FF2B5EF4-FFF2-40B4-BE49-F238E27FC236}">
                <a16:creationId xmlns:a16="http://schemas.microsoft.com/office/drawing/2014/main" id="{C8AF19BE-51BE-A8C3-8D60-B56AC684EBE8}"/>
              </a:ext>
            </a:extLst>
          </p:cNvPr>
          <p:cNvSpPr>
            <a:spLocks noGrp="1" noChangeArrowheads="1"/>
          </p:cNvSpPr>
          <p:nvPr>
            <p:ph type="title"/>
          </p:nvPr>
        </p:nvSpPr>
        <p:spPr>
          <a:xfrm>
            <a:off x="1143000" y="5105400"/>
            <a:ext cx="7772400" cy="1143000"/>
          </a:xfrm>
        </p:spPr>
        <p:txBody>
          <a:bodyPr/>
          <a:lstStyle/>
          <a:p>
            <a:pPr eaLnBrk="1" hangingPunct="1"/>
            <a:r>
              <a:rPr lang="en-US" altLang="zh-CN" sz="2400"/>
              <a:t>T1</a:t>
            </a:r>
            <a:r>
              <a:rPr lang="zh-CN" altLang="en-US" sz="2400"/>
              <a:t>的修改被</a:t>
            </a:r>
            <a:r>
              <a:rPr lang="en-US" altLang="zh-CN" sz="2400"/>
              <a:t>T2</a:t>
            </a:r>
            <a:r>
              <a:rPr lang="zh-CN" altLang="en-US" sz="2400"/>
              <a:t>覆盖了！</a:t>
            </a:r>
            <a:endParaRPr lang="zh-CN" altLang="en-US"/>
          </a:p>
        </p:txBody>
      </p:sp>
      <p:grpSp>
        <p:nvGrpSpPr>
          <p:cNvPr id="8196" name="Group 3">
            <a:extLst>
              <a:ext uri="{FF2B5EF4-FFF2-40B4-BE49-F238E27FC236}">
                <a16:creationId xmlns:a16="http://schemas.microsoft.com/office/drawing/2014/main" id="{69334D71-4086-DF82-E826-FBFFE9CCF2BB}"/>
              </a:ext>
            </a:extLst>
          </p:cNvPr>
          <p:cNvGrpSpPr>
            <a:grpSpLocks/>
          </p:cNvGrpSpPr>
          <p:nvPr/>
        </p:nvGrpSpPr>
        <p:grpSpPr bwMode="auto">
          <a:xfrm>
            <a:off x="3276600" y="1371600"/>
            <a:ext cx="2895600" cy="3846513"/>
            <a:chOff x="576" y="1152"/>
            <a:chExt cx="1824" cy="2423"/>
          </a:xfrm>
        </p:grpSpPr>
        <p:sp>
          <p:nvSpPr>
            <p:cNvPr id="8198" name="Rectangle 4">
              <a:extLst>
                <a:ext uri="{FF2B5EF4-FFF2-40B4-BE49-F238E27FC236}">
                  <a16:creationId xmlns:a16="http://schemas.microsoft.com/office/drawing/2014/main" id="{9B06F5DD-1C6C-BBAC-B039-CEE1BAE8E4D0}"/>
                </a:ext>
              </a:extLst>
            </p:cNvPr>
            <p:cNvSpPr>
              <a:spLocks noChangeArrowheads="1"/>
            </p:cNvSpPr>
            <p:nvPr/>
          </p:nvSpPr>
          <p:spPr bwMode="auto">
            <a:xfrm>
              <a:off x="1552" y="1402"/>
              <a:ext cx="848" cy="2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en-US" altLang="zh-CN" sz="28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zh-CN" altLang="en-US" sz="2000"/>
                <a:t>读</a:t>
              </a:r>
              <a:r>
                <a:rPr lang="en-US" altLang="zh-CN" sz="2000"/>
                <a:t>A=16</a:t>
              </a:r>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t>A←A-3</a:t>
              </a:r>
            </a:p>
            <a:p>
              <a:pPr eaLnBrk="1" hangingPunct="1">
                <a:buFont typeface="Wingdings" panose="05000000000000000000" pitchFamily="2" charset="2"/>
                <a:buNone/>
              </a:pPr>
              <a:r>
                <a:rPr lang="zh-CN" altLang="en-US" sz="2000"/>
                <a:t>写回</a:t>
              </a:r>
              <a:r>
                <a:rPr lang="en-US" altLang="zh-CN" sz="2000"/>
                <a:t>A=13</a:t>
              </a:r>
            </a:p>
          </p:txBody>
        </p:sp>
        <p:sp>
          <p:nvSpPr>
            <p:cNvPr id="8199" name="Rectangle 5">
              <a:extLst>
                <a:ext uri="{FF2B5EF4-FFF2-40B4-BE49-F238E27FC236}">
                  <a16:creationId xmlns:a16="http://schemas.microsoft.com/office/drawing/2014/main" id="{6EE5820A-4B92-C5FC-3438-3047EA37EB7F}"/>
                </a:ext>
              </a:extLst>
            </p:cNvPr>
            <p:cNvSpPr>
              <a:spLocks noChangeArrowheads="1"/>
            </p:cNvSpPr>
            <p:nvPr/>
          </p:nvSpPr>
          <p:spPr bwMode="auto">
            <a:xfrm>
              <a:off x="576" y="1402"/>
              <a:ext cx="976" cy="2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en-US" altLang="zh-CN" sz="2000"/>
                <a:t>① </a:t>
              </a:r>
              <a:r>
                <a:rPr lang="zh-CN" altLang="en-US" sz="2000"/>
                <a:t>读</a:t>
              </a:r>
              <a:r>
                <a:rPr lang="en-US" altLang="zh-CN" sz="2000"/>
                <a:t>A=16</a:t>
              </a:r>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t>②</a:t>
              </a:r>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t>③ A←A-1</a:t>
              </a:r>
            </a:p>
            <a:p>
              <a:pPr eaLnBrk="1" hangingPunct="1">
                <a:buFont typeface="Wingdings" panose="05000000000000000000" pitchFamily="2" charset="2"/>
                <a:buNone/>
              </a:pPr>
              <a:r>
                <a:rPr lang="en-US" altLang="zh-CN" sz="2000"/>
                <a:t>   </a:t>
              </a:r>
              <a:r>
                <a:rPr lang="zh-CN" altLang="en-US" sz="2000"/>
                <a:t>写回</a:t>
              </a:r>
              <a:r>
                <a:rPr lang="en-US" altLang="zh-CN" sz="2000"/>
                <a:t>A=15</a:t>
              </a:r>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t>④</a:t>
              </a:r>
            </a:p>
            <a:p>
              <a:pPr eaLnBrk="1" hangingPunct="1">
                <a:buFont typeface="Wingdings" panose="05000000000000000000" pitchFamily="2" charset="2"/>
                <a:buNone/>
              </a:pPr>
              <a:endParaRPr lang="en-US" altLang="zh-CN" sz="2000"/>
            </a:p>
          </p:txBody>
        </p:sp>
        <p:sp>
          <p:nvSpPr>
            <p:cNvPr id="8200" name="Rectangle 6">
              <a:extLst>
                <a:ext uri="{FF2B5EF4-FFF2-40B4-BE49-F238E27FC236}">
                  <a16:creationId xmlns:a16="http://schemas.microsoft.com/office/drawing/2014/main" id="{B2EAFAE2-B662-553F-4C6A-5DBF5B95A4E8}"/>
                </a:ext>
              </a:extLst>
            </p:cNvPr>
            <p:cNvSpPr>
              <a:spLocks noChangeArrowheads="1"/>
            </p:cNvSpPr>
            <p:nvPr/>
          </p:nvSpPr>
          <p:spPr bwMode="auto">
            <a:xfrm>
              <a:off x="1552" y="1152"/>
              <a:ext cx="8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en-US" sz="2000"/>
                <a:t>事务 </a:t>
              </a:r>
              <a:r>
                <a:rPr lang="en-US" altLang="zh-CN" sz="2400"/>
                <a:t>T</a:t>
              </a:r>
              <a:r>
                <a:rPr lang="en-US" altLang="zh-CN" sz="2400" baseline="-25000"/>
                <a:t>2</a:t>
              </a:r>
              <a:endParaRPr lang="en-US" altLang="zh-CN" sz="2000" baseline="-25000"/>
            </a:p>
          </p:txBody>
        </p:sp>
        <p:sp>
          <p:nvSpPr>
            <p:cNvPr id="8201" name="Rectangle 7">
              <a:extLst>
                <a:ext uri="{FF2B5EF4-FFF2-40B4-BE49-F238E27FC236}">
                  <a16:creationId xmlns:a16="http://schemas.microsoft.com/office/drawing/2014/main" id="{487CF262-0CCB-9EBB-1224-B05A05BF2E7A}"/>
                </a:ext>
              </a:extLst>
            </p:cNvPr>
            <p:cNvSpPr>
              <a:spLocks noChangeArrowheads="1"/>
            </p:cNvSpPr>
            <p:nvPr/>
          </p:nvSpPr>
          <p:spPr bwMode="auto">
            <a:xfrm>
              <a:off x="576" y="1152"/>
              <a:ext cx="9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en-US" sz="2000"/>
                <a:t>事务 </a:t>
              </a:r>
              <a:r>
                <a:rPr lang="en-US" altLang="zh-CN" sz="2400"/>
                <a:t>T</a:t>
              </a:r>
              <a:r>
                <a:rPr lang="en-US" altLang="zh-CN" sz="2400" baseline="-25000"/>
                <a:t>1</a:t>
              </a:r>
              <a:endParaRPr lang="en-US" altLang="zh-CN" sz="2000" baseline="-25000"/>
            </a:p>
          </p:txBody>
        </p:sp>
        <p:sp>
          <p:nvSpPr>
            <p:cNvPr id="8202" name="Line 8">
              <a:extLst>
                <a:ext uri="{FF2B5EF4-FFF2-40B4-BE49-F238E27FC236}">
                  <a16:creationId xmlns:a16="http://schemas.microsoft.com/office/drawing/2014/main" id="{2E927AF5-F406-359A-6230-643E36E76D1C}"/>
                </a:ext>
              </a:extLst>
            </p:cNvPr>
            <p:cNvSpPr>
              <a:spLocks noChangeShapeType="1"/>
            </p:cNvSpPr>
            <p:nvPr/>
          </p:nvSpPr>
          <p:spPr bwMode="auto">
            <a:xfrm>
              <a:off x="576" y="1152"/>
              <a:ext cx="182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203" name="Line 9">
              <a:extLst>
                <a:ext uri="{FF2B5EF4-FFF2-40B4-BE49-F238E27FC236}">
                  <a16:creationId xmlns:a16="http://schemas.microsoft.com/office/drawing/2014/main" id="{CA98139A-4B20-4C5A-343C-410B73B0B960}"/>
                </a:ext>
              </a:extLst>
            </p:cNvPr>
            <p:cNvSpPr>
              <a:spLocks noChangeShapeType="1"/>
            </p:cNvSpPr>
            <p:nvPr/>
          </p:nvSpPr>
          <p:spPr bwMode="auto">
            <a:xfrm>
              <a:off x="576" y="1402"/>
              <a:ext cx="18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204" name="Line 10">
              <a:extLst>
                <a:ext uri="{FF2B5EF4-FFF2-40B4-BE49-F238E27FC236}">
                  <a16:creationId xmlns:a16="http://schemas.microsoft.com/office/drawing/2014/main" id="{A1EBF7EA-21CD-B3AD-1874-220D9E2E624B}"/>
                </a:ext>
              </a:extLst>
            </p:cNvPr>
            <p:cNvSpPr>
              <a:spLocks noChangeShapeType="1"/>
            </p:cNvSpPr>
            <p:nvPr/>
          </p:nvSpPr>
          <p:spPr bwMode="auto">
            <a:xfrm>
              <a:off x="576" y="3575"/>
              <a:ext cx="182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205" name="Line 11">
              <a:extLst>
                <a:ext uri="{FF2B5EF4-FFF2-40B4-BE49-F238E27FC236}">
                  <a16:creationId xmlns:a16="http://schemas.microsoft.com/office/drawing/2014/main" id="{66134741-3E85-59A3-BE84-B117B75F6982}"/>
                </a:ext>
              </a:extLst>
            </p:cNvPr>
            <p:cNvSpPr>
              <a:spLocks noChangeShapeType="1"/>
            </p:cNvSpPr>
            <p:nvPr/>
          </p:nvSpPr>
          <p:spPr bwMode="auto">
            <a:xfrm>
              <a:off x="576" y="1152"/>
              <a:ext cx="0" cy="2423"/>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206" name="Line 12">
              <a:extLst>
                <a:ext uri="{FF2B5EF4-FFF2-40B4-BE49-F238E27FC236}">
                  <a16:creationId xmlns:a16="http://schemas.microsoft.com/office/drawing/2014/main" id="{9B09EDB0-9067-38D1-D463-5EF67601EE1A}"/>
                </a:ext>
              </a:extLst>
            </p:cNvPr>
            <p:cNvSpPr>
              <a:spLocks noChangeShapeType="1"/>
            </p:cNvSpPr>
            <p:nvPr/>
          </p:nvSpPr>
          <p:spPr bwMode="auto">
            <a:xfrm>
              <a:off x="1552" y="1152"/>
              <a:ext cx="0" cy="242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207" name="Line 13">
              <a:extLst>
                <a:ext uri="{FF2B5EF4-FFF2-40B4-BE49-F238E27FC236}">
                  <a16:creationId xmlns:a16="http://schemas.microsoft.com/office/drawing/2014/main" id="{6B0DD49E-C51D-4C4E-479A-84D5E0BD8F9A}"/>
                </a:ext>
              </a:extLst>
            </p:cNvPr>
            <p:cNvSpPr>
              <a:spLocks noChangeShapeType="1"/>
            </p:cNvSpPr>
            <p:nvPr/>
          </p:nvSpPr>
          <p:spPr bwMode="auto">
            <a:xfrm>
              <a:off x="2400" y="1152"/>
              <a:ext cx="0" cy="2423"/>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8197" name="Rectangle 14">
            <a:extLst>
              <a:ext uri="{FF2B5EF4-FFF2-40B4-BE49-F238E27FC236}">
                <a16:creationId xmlns:a16="http://schemas.microsoft.com/office/drawing/2014/main" id="{24394C8C-2876-AD48-E175-632F4C2053BC}"/>
              </a:ext>
            </a:extLst>
          </p:cNvPr>
          <p:cNvSpPr>
            <a:spLocks noChangeArrowheads="1"/>
          </p:cNvSpPr>
          <p:nvPr/>
        </p:nvSpPr>
        <p:spPr bwMode="auto">
          <a:xfrm>
            <a:off x="1295400" y="503238"/>
            <a:ext cx="5486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b="1">
                <a:latin typeface="Times New Roman" panose="02020603050405020304" pitchFamily="18" charset="0"/>
              </a:rPr>
              <a:t>数据不一致实例：飞机订票系统</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页脚占位符 4">
            <a:extLst>
              <a:ext uri="{FF2B5EF4-FFF2-40B4-BE49-F238E27FC236}">
                <a16:creationId xmlns:a16="http://schemas.microsoft.com/office/drawing/2014/main" id="{05599917-EEED-5239-E4F7-E0F827D8CBF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9219" name="Rectangle 2">
            <a:extLst>
              <a:ext uri="{FF2B5EF4-FFF2-40B4-BE49-F238E27FC236}">
                <a16:creationId xmlns:a16="http://schemas.microsoft.com/office/drawing/2014/main" id="{D153C943-B0E1-D422-72BC-2A285870F420}"/>
              </a:ext>
            </a:extLst>
          </p:cNvPr>
          <p:cNvSpPr>
            <a:spLocks noGrp="1" noChangeArrowheads="1"/>
          </p:cNvSpPr>
          <p:nvPr>
            <p:ph type="title"/>
          </p:nvPr>
        </p:nvSpPr>
        <p:spPr/>
        <p:txBody>
          <a:bodyPr/>
          <a:lstStyle/>
          <a:p>
            <a:pPr eaLnBrk="1" hangingPunct="1"/>
            <a:r>
              <a:rPr lang="zh-CN" altLang="en-US" sz="3200"/>
              <a:t>并发操作带来的数据不一致性</a:t>
            </a:r>
            <a:endParaRPr lang="zh-CN" altLang="en-US" sz="4000"/>
          </a:p>
        </p:txBody>
      </p:sp>
      <p:sp>
        <p:nvSpPr>
          <p:cNvPr id="9220" name="Rectangle 3">
            <a:extLst>
              <a:ext uri="{FF2B5EF4-FFF2-40B4-BE49-F238E27FC236}">
                <a16:creationId xmlns:a16="http://schemas.microsoft.com/office/drawing/2014/main" id="{D2A99BA6-44CC-5E64-0B46-84A2A08293C7}"/>
              </a:ext>
            </a:extLst>
          </p:cNvPr>
          <p:cNvSpPr>
            <a:spLocks noGrp="1" noChangeArrowheads="1"/>
          </p:cNvSpPr>
          <p:nvPr>
            <p:ph type="body" idx="1"/>
          </p:nvPr>
        </p:nvSpPr>
        <p:spPr/>
        <p:txBody>
          <a:bodyPr/>
          <a:lstStyle/>
          <a:p>
            <a:pPr algn="just" eaLnBrk="1" hangingPunct="1"/>
            <a:r>
              <a:rPr lang="zh-CN" altLang="en-US"/>
              <a:t>丢失修改（</a:t>
            </a:r>
            <a:r>
              <a:rPr lang="en-US" altLang="zh-CN"/>
              <a:t>lost update</a:t>
            </a:r>
            <a:r>
              <a:rPr lang="zh-CN" altLang="en-US"/>
              <a:t>）</a:t>
            </a:r>
          </a:p>
          <a:p>
            <a:pPr algn="just" eaLnBrk="1" hangingPunct="1">
              <a:lnSpc>
                <a:spcPct val="210000"/>
              </a:lnSpc>
            </a:pPr>
            <a:r>
              <a:rPr lang="zh-CN" altLang="en-US"/>
              <a:t>不可重复读（</a:t>
            </a:r>
            <a:r>
              <a:rPr lang="en-US" altLang="zh-CN"/>
              <a:t>non-repeatable read</a:t>
            </a:r>
            <a:r>
              <a:rPr lang="zh-CN" altLang="en-US"/>
              <a:t>）</a:t>
            </a:r>
          </a:p>
          <a:p>
            <a:pPr algn="just" eaLnBrk="1" hangingPunct="1">
              <a:lnSpc>
                <a:spcPct val="210000"/>
              </a:lnSpc>
            </a:pPr>
            <a:r>
              <a:rPr lang="zh-CN" altLang="en-US"/>
              <a:t>读</a:t>
            </a:r>
            <a:r>
              <a:rPr lang="zh-CN" altLang="en-US">
                <a:latin typeface="Times New Roman" panose="02020603050405020304" pitchFamily="18" charset="0"/>
              </a:rPr>
              <a:t>“</a:t>
            </a:r>
            <a:r>
              <a:rPr lang="zh-CN" altLang="en-US"/>
              <a:t>脏</a:t>
            </a:r>
            <a:r>
              <a:rPr lang="zh-CN" altLang="en-US">
                <a:latin typeface="Times New Roman" panose="02020603050405020304" pitchFamily="18" charset="0"/>
              </a:rPr>
              <a:t>”</a:t>
            </a:r>
            <a:r>
              <a:rPr lang="zh-CN" altLang="en-US"/>
              <a:t>数据（</a:t>
            </a:r>
            <a:r>
              <a:rPr lang="en-US" altLang="zh-CN"/>
              <a:t>dirty read</a:t>
            </a:r>
            <a:r>
              <a:rPr lang="zh-CN" altLang="en-US"/>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页脚占位符 4">
            <a:extLst>
              <a:ext uri="{FF2B5EF4-FFF2-40B4-BE49-F238E27FC236}">
                <a16:creationId xmlns:a16="http://schemas.microsoft.com/office/drawing/2014/main" id="{1BCABF58-51EF-2C78-B14C-0B3B9163358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0243" name="Rectangle 2">
            <a:extLst>
              <a:ext uri="{FF2B5EF4-FFF2-40B4-BE49-F238E27FC236}">
                <a16:creationId xmlns:a16="http://schemas.microsoft.com/office/drawing/2014/main" id="{2FAD212B-5228-A235-21E8-84284A44D4B4}"/>
              </a:ext>
            </a:extLst>
          </p:cNvPr>
          <p:cNvSpPr>
            <a:spLocks noGrp="1" noChangeArrowheads="1"/>
          </p:cNvSpPr>
          <p:nvPr>
            <p:ph type="title"/>
          </p:nvPr>
        </p:nvSpPr>
        <p:spPr/>
        <p:txBody>
          <a:bodyPr/>
          <a:lstStyle/>
          <a:p>
            <a:pPr eaLnBrk="1" hangingPunct="1"/>
            <a:r>
              <a:rPr lang="en-US" altLang="zh-CN">
                <a:ea typeface="黑体" panose="02010609060101010101" pitchFamily="49" charset="-122"/>
              </a:rPr>
              <a:t>1. </a:t>
            </a:r>
            <a:r>
              <a:rPr lang="zh-CN" altLang="en-US">
                <a:ea typeface="黑体" panose="02010609060101010101" pitchFamily="49" charset="-122"/>
              </a:rPr>
              <a:t>丢失修改</a:t>
            </a:r>
          </a:p>
        </p:txBody>
      </p:sp>
      <p:sp>
        <p:nvSpPr>
          <p:cNvPr id="10244" name="Rectangle 3">
            <a:extLst>
              <a:ext uri="{FF2B5EF4-FFF2-40B4-BE49-F238E27FC236}">
                <a16:creationId xmlns:a16="http://schemas.microsoft.com/office/drawing/2014/main" id="{FBB7C4C5-B741-658A-4867-8034DA529453}"/>
              </a:ext>
            </a:extLst>
          </p:cNvPr>
          <p:cNvSpPr>
            <a:spLocks noGrp="1" noChangeArrowheads="1"/>
          </p:cNvSpPr>
          <p:nvPr>
            <p:ph type="body" idx="1"/>
          </p:nvPr>
        </p:nvSpPr>
        <p:spPr>
          <a:xfrm>
            <a:off x="684213" y="2017713"/>
            <a:ext cx="7772400" cy="4114800"/>
          </a:xfrm>
        </p:spPr>
        <p:txBody>
          <a:bodyPr/>
          <a:lstStyle/>
          <a:p>
            <a:pPr algn="just" eaLnBrk="1" hangingPunct="1">
              <a:lnSpc>
                <a:spcPct val="130000"/>
              </a:lnSpc>
              <a:buFont typeface="Wingdings" panose="05000000000000000000" pitchFamily="2" charset="2"/>
              <a:buNone/>
            </a:pPr>
            <a:r>
              <a:rPr lang="zh-CN" altLang="en-US"/>
              <a:t>丢失修改是指事务</a:t>
            </a:r>
            <a:r>
              <a:rPr lang="en-US" altLang="zh-CN"/>
              <a:t>1</a:t>
            </a:r>
            <a:r>
              <a:rPr lang="zh-CN" altLang="en-US"/>
              <a:t>与事务</a:t>
            </a:r>
            <a:r>
              <a:rPr lang="en-US" altLang="zh-CN"/>
              <a:t>2</a:t>
            </a:r>
            <a:r>
              <a:rPr lang="zh-CN" altLang="en-US"/>
              <a:t>从数据库中读</a:t>
            </a:r>
          </a:p>
          <a:p>
            <a:pPr algn="just" eaLnBrk="1" hangingPunct="1">
              <a:lnSpc>
                <a:spcPct val="130000"/>
              </a:lnSpc>
              <a:buFont typeface="Wingdings" panose="05000000000000000000" pitchFamily="2" charset="2"/>
              <a:buNone/>
            </a:pPr>
            <a:r>
              <a:rPr lang="zh-CN" altLang="en-US"/>
              <a:t>入同一数据并修改</a:t>
            </a:r>
          </a:p>
          <a:p>
            <a:pPr algn="just" eaLnBrk="1" hangingPunct="1">
              <a:lnSpc>
                <a:spcPct val="130000"/>
              </a:lnSpc>
              <a:buFont typeface="Wingdings" panose="05000000000000000000" pitchFamily="2" charset="2"/>
              <a:buNone/>
            </a:pPr>
            <a:r>
              <a:rPr lang="zh-CN" altLang="en-US"/>
              <a:t>事务</a:t>
            </a:r>
            <a:r>
              <a:rPr lang="en-US" altLang="zh-CN"/>
              <a:t>2</a:t>
            </a:r>
            <a:r>
              <a:rPr lang="zh-CN" altLang="en-US"/>
              <a:t>的提交结果破坏了事务</a:t>
            </a:r>
            <a:r>
              <a:rPr lang="en-US" altLang="zh-CN"/>
              <a:t>1</a:t>
            </a:r>
            <a:r>
              <a:rPr lang="zh-CN" altLang="en-US"/>
              <a:t>提交的结果，</a:t>
            </a:r>
          </a:p>
          <a:p>
            <a:pPr algn="just" eaLnBrk="1" hangingPunct="1">
              <a:lnSpc>
                <a:spcPct val="130000"/>
              </a:lnSpc>
              <a:buFont typeface="Wingdings" panose="05000000000000000000" pitchFamily="2" charset="2"/>
              <a:buNone/>
            </a:pPr>
            <a:r>
              <a:rPr lang="zh-CN" altLang="en-US"/>
              <a:t>导致事务</a:t>
            </a:r>
            <a:r>
              <a:rPr lang="en-US" altLang="zh-CN"/>
              <a:t>1</a:t>
            </a:r>
            <a:r>
              <a:rPr lang="zh-CN" altLang="en-US"/>
              <a:t>的修改被丢失。</a:t>
            </a:r>
          </a:p>
        </p:txBody>
      </p:sp>
      <p:sp>
        <p:nvSpPr>
          <p:cNvPr id="10245" name="AutoShape 4">
            <a:hlinkClick r:id="rId2" action="ppaction://hlinksldjump"/>
            <a:extLst>
              <a:ext uri="{FF2B5EF4-FFF2-40B4-BE49-F238E27FC236}">
                <a16:creationId xmlns:a16="http://schemas.microsoft.com/office/drawing/2014/main" id="{AE6F46D0-E3DC-0C84-1FF2-AB88CAB0BD45}"/>
              </a:ext>
            </a:extLst>
          </p:cNvPr>
          <p:cNvSpPr>
            <a:spLocks noChangeArrowheads="1"/>
          </p:cNvSpPr>
          <p:nvPr/>
        </p:nvSpPr>
        <p:spPr bwMode="auto">
          <a:xfrm>
            <a:off x="8229600" y="5943600"/>
            <a:ext cx="304800" cy="485775"/>
          </a:xfrm>
          <a:prstGeom prst="rightArrow">
            <a:avLst>
              <a:gd name="adj1" fmla="val 50000"/>
              <a:gd name="adj2" fmla="val 25000"/>
            </a:avLst>
          </a:prstGeom>
          <a:solidFill>
            <a:schemeClr val="accent1"/>
          </a:solidFill>
          <a:ln w="19050">
            <a:solidFill>
              <a:schemeClr val="tx1"/>
            </a:solidFill>
            <a:miter lim="800000"/>
            <a:headEnd/>
            <a:tailEnd/>
          </a:ln>
        </p:spPr>
        <p:txBody>
          <a:bodyPr wrap="none" lIns="90000" tIns="46800" rIns="90000" bIns="46800"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BA18C1E-699A-A810-271F-AFB5D7DDCE5B}"/>
              </a:ext>
            </a:extLst>
          </p:cNvPr>
          <p:cNvSpPr>
            <a:spLocks noGrp="1" noChangeArrowheads="1"/>
          </p:cNvSpPr>
          <p:nvPr>
            <p:ph type="title"/>
          </p:nvPr>
        </p:nvSpPr>
        <p:spPr/>
        <p:txBody>
          <a:bodyPr/>
          <a:lstStyle/>
          <a:p>
            <a:pPr eaLnBrk="1" hangingPunct="1"/>
            <a:r>
              <a:rPr lang="zh-CN" altLang="en-US"/>
              <a:t>图</a:t>
            </a:r>
            <a:r>
              <a:rPr lang="en-US" altLang="zh-CN"/>
              <a:t>12.1  </a:t>
            </a:r>
            <a:r>
              <a:rPr lang="zh-CN" altLang="en-US"/>
              <a:t>三种数据不一致性 </a:t>
            </a:r>
          </a:p>
        </p:txBody>
      </p:sp>
      <p:graphicFrame>
        <p:nvGraphicFramePr>
          <p:cNvPr id="348163" name="Group 3">
            <a:extLst>
              <a:ext uri="{FF2B5EF4-FFF2-40B4-BE49-F238E27FC236}">
                <a16:creationId xmlns:a16="http://schemas.microsoft.com/office/drawing/2014/main" id="{BBF9CF1B-23F4-1C05-B809-2C6E089893E5}"/>
              </a:ext>
            </a:extLst>
          </p:cNvPr>
          <p:cNvGraphicFramePr>
            <a:graphicFrameLocks noGrp="1"/>
          </p:cNvGraphicFramePr>
          <p:nvPr/>
        </p:nvGraphicFramePr>
        <p:xfrm>
          <a:off x="3352800" y="2017713"/>
          <a:ext cx="2895600" cy="4027600"/>
        </p:xfrm>
        <a:graphic>
          <a:graphicData uri="http://schemas.openxmlformats.org/drawingml/2006/table">
            <a:tbl>
              <a:tblPr/>
              <a:tblGrid>
                <a:gridCol w="1549400">
                  <a:extLst>
                    <a:ext uri="{9D8B030D-6E8A-4147-A177-3AD203B41FA5}">
                      <a16:colId xmlns:a16="http://schemas.microsoft.com/office/drawing/2014/main" val="20000"/>
                    </a:ext>
                  </a:extLst>
                </a:gridCol>
                <a:gridCol w="1346200">
                  <a:extLst>
                    <a:ext uri="{9D8B030D-6E8A-4147-A177-3AD203B41FA5}">
                      <a16:colId xmlns:a16="http://schemas.microsoft.com/office/drawing/2014/main" val="20001"/>
                    </a:ext>
                  </a:extLst>
                </a:gridCol>
              </a:tblGrid>
              <a:tr h="3983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dirty="0">
                          <a:ln>
                            <a:noFill/>
                          </a:ln>
                          <a:solidFill>
                            <a:schemeClr val="tx1"/>
                          </a:solidFill>
                          <a:effectLst/>
                          <a:latin typeface="Tahoma" pitchFamily="34" charset="0"/>
                          <a:ea typeface="宋体" pitchFamily="2" charset="-122"/>
                        </a:rPr>
                        <a:t>T</a:t>
                      </a:r>
                      <a:r>
                        <a:rPr kumimoji="1" lang="en-US" altLang="zh-CN" sz="2000" b="0" i="0" u="none" strike="noStrike" cap="none" normalizeH="0" baseline="-25000" dirty="0">
                          <a:ln>
                            <a:noFill/>
                          </a:ln>
                          <a:solidFill>
                            <a:schemeClr val="tx1"/>
                          </a:solidFill>
                          <a:effectLst/>
                          <a:latin typeface="Tahoma" pitchFamily="34" charset="0"/>
                          <a:ea typeface="宋体" pitchFamily="2" charset="-122"/>
                        </a:rPr>
                        <a:t>1</a:t>
                      </a:r>
                    </a:p>
                  </a:txBody>
                  <a:tcPr marL="90000" marR="90000" marT="46780" marB="467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a:ln>
                            <a:noFill/>
                          </a:ln>
                          <a:solidFill>
                            <a:schemeClr val="tx1"/>
                          </a:solidFill>
                          <a:effectLst/>
                          <a:latin typeface="Tahoma" pitchFamily="34" charset="0"/>
                          <a:ea typeface="宋体" pitchFamily="2" charset="-122"/>
                        </a:rPr>
                        <a:t>T</a:t>
                      </a:r>
                      <a:r>
                        <a:rPr kumimoji="1" lang="en-US" altLang="zh-CN" sz="2000" b="0" i="0" u="none" strike="noStrike" cap="none" normalizeH="0" baseline="-25000">
                          <a:ln>
                            <a:noFill/>
                          </a:ln>
                          <a:solidFill>
                            <a:schemeClr val="tx1"/>
                          </a:solidFill>
                          <a:effectLst/>
                          <a:latin typeface="Tahoma" pitchFamily="34" charset="0"/>
                          <a:ea typeface="宋体" pitchFamily="2" charset="-122"/>
                        </a:rPr>
                        <a:t>2</a:t>
                      </a:r>
                    </a:p>
                  </a:txBody>
                  <a:tcPr marL="90000" marR="90000" marT="46780" marB="467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2913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a:ln>
                            <a:noFill/>
                          </a:ln>
                          <a:solidFill>
                            <a:schemeClr val="tx1"/>
                          </a:solidFill>
                          <a:effectLst/>
                          <a:latin typeface="Tahoma" pitchFamily="34" charset="0"/>
                          <a:ea typeface="宋体" pitchFamily="2" charset="-122"/>
                        </a:rPr>
                        <a:t>① </a:t>
                      </a:r>
                      <a:r>
                        <a:rPr kumimoji="1" lang="zh-CN" altLang="en-US" sz="2000" b="0" i="0" u="none" strike="noStrike" cap="none" normalizeH="0" baseline="0">
                          <a:ln>
                            <a:noFill/>
                          </a:ln>
                          <a:solidFill>
                            <a:schemeClr val="tx1"/>
                          </a:solidFill>
                          <a:effectLst/>
                          <a:latin typeface="Tahoma" pitchFamily="34" charset="0"/>
                          <a:ea typeface="宋体" pitchFamily="2" charset="-122"/>
                        </a:rPr>
                        <a:t>读</a:t>
                      </a:r>
                      <a:r>
                        <a:rPr kumimoji="1" lang="en-US" altLang="zh-CN" sz="2000" b="0" i="0" u="none" strike="noStrike" cap="none" normalizeH="0" baseline="0">
                          <a:ln>
                            <a:noFill/>
                          </a:ln>
                          <a:solidFill>
                            <a:schemeClr val="tx1"/>
                          </a:solidFill>
                          <a:effectLst/>
                          <a:latin typeface="Tahoma" pitchFamily="34" charset="0"/>
                          <a:ea typeface="宋体" pitchFamily="2" charset="-122"/>
                        </a:rPr>
                        <a:t>A=16</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a:ln>
                            <a:noFill/>
                          </a:ln>
                          <a:solidFill>
                            <a:schemeClr val="tx1"/>
                          </a:solidFill>
                          <a:effectLst/>
                          <a:latin typeface="Times New Roman"/>
                          <a:ea typeface="宋体" pitchFamily="2" charset="-122"/>
                        </a:rPr>
                        <a:t> </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a:ln>
                            <a:noFill/>
                          </a:ln>
                          <a:solidFill>
                            <a:schemeClr val="tx1"/>
                          </a:solidFill>
                          <a:effectLst/>
                          <a:latin typeface="Tahoma" pitchFamily="34" charset="0"/>
                          <a:ea typeface="宋体" pitchFamily="2" charset="-122"/>
                        </a:rPr>
                        <a:t>②</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a:ln>
                            <a:noFill/>
                          </a:ln>
                          <a:solidFill>
                            <a:schemeClr val="tx1"/>
                          </a:solidFill>
                          <a:effectLst/>
                          <a:latin typeface="Times New Roman"/>
                          <a:ea typeface="宋体" pitchFamily="2" charset="-122"/>
                        </a:rPr>
                        <a:t> </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a:ln>
                            <a:noFill/>
                          </a:ln>
                          <a:solidFill>
                            <a:schemeClr val="tx1"/>
                          </a:solidFill>
                          <a:effectLst/>
                          <a:latin typeface="Tahoma" pitchFamily="34" charset="0"/>
                          <a:ea typeface="宋体" pitchFamily="2" charset="-122"/>
                        </a:rPr>
                        <a:t>③ A←A-1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a:ln>
                            <a:noFill/>
                          </a:ln>
                          <a:solidFill>
                            <a:schemeClr val="tx1"/>
                          </a:solidFill>
                          <a:effectLst/>
                          <a:latin typeface="Tahoma" pitchFamily="34" charset="0"/>
                          <a:ea typeface="宋体" pitchFamily="2" charset="-122"/>
                        </a:rPr>
                        <a:t>    </a:t>
                      </a:r>
                      <a:r>
                        <a:rPr kumimoji="1" lang="zh-CN" altLang="en-US" sz="2000" b="0" i="0" u="none" strike="noStrike" cap="none" normalizeH="0" baseline="0">
                          <a:ln>
                            <a:noFill/>
                          </a:ln>
                          <a:solidFill>
                            <a:schemeClr val="tx1"/>
                          </a:solidFill>
                          <a:effectLst/>
                          <a:latin typeface="Tahoma" pitchFamily="34" charset="0"/>
                          <a:ea typeface="宋体" pitchFamily="2" charset="-122"/>
                        </a:rPr>
                        <a:t>写回</a:t>
                      </a:r>
                      <a:r>
                        <a:rPr kumimoji="1" lang="en-US" altLang="zh-CN" sz="2000" b="0" i="0" u="none" strike="noStrike" cap="none" normalizeH="0" baseline="0">
                          <a:ln>
                            <a:noFill/>
                          </a:ln>
                          <a:solidFill>
                            <a:schemeClr val="tx1"/>
                          </a:solidFill>
                          <a:effectLst/>
                          <a:latin typeface="Tahoma" pitchFamily="34" charset="0"/>
                          <a:ea typeface="宋体" pitchFamily="2" charset="-122"/>
                        </a:rPr>
                        <a:t>A=15</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a:ln>
                            <a:noFill/>
                          </a:ln>
                          <a:solidFill>
                            <a:schemeClr val="tx1"/>
                          </a:solidFill>
                          <a:effectLst/>
                          <a:latin typeface="Times New Roman"/>
                          <a:ea typeface="宋体" pitchFamily="2" charset="-122"/>
                        </a:rPr>
                        <a:t> </a:t>
                      </a: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a:ln>
                            <a:noFill/>
                          </a:ln>
                          <a:solidFill>
                            <a:schemeClr val="tx1"/>
                          </a:solidFill>
                          <a:effectLst/>
                          <a:latin typeface="Tahoma" pitchFamily="34" charset="0"/>
                          <a:ea typeface="宋体" pitchFamily="2" charset="-122"/>
                        </a:rPr>
                        <a:t>④</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en-US" altLang="zh-CN" sz="2000" b="0" i="0" u="none" strike="noStrike" cap="none" normalizeH="0" baseline="0">
                        <a:ln>
                          <a:noFill/>
                        </a:ln>
                        <a:solidFill>
                          <a:schemeClr val="tx1"/>
                        </a:solidFill>
                        <a:effectLst/>
                        <a:latin typeface="Tahoma" pitchFamily="34" charset="0"/>
                        <a:ea typeface="宋体" pitchFamily="2" charset="-122"/>
                      </a:endParaRPr>
                    </a:p>
                  </a:txBody>
                  <a:tcPr marL="90000" marR="90000" marT="46780" marB="467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imes New Roman"/>
                          <a:ea typeface="宋体" pitchFamily="2" charset="-122"/>
                        </a:rPr>
                        <a:t> </a:t>
                      </a:r>
                      <a:endParaRPr kumimoji="1" lang="en-US" altLang="zh-CN" sz="2000" b="0" i="0" u="none" strike="noStrike" cap="none" normalizeH="0" baseline="0" dirty="0">
                        <a:ln>
                          <a:noFill/>
                        </a:ln>
                        <a:solidFill>
                          <a:schemeClr val="tx1"/>
                        </a:solidFill>
                        <a:effectLst/>
                        <a:latin typeface="Tahoma"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dirty="0">
                          <a:ln>
                            <a:noFill/>
                          </a:ln>
                          <a:solidFill>
                            <a:schemeClr val="tx1"/>
                          </a:solidFill>
                          <a:effectLst/>
                          <a:latin typeface="Times New Roman"/>
                          <a:ea typeface="宋体" pitchFamily="2" charset="-122"/>
                        </a:rPr>
                        <a:t> </a:t>
                      </a:r>
                      <a:endParaRPr kumimoji="1" lang="en-US" altLang="zh-CN" sz="2000" b="0" i="0" u="none" strike="noStrike" cap="none" normalizeH="0" baseline="0" dirty="0">
                        <a:ln>
                          <a:noFill/>
                        </a:ln>
                        <a:solidFill>
                          <a:schemeClr val="tx1"/>
                        </a:solidFill>
                        <a:effectLst/>
                        <a:latin typeface="Tahoma"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0" i="0" u="none" strike="noStrike" cap="none" normalizeH="0" baseline="0" dirty="0">
                          <a:ln>
                            <a:noFill/>
                          </a:ln>
                          <a:solidFill>
                            <a:schemeClr val="tx1"/>
                          </a:solidFill>
                          <a:effectLst/>
                          <a:latin typeface="Tahoma" pitchFamily="34" charset="0"/>
                          <a:ea typeface="宋体" pitchFamily="2" charset="-122"/>
                        </a:rPr>
                        <a:t>读</a:t>
                      </a:r>
                      <a:r>
                        <a:rPr kumimoji="1" lang="en-US" altLang="zh-CN" sz="2000" b="0" i="0" u="none" strike="noStrike" cap="none" normalizeH="0" baseline="0" dirty="0">
                          <a:ln>
                            <a:noFill/>
                          </a:ln>
                          <a:solidFill>
                            <a:schemeClr val="tx1"/>
                          </a:solidFill>
                          <a:effectLst/>
                          <a:latin typeface="Tahoma" pitchFamily="34" charset="0"/>
                          <a:ea typeface="宋体" pitchFamily="2" charset="-122"/>
                        </a:rPr>
                        <a:t>A=16</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dirty="0">
                          <a:ln>
                            <a:noFill/>
                          </a:ln>
                          <a:solidFill>
                            <a:schemeClr val="tx1"/>
                          </a:solidFill>
                          <a:effectLst/>
                          <a:latin typeface="Times New Roman"/>
                          <a:ea typeface="宋体" pitchFamily="2" charset="-122"/>
                        </a:rPr>
                        <a:t> </a:t>
                      </a:r>
                      <a:endParaRPr kumimoji="1" lang="en-US" altLang="zh-CN" sz="2000" b="0" i="0" u="none" strike="noStrike" cap="none" normalizeH="0" baseline="0" dirty="0">
                        <a:ln>
                          <a:noFill/>
                        </a:ln>
                        <a:solidFill>
                          <a:schemeClr val="tx1"/>
                        </a:solidFill>
                        <a:effectLst/>
                        <a:latin typeface="Tahoma"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dirty="0">
                          <a:ln>
                            <a:noFill/>
                          </a:ln>
                          <a:solidFill>
                            <a:schemeClr val="tx1"/>
                          </a:solidFill>
                          <a:effectLst/>
                          <a:latin typeface="Times New Roman"/>
                          <a:ea typeface="宋体" pitchFamily="2" charset="-122"/>
                        </a:rPr>
                        <a:t> </a:t>
                      </a:r>
                      <a:endParaRPr kumimoji="1" lang="en-US" altLang="zh-CN" sz="2000" b="0" i="0" u="none" strike="noStrike" cap="none" normalizeH="0" baseline="0" dirty="0">
                        <a:ln>
                          <a:noFill/>
                        </a:ln>
                        <a:solidFill>
                          <a:schemeClr val="tx1"/>
                        </a:solidFill>
                        <a:effectLst/>
                        <a:latin typeface="Tahoma"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dirty="0">
                          <a:ln>
                            <a:noFill/>
                          </a:ln>
                          <a:solidFill>
                            <a:schemeClr val="tx1"/>
                          </a:solidFill>
                          <a:effectLst/>
                          <a:latin typeface="Times New Roman"/>
                          <a:ea typeface="宋体" pitchFamily="2" charset="-122"/>
                        </a:rPr>
                        <a:t> </a:t>
                      </a:r>
                      <a:endParaRPr kumimoji="1" lang="en-US" altLang="zh-CN" sz="2000" b="0" i="0" u="none" strike="noStrike" cap="none" normalizeH="0" baseline="0" dirty="0">
                        <a:ln>
                          <a:noFill/>
                        </a:ln>
                        <a:solidFill>
                          <a:schemeClr val="tx1"/>
                        </a:solidFill>
                        <a:effectLst/>
                        <a:latin typeface="Tahoma"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dirty="0">
                          <a:ln>
                            <a:noFill/>
                          </a:ln>
                          <a:solidFill>
                            <a:schemeClr val="tx1"/>
                          </a:solidFill>
                          <a:effectLst/>
                          <a:latin typeface="Times New Roman"/>
                          <a:ea typeface="宋体" pitchFamily="2" charset="-122"/>
                        </a:rPr>
                        <a:t> </a:t>
                      </a:r>
                      <a:endParaRPr kumimoji="1" lang="en-US" altLang="zh-CN" sz="2000" b="0" i="0" u="none" strike="noStrike" cap="none" normalizeH="0" baseline="0" dirty="0">
                        <a:ln>
                          <a:noFill/>
                        </a:ln>
                        <a:solidFill>
                          <a:schemeClr val="tx1"/>
                        </a:solidFill>
                        <a:effectLst/>
                        <a:latin typeface="Tahoma"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dirty="0">
                          <a:ln>
                            <a:noFill/>
                          </a:ln>
                          <a:solidFill>
                            <a:schemeClr val="tx1"/>
                          </a:solidFill>
                          <a:effectLst/>
                          <a:latin typeface="Tahoma" pitchFamily="34" charset="0"/>
                          <a:ea typeface="宋体" pitchFamily="2" charset="-122"/>
                        </a:rPr>
                        <a:t>A←A-3</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0" i="0" u="none" strike="noStrike" cap="none" normalizeH="0" baseline="0" dirty="0">
                          <a:ln>
                            <a:noFill/>
                          </a:ln>
                          <a:solidFill>
                            <a:schemeClr val="tx1"/>
                          </a:solidFill>
                          <a:effectLst/>
                          <a:latin typeface="Tahoma" pitchFamily="34" charset="0"/>
                          <a:ea typeface="宋体" pitchFamily="2" charset="-122"/>
                        </a:rPr>
                        <a:t>写回</a:t>
                      </a:r>
                      <a:r>
                        <a:rPr kumimoji="1" lang="en-US" altLang="zh-CN" sz="2000" b="0" i="0" u="none" strike="noStrike" cap="none" normalizeH="0" baseline="0" dirty="0">
                          <a:ln>
                            <a:noFill/>
                          </a:ln>
                          <a:solidFill>
                            <a:schemeClr val="tx1"/>
                          </a:solidFill>
                          <a:effectLst/>
                          <a:latin typeface="Tahoma" pitchFamily="34" charset="0"/>
                          <a:ea typeface="宋体" pitchFamily="2" charset="-122"/>
                        </a:rPr>
                        <a:t>A=13</a:t>
                      </a:r>
                    </a:p>
                  </a:txBody>
                  <a:tcPr marL="90000" marR="90000" marT="46780" marB="467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1278" name="Rectangle 14">
            <a:extLst>
              <a:ext uri="{FF2B5EF4-FFF2-40B4-BE49-F238E27FC236}">
                <a16:creationId xmlns:a16="http://schemas.microsoft.com/office/drawing/2014/main" id="{5C2D01FE-DE6E-E90F-5EE8-CF02E43693DF}"/>
              </a:ext>
            </a:extLst>
          </p:cNvPr>
          <p:cNvSpPr>
            <a:spLocks noChangeArrowheads="1"/>
          </p:cNvSpPr>
          <p:nvPr/>
        </p:nvSpPr>
        <p:spPr bwMode="auto">
          <a:xfrm>
            <a:off x="3505200" y="6132513"/>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b="1">
                <a:latin typeface="Times New Roman" panose="02020603050405020304" pitchFamily="18" charset="0"/>
              </a:rPr>
              <a:t>(a) </a:t>
            </a:r>
            <a:r>
              <a:rPr lang="zh-CN" altLang="en-US" sz="2400" b="1">
                <a:latin typeface="Times New Roman" panose="02020603050405020304" pitchFamily="18" charset="0"/>
              </a:rPr>
              <a:t>丢失修改</a:t>
            </a:r>
            <a:endParaRPr lang="zh-CN" altLang="en-US" sz="2400">
              <a:latin typeface="Times New Roman" panose="02020603050405020304" pitchFamily="18" charset="0"/>
            </a:endParaRPr>
          </a:p>
        </p:txBody>
      </p:sp>
      <p:sp>
        <p:nvSpPr>
          <p:cNvPr id="11279" name="AutoShape 15">
            <a:hlinkClick r:id="rId2" action="ppaction://hlinksldjump"/>
            <a:extLst>
              <a:ext uri="{FF2B5EF4-FFF2-40B4-BE49-F238E27FC236}">
                <a16:creationId xmlns:a16="http://schemas.microsoft.com/office/drawing/2014/main" id="{825B4DCB-B3C9-AFA6-BCD3-32C80AF95454}"/>
              </a:ext>
            </a:extLst>
          </p:cNvPr>
          <p:cNvSpPr>
            <a:spLocks noChangeArrowheads="1"/>
          </p:cNvSpPr>
          <p:nvPr/>
        </p:nvSpPr>
        <p:spPr bwMode="auto">
          <a:xfrm>
            <a:off x="7010400" y="6096000"/>
            <a:ext cx="457200" cy="2286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28575">
            <a:solidFill>
              <a:schemeClr val="tx1"/>
            </a:solidFill>
            <a:miter lim="800000"/>
            <a:headEnd/>
            <a:tailEnd/>
          </a:ln>
        </p:spPr>
        <p:txBody>
          <a:bodyPr wrap="none" lIns="90000" tIns="46800" rIns="90000" bIns="46800" anchor="ctr"/>
          <a:lstStyle/>
          <a:p>
            <a:endParaRPr lang="zh-CN" altLang="en-US"/>
          </a:p>
        </p:txBody>
      </p:sp>
      <p:sp>
        <p:nvSpPr>
          <p:cNvPr id="11280" name="AutoShape 16">
            <a:hlinkClick r:id="rId3" action="ppaction://hlinksldjump" highlightClick="1"/>
            <a:extLst>
              <a:ext uri="{FF2B5EF4-FFF2-40B4-BE49-F238E27FC236}">
                <a16:creationId xmlns:a16="http://schemas.microsoft.com/office/drawing/2014/main" id="{1185DDFA-1AAC-2ADA-A3B8-A44F305C8F44}"/>
              </a:ext>
            </a:extLst>
          </p:cNvPr>
          <p:cNvSpPr>
            <a:spLocks noChangeArrowheads="1"/>
          </p:cNvSpPr>
          <p:nvPr/>
        </p:nvSpPr>
        <p:spPr bwMode="auto">
          <a:xfrm>
            <a:off x="8458200" y="6248400"/>
            <a:ext cx="304800" cy="304800"/>
          </a:xfrm>
          <a:prstGeom prst="actionButtonForwardNext">
            <a:avLst/>
          </a:prstGeom>
          <a:solidFill>
            <a:schemeClr val="accent1"/>
          </a:solidFill>
          <a:ln w="12700">
            <a:solidFill>
              <a:schemeClr val="tx1"/>
            </a:solidFill>
            <a:miter lim="800000"/>
            <a:headEnd/>
            <a:tailEnd/>
          </a:ln>
        </p:spPr>
        <p:txBody>
          <a:bodyPr wrap="none" lIns="90000" tIns="46800" rIns="90000" bIns="46800"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页脚占位符 4">
            <a:extLst>
              <a:ext uri="{FF2B5EF4-FFF2-40B4-BE49-F238E27FC236}">
                <a16:creationId xmlns:a16="http://schemas.microsoft.com/office/drawing/2014/main" id="{7798120E-3BFC-6BE4-928C-3578CE94793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2291" name="Rectangle 2">
            <a:extLst>
              <a:ext uri="{FF2B5EF4-FFF2-40B4-BE49-F238E27FC236}">
                <a16:creationId xmlns:a16="http://schemas.microsoft.com/office/drawing/2014/main" id="{657CA33F-5826-3BE8-C299-FB3820192F31}"/>
              </a:ext>
            </a:extLst>
          </p:cNvPr>
          <p:cNvSpPr>
            <a:spLocks noGrp="1" noChangeArrowheads="1"/>
          </p:cNvSpPr>
          <p:nvPr>
            <p:ph type="title"/>
          </p:nvPr>
        </p:nvSpPr>
        <p:spPr/>
        <p:txBody>
          <a:bodyPr/>
          <a:lstStyle/>
          <a:p>
            <a:pPr eaLnBrk="1" hangingPunct="1"/>
            <a:r>
              <a:rPr lang="en-US" altLang="zh-CN">
                <a:ea typeface="黑体" panose="02010609060101010101" pitchFamily="49" charset="-122"/>
              </a:rPr>
              <a:t>2. </a:t>
            </a:r>
            <a:r>
              <a:rPr lang="zh-CN" altLang="en-US">
                <a:ea typeface="黑体" panose="02010609060101010101" pitchFamily="49" charset="-122"/>
              </a:rPr>
              <a:t>不可重复读</a:t>
            </a:r>
          </a:p>
        </p:txBody>
      </p:sp>
      <p:sp>
        <p:nvSpPr>
          <p:cNvPr id="12292" name="Rectangle 3">
            <a:extLst>
              <a:ext uri="{FF2B5EF4-FFF2-40B4-BE49-F238E27FC236}">
                <a16:creationId xmlns:a16="http://schemas.microsoft.com/office/drawing/2014/main" id="{2D9BBB26-44E3-B703-2A9F-ECB03F8B606E}"/>
              </a:ext>
            </a:extLst>
          </p:cNvPr>
          <p:cNvSpPr>
            <a:spLocks noGrp="1" noChangeArrowheads="1"/>
          </p:cNvSpPr>
          <p:nvPr>
            <p:ph type="body" idx="1"/>
          </p:nvPr>
        </p:nvSpPr>
        <p:spPr>
          <a:xfrm>
            <a:off x="611188" y="2017713"/>
            <a:ext cx="7772400" cy="4114800"/>
          </a:xfrm>
        </p:spPr>
        <p:txBody>
          <a:bodyPr/>
          <a:lstStyle/>
          <a:p>
            <a:pPr algn="just" eaLnBrk="1" hangingPunct="1">
              <a:lnSpc>
                <a:spcPct val="130000"/>
              </a:lnSpc>
              <a:buFont typeface="Wingdings" panose="05000000000000000000" pitchFamily="2" charset="2"/>
              <a:buNone/>
            </a:pPr>
            <a:r>
              <a:rPr lang="zh-CN" altLang="en-US"/>
              <a:t>不可重复读是指事务</a:t>
            </a:r>
            <a:r>
              <a:rPr lang="en-US" altLang="zh-CN"/>
              <a:t>1</a:t>
            </a:r>
            <a:r>
              <a:rPr lang="zh-CN" altLang="en-US"/>
              <a:t>读取数据后，事务</a:t>
            </a:r>
            <a:r>
              <a:rPr lang="en-US" altLang="zh-CN"/>
              <a:t>2</a:t>
            </a:r>
          </a:p>
          <a:p>
            <a:pPr algn="just" eaLnBrk="1" hangingPunct="1">
              <a:lnSpc>
                <a:spcPct val="130000"/>
              </a:lnSpc>
              <a:buFont typeface="Wingdings" panose="05000000000000000000" pitchFamily="2" charset="2"/>
              <a:buNone/>
            </a:pPr>
            <a:r>
              <a:rPr lang="zh-CN" altLang="en-US"/>
              <a:t>执行更新操作，使事务</a:t>
            </a:r>
            <a:r>
              <a:rPr lang="en-US" altLang="zh-CN"/>
              <a:t>1</a:t>
            </a:r>
            <a:r>
              <a:rPr lang="zh-CN" altLang="en-US"/>
              <a:t>无法再现前一次读</a:t>
            </a:r>
          </a:p>
          <a:p>
            <a:pPr algn="just" eaLnBrk="1" hangingPunct="1">
              <a:lnSpc>
                <a:spcPct val="130000"/>
              </a:lnSpc>
              <a:buFont typeface="Wingdings" panose="05000000000000000000" pitchFamily="2" charset="2"/>
              <a:buNone/>
            </a:pPr>
            <a:r>
              <a:rPr lang="zh-CN" altLang="en-US"/>
              <a:t>取结果。</a:t>
            </a:r>
            <a:endParaRPr lang="zh-CN" altLang="en-US" sz="3600"/>
          </a:p>
        </p:txBody>
      </p:sp>
      <p:sp>
        <p:nvSpPr>
          <p:cNvPr id="12293" name="AutoShape 4">
            <a:hlinkClick r:id="rId2" action="ppaction://hlinksldjump"/>
            <a:extLst>
              <a:ext uri="{FF2B5EF4-FFF2-40B4-BE49-F238E27FC236}">
                <a16:creationId xmlns:a16="http://schemas.microsoft.com/office/drawing/2014/main" id="{1F5CAC81-C21E-4DE0-50A8-97ABE6835CB2}"/>
              </a:ext>
            </a:extLst>
          </p:cNvPr>
          <p:cNvSpPr>
            <a:spLocks noChangeArrowheads="1"/>
          </p:cNvSpPr>
          <p:nvPr/>
        </p:nvSpPr>
        <p:spPr bwMode="auto">
          <a:xfrm>
            <a:off x="7924800" y="5943600"/>
            <a:ext cx="381000" cy="485775"/>
          </a:xfrm>
          <a:prstGeom prst="rightArrow">
            <a:avLst>
              <a:gd name="adj1" fmla="val 50000"/>
              <a:gd name="adj2" fmla="val 25000"/>
            </a:avLst>
          </a:prstGeom>
          <a:solidFill>
            <a:schemeClr val="accent1"/>
          </a:solidFill>
          <a:ln w="19050">
            <a:solidFill>
              <a:schemeClr val="tx1"/>
            </a:solidFill>
            <a:miter lim="800000"/>
            <a:headEnd/>
            <a:tailEnd/>
          </a:ln>
        </p:spPr>
        <p:txBody>
          <a:bodyPr wrap="none" lIns="90000" tIns="46800" rIns="90000" bIns="46800"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4">
            <a:extLst>
              <a:ext uri="{FF2B5EF4-FFF2-40B4-BE49-F238E27FC236}">
                <a16:creationId xmlns:a16="http://schemas.microsoft.com/office/drawing/2014/main" id="{67A1ED6B-5D2C-0AA4-8741-5AC34B47E98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3315" name="Rectangle 2">
            <a:extLst>
              <a:ext uri="{FF2B5EF4-FFF2-40B4-BE49-F238E27FC236}">
                <a16:creationId xmlns:a16="http://schemas.microsoft.com/office/drawing/2014/main" id="{16DE01E6-E09C-A26F-111F-4AA56142CDF6}"/>
              </a:ext>
            </a:extLst>
          </p:cNvPr>
          <p:cNvSpPr>
            <a:spLocks noGrp="1" noChangeArrowheads="1"/>
          </p:cNvSpPr>
          <p:nvPr>
            <p:ph type="title"/>
          </p:nvPr>
        </p:nvSpPr>
        <p:spPr/>
        <p:txBody>
          <a:bodyPr/>
          <a:lstStyle/>
          <a:p>
            <a:pPr eaLnBrk="1" hangingPunct="1"/>
            <a:r>
              <a:rPr lang="zh-CN" altLang="en-US"/>
              <a:t>图</a:t>
            </a:r>
            <a:r>
              <a:rPr lang="en-US" altLang="zh-CN"/>
              <a:t>12.1  </a:t>
            </a:r>
            <a:r>
              <a:rPr lang="zh-CN" altLang="en-US"/>
              <a:t>三种数据不一致性</a:t>
            </a:r>
            <a:r>
              <a:rPr lang="en-US" altLang="zh-CN"/>
              <a:t>(</a:t>
            </a:r>
            <a:r>
              <a:rPr lang="zh-CN" altLang="en-US"/>
              <a:t>续</a:t>
            </a:r>
            <a:r>
              <a:rPr lang="en-US" altLang="zh-CN"/>
              <a:t>) </a:t>
            </a:r>
          </a:p>
        </p:txBody>
      </p:sp>
      <p:grpSp>
        <p:nvGrpSpPr>
          <p:cNvPr id="13316" name="Group 3">
            <a:extLst>
              <a:ext uri="{FF2B5EF4-FFF2-40B4-BE49-F238E27FC236}">
                <a16:creationId xmlns:a16="http://schemas.microsoft.com/office/drawing/2014/main" id="{FC7945ED-C57F-3CC6-285A-31A9EF527940}"/>
              </a:ext>
            </a:extLst>
          </p:cNvPr>
          <p:cNvGrpSpPr>
            <a:grpSpLocks/>
          </p:cNvGrpSpPr>
          <p:nvPr/>
        </p:nvGrpSpPr>
        <p:grpSpPr bwMode="auto">
          <a:xfrm>
            <a:off x="1403350" y="2036763"/>
            <a:ext cx="3505200" cy="4079875"/>
            <a:chOff x="2688" y="1152"/>
            <a:chExt cx="2208" cy="2570"/>
          </a:xfrm>
        </p:grpSpPr>
        <p:sp>
          <p:nvSpPr>
            <p:cNvPr id="13320" name="Rectangle 4">
              <a:extLst>
                <a:ext uri="{FF2B5EF4-FFF2-40B4-BE49-F238E27FC236}">
                  <a16:creationId xmlns:a16="http://schemas.microsoft.com/office/drawing/2014/main" id="{D72E674D-4AC1-BAC3-5E46-7A58C6E709CE}"/>
                </a:ext>
              </a:extLst>
            </p:cNvPr>
            <p:cNvSpPr>
              <a:spLocks noChangeArrowheads="1"/>
            </p:cNvSpPr>
            <p:nvPr/>
          </p:nvSpPr>
          <p:spPr bwMode="auto">
            <a:xfrm>
              <a:off x="3892" y="1402"/>
              <a:ext cx="1004" cy="2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en-US" altLang="zh-CN" sz="28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zh-CN" altLang="en-US" sz="2000"/>
                <a:t>读</a:t>
              </a:r>
              <a:r>
                <a:rPr lang="en-US" altLang="zh-CN" sz="2000"/>
                <a:t>B=100</a:t>
              </a:r>
            </a:p>
            <a:p>
              <a:pPr eaLnBrk="1" hangingPunct="1">
                <a:buFont typeface="Wingdings" panose="05000000000000000000" pitchFamily="2" charset="2"/>
                <a:buNone/>
              </a:pPr>
              <a:r>
                <a:rPr lang="en-US" altLang="zh-CN" sz="2000"/>
                <a:t>  B←B*2</a:t>
              </a:r>
            </a:p>
            <a:p>
              <a:pPr eaLnBrk="1" hangingPunct="1">
                <a:buFont typeface="Wingdings" panose="05000000000000000000" pitchFamily="2" charset="2"/>
                <a:buNone/>
              </a:pPr>
              <a:r>
                <a:rPr lang="zh-CN" altLang="en-US" sz="2000"/>
                <a:t>写回</a:t>
              </a:r>
              <a:r>
                <a:rPr lang="en-US" altLang="zh-CN" sz="2000"/>
                <a:t>B=200</a:t>
              </a:r>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endParaRPr lang="en-US" altLang="zh-CN" sz="2000"/>
            </a:p>
          </p:txBody>
        </p:sp>
        <p:sp>
          <p:nvSpPr>
            <p:cNvPr id="13321" name="Rectangle 5">
              <a:extLst>
                <a:ext uri="{FF2B5EF4-FFF2-40B4-BE49-F238E27FC236}">
                  <a16:creationId xmlns:a16="http://schemas.microsoft.com/office/drawing/2014/main" id="{29CA5DF5-7F50-FE6B-8132-FF8C8D52DA10}"/>
                </a:ext>
              </a:extLst>
            </p:cNvPr>
            <p:cNvSpPr>
              <a:spLocks noChangeArrowheads="1"/>
            </p:cNvSpPr>
            <p:nvPr/>
          </p:nvSpPr>
          <p:spPr bwMode="auto">
            <a:xfrm>
              <a:off x="2688" y="1402"/>
              <a:ext cx="1204" cy="2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en-US" altLang="zh-CN" sz="2000"/>
                <a:t>①</a:t>
              </a:r>
              <a:r>
                <a:rPr lang="en-US" altLang="zh-CN" sz="2000">
                  <a:cs typeface="Times New Roman" panose="02020603050405020304" pitchFamily="18" charset="0"/>
                </a:rPr>
                <a:t> </a:t>
              </a:r>
              <a:r>
                <a:rPr lang="zh-CN" altLang="en-US" sz="2000"/>
                <a:t>读</a:t>
              </a:r>
              <a:r>
                <a:rPr lang="en-US" altLang="zh-CN" sz="2000"/>
                <a:t>A=50</a:t>
              </a:r>
            </a:p>
            <a:p>
              <a:pPr eaLnBrk="1" hangingPunct="1">
                <a:buFont typeface="Wingdings" panose="05000000000000000000" pitchFamily="2" charset="2"/>
                <a:buNone/>
              </a:pPr>
              <a:r>
                <a:rPr lang="en-US" altLang="zh-CN" sz="2000"/>
                <a:t>     </a:t>
              </a:r>
              <a:r>
                <a:rPr lang="zh-CN" altLang="en-US" sz="2000"/>
                <a:t>读</a:t>
              </a:r>
              <a:r>
                <a:rPr lang="en-US" altLang="zh-CN" sz="2000"/>
                <a:t>B=100</a:t>
              </a:r>
            </a:p>
            <a:p>
              <a:pPr eaLnBrk="1" hangingPunct="1">
                <a:buFont typeface="Wingdings" panose="05000000000000000000" pitchFamily="2" charset="2"/>
                <a:buNone/>
              </a:pPr>
              <a:r>
                <a:rPr lang="en-US" altLang="zh-CN" sz="2000"/>
                <a:t>     </a:t>
              </a:r>
              <a:r>
                <a:rPr lang="zh-CN" altLang="en-US" sz="2000"/>
                <a:t>求和</a:t>
              </a:r>
              <a:r>
                <a:rPr lang="en-US" altLang="zh-CN" sz="2000"/>
                <a:t>=150</a:t>
              </a:r>
            </a:p>
            <a:p>
              <a:pPr eaLnBrk="1" hangingPunct="1">
                <a:buFont typeface="Wingdings" panose="05000000000000000000" pitchFamily="2" charset="2"/>
                <a:buNone/>
              </a:pPr>
              <a:r>
                <a:rPr lang="en-US" altLang="zh-CN" sz="2000"/>
                <a:t>②</a:t>
              </a:r>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t>③ </a:t>
              </a:r>
              <a:r>
                <a:rPr lang="zh-CN" altLang="en-US" sz="2000"/>
                <a:t>读</a:t>
              </a:r>
              <a:r>
                <a:rPr lang="en-US" altLang="zh-CN" sz="2000"/>
                <a:t>A=50</a:t>
              </a:r>
            </a:p>
            <a:p>
              <a:pPr eaLnBrk="1" hangingPunct="1">
                <a:buFont typeface="Wingdings" panose="05000000000000000000" pitchFamily="2" charset="2"/>
                <a:buNone/>
              </a:pPr>
              <a:r>
                <a:rPr lang="en-US" altLang="zh-CN" sz="2000"/>
                <a:t>     </a:t>
              </a:r>
              <a:r>
                <a:rPr lang="zh-CN" altLang="en-US" sz="2000"/>
                <a:t>读</a:t>
              </a:r>
              <a:r>
                <a:rPr lang="en-US" altLang="zh-CN" sz="2000"/>
                <a:t>B=200</a:t>
              </a:r>
            </a:p>
            <a:p>
              <a:pPr eaLnBrk="1" hangingPunct="1">
                <a:buFont typeface="Wingdings" panose="05000000000000000000" pitchFamily="2" charset="2"/>
                <a:buNone/>
              </a:pPr>
              <a:r>
                <a:rPr lang="en-US" altLang="zh-CN" sz="2000"/>
                <a:t>     </a:t>
              </a:r>
              <a:r>
                <a:rPr lang="zh-CN" altLang="en-US" sz="2000"/>
                <a:t>求和</a:t>
              </a:r>
              <a:r>
                <a:rPr lang="en-US" altLang="zh-CN" sz="2000"/>
                <a:t>=250</a:t>
              </a:r>
            </a:p>
            <a:p>
              <a:pPr eaLnBrk="1" hangingPunct="1">
                <a:buFont typeface="Wingdings" panose="05000000000000000000" pitchFamily="2" charset="2"/>
                <a:buNone/>
              </a:pPr>
              <a:r>
                <a:rPr lang="en-US" altLang="zh-CN" sz="2000"/>
                <a:t>   (</a:t>
              </a:r>
              <a:r>
                <a:rPr lang="zh-CN" altLang="en-US" sz="2000"/>
                <a:t>验算不对</a:t>
              </a:r>
              <a:r>
                <a:rPr lang="en-US" altLang="zh-CN" sz="2000"/>
                <a:t>) </a:t>
              </a:r>
            </a:p>
          </p:txBody>
        </p:sp>
        <p:sp>
          <p:nvSpPr>
            <p:cNvPr id="13322" name="Rectangle 6">
              <a:extLst>
                <a:ext uri="{FF2B5EF4-FFF2-40B4-BE49-F238E27FC236}">
                  <a16:creationId xmlns:a16="http://schemas.microsoft.com/office/drawing/2014/main" id="{C2DD6921-BA6E-CEAA-6EF6-4F72C729BC8F}"/>
                </a:ext>
              </a:extLst>
            </p:cNvPr>
            <p:cNvSpPr>
              <a:spLocks noChangeArrowheads="1"/>
            </p:cNvSpPr>
            <p:nvPr/>
          </p:nvSpPr>
          <p:spPr bwMode="auto">
            <a:xfrm>
              <a:off x="3892" y="1152"/>
              <a:ext cx="10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en-US" altLang="zh-CN" sz="2000"/>
                <a:t>T</a:t>
              </a:r>
              <a:r>
                <a:rPr lang="en-US" altLang="zh-CN" sz="2000" baseline="-25000"/>
                <a:t>2</a:t>
              </a:r>
            </a:p>
          </p:txBody>
        </p:sp>
        <p:sp>
          <p:nvSpPr>
            <p:cNvPr id="13323" name="Rectangle 7">
              <a:extLst>
                <a:ext uri="{FF2B5EF4-FFF2-40B4-BE49-F238E27FC236}">
                  <a16:creationId xmlns:a16="http://schemas.microsoft.com/office/drawing/2014/main" id="{9165BF51-0C2E-DEBD-7EA9-9B7FD08CB5D7}"/>
                </a:ext>
              </a:extLst>
            </p:cNvPr>
            <p:cNvSpPr>
              <a:spLocks noChangeArrowheads="1"/>
            </p:cNvSpPr>
            <p:nvPr/>
          </p:nvSpPr>
          <p:spPr bwMode="auto">
            <a:xfrm>
              <a:off x="2688" y="1152"/>
              <a:ext cx="1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en-US" altLang="zh-CN" sz="2000"/>
                <a:t>T</a:t>
              </a:r>
              <a:r>
                <a:rPr lang="en-US" altLang="zh-CN" sz="2000" baseline="-25000"/>
                <a:t>1</a:t>
              </a:r>
            </a:p>
          </p:txBody>
        </p:sp>
        <p:sp>
          <p:nvSpPr>
            <p:cNvPr id="13324" name="Line 8">
              <a:extLst>
                <a:ext uri="{FF2B5EF4-FFF2-40B4-BE49-F238E27FC236}">
                  <a16:creationId xmlns:a16="http://schemas.microsoft.com/office/drawing/2014/main" id="{698BBDEE-AAE8-E3E3-B4CD-4EDCF1AC390A}"/>
                </a:ext>
              </a:extLst>
            </p:cNvPr>
            <p:cNvSpPr>
              <a:spLocks noChangeShapeType="1"/>
            </p:cNvSpPr>
            <p:nvPr/>
          </p:nvSpPr>
          <p:spPr bwMode="auto">
            <a:xfrm>
              <a:off x="2688" y="1152"/>
              <a:ext cx="2208"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3325" name="Line 9">
              <a:extLst>
                <a:ext uri="{FF2B5EF4-FFF2-40B4-BE49-F238E27FC236}">
                  <a16:creationId xmlns:a16="http://schemas.microsoft.com/office/drawing/2014/main" id="{F2E9B1B4-FF4A-33A3-71B3-41056BAA635B}"/>
                </a:ext>
              </a:extLst>
            </p:cNvPr>
            <p:cNvSpPr>
              <a:spLocks noChangeShapeType="1"/>
            </p:cNvSpPr>
            <p:nvPr/>
          </p:nvSpPr>
          <p:spPr bwMode="auto">
            <a:xfrm>
              <a:off x="2688" y="1402"/>
              <a:ext cx="220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3326" name="Line 10">
              <a:extLst>
                <a:ext uri="{FF2B5EF4-FFF2-40B4-BE49-F238E27FC236}">
                  <a16:creationId xmlns:a16="http://schemas.microsoft.com/office/drawing/2014/main" id="{50D7EE0A-EFAE-7349-91CA-BEDE80FD09C5}"/>
                </a:ext>
              </a:extLst>
            </p:cNvPr>
            <p:cNvSpPr>
              <a:spLocks noChangeShapeType="1"/>
            </p:cNvSpPr>
            <p:nvPr/>
          </p:nvSpPr>
          <p:spPr bwMode="auto">
            <a:xfrm>
              <a:off x="2688" y="3722"/>
              <a:ext cx="2208"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3327" name="Line 11">
              <a:extLst>
                <a:ext uri="{FF2B5EF4-FFF2-40B4-BE49-F238E27FC236}">
                  <a16:creationId xmlns:a16="http://schemas.microsoft.com/office/drawing/2014/main" id="{11AA86B7-34D8-F89B-9DC8-3958D036C91A}"/>
                </a:ext>
              </a:extLst>
            </p:cNvPr>
            <p:cNvSpPr>
              <a:spLocks noChangeShapeType="1"/>
            </p:cNvSpPr>
            <p:nvPr/>
          </p:nvSpPr>
          <p:spPr bwMode="auto">
            <a:xfrm>
              <a:off x="2688" y="1152"/>
              <a:ext cx="0" cy="257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3328" name="Line 12">
              <a:extLst>
                <a:ext uri="{FF2B5EF4-FFF2-40B4-BE49-F238E27FC236}">
                  <a16:creationId xmlns:a16="http://schemas.microsoft.com/office/drawing/2014/main" id="{653B654C-6D67-ED87-23EC-DCB0361592AE}"/>
                </a:ext>
              </a:extLst>
            </p:cNvPr>
            <p:cNvSpPr>
              <a:spLocks noChangeShapeType="1"/>
            </p:cNvSpPr>
            <p:nvPr/>
          </p:nvSpPr>
          <p:spPr bwMode="auto">
            <a:xfrm>
              <a:off x="3892" y="1152"/>
              <a:ext cx="0" cy="257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3329" name="Line 13">
              <a:extLst>
                <a:ext uri="{FF2B5EF4-FFF2-40B4-BE49-F238E27FC236}">
                  <a16:creationId xmlns:a16="http://schemas.microsoft.com/office/drawing/2014/main" id="{4FCF0570-DA99-1E0E-1FF1-BB2A0F82AA1C}"/>
                </a:ext>
              </a:extLst>
            </p:cNvPr>
            <p:cNvSpPr>
              <a:spLocks noChangeShapeType="1"/>
            </p:cNvSpPr>
            <p:nvPr/>
          </p:nvSpPr>
          <p:spPr bwMode="auto">
            <a:xfrm>
              <a:off x="4896" y="1152"/>
              <a:ext cx="0" cy="257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3317" name="Rectangle 14">
            <a:extLst>
              <a:ext uri="{FF2B5EF4-FFF2-40B4-BE49-F238E27FC236}">
                <a16:creationId xmlns:a16="http://schemas.microsoft.com/office/drawing/2014/main" id="{DD8297E8-0CE2-9374-C7E6-C7D109981B04}"/>
              </a:ext>
            </a:extLst>
          </p:cNvPr>
          <p:cNvSpPr>
            <a:spLocks noChangeArrowheads="1"/>
          </p:cNvSpPr>
          <p:nvPr/>
        </p:nvSpPr>
        <p:spPr bwMode="auto">
          <a:xfrm>
            <a:off x="1763713" y="6059488"/>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b="1">
                <a:latin typeface="Times New Roman" panose="02020603050405020304" pitchFamily="18" charset="0"/>
              </a:rPr>
              <a:t>(b) </a:t>
            </a:r>
            <a:r>
              <a:rPr lang="zh-CN" altLang="en-US" sz="2400" b="1">
                <a:latin typeface="Times New Roman" panose="02020603050405020304" pitchFamily="18" charset="0"/>
              </a:rPr>
              <a:t>不可重复读</a:t>
            </a:r>
            <a:endParaRPr lang="zh-CN" altLang="en-US" sz="2400">
              <a:latin typeface="Times New Roman" panose="02020603050405020304" pitchFamily="18" charset="0"/>
            </a:endParaRPr>
          </a:p>
        </p:txBody>
      </p:sp>
      <p:sp>
        <p:nvSpPr>
          <p:cNvPr id="13318" name="AutoShape 15">
            <a:hlinkClick r:id="rId2" action="ppaction://hlinksldjump"/>
            <a:extLst>
              <a:ext uri="{FF2B5EF4-FFF2-40B4-BE49-F238E27FC236}">
                <a16:creationId xmlns:a16="http://schemas.microsoft.com/office/drawing/2014/main" id="{235BBEE0-26AF-75F5-1225-B1BD64BE5CBA}"/>
              </a:ext>
            </a:extLst>
          </p:cNvPr>
          <p:cNvSpPr>
            <a:spLocks noChangeArrowheads="1"/>
          </p:cNvSpPr>
          <p:nvPr/>
        </p:nvSpPr>
        <p:spPr bwMode="auto">
          <a:xfrm>
            <a:off x="6629400" y="6096000"/>
            <a:ext cx="609600" cy="2286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28575">
            <a:solidFill>
              <a:schemeClr val="tx1"/>
            </a:solidFill>
            <a:miter lim="800000"/>
            <a:headEnd/>
            <a:tailEnd/>
          </a:ln>
        </p:spPr>
        <p:txBody>
          <a:bodyPr wrap="none" lIns="90000" tIns="46800" rIns="90000" bIns="46800" anchor="ctr"/>
          <a:lstStyle/>
          <a:p>
            <a:endParaRPr lang="zh-CN" altLang="en-US"/>
          </a:p>
        </p:txBody>
      </p:sp>
      <p:sp>
        <p:nvSpPr>
          <p:cNvPr id="13319" name="AutoShape 16">
            <a:hlinkClick r:id="rId3" action="ppaction://hlinksldjump" highlightClick="1"/>
            <a:extLst>
              <a:ext uri="{FF2B5EF4-FFF2-40B4-BE49-F238E27FC236}">
                <a16:creationId xmlns:a16="http://schemas.microsoft.com/office/drawing/2014/main" id="{724A1E06-6626-2FBA-C312-5003E52A6EDB}"/>
              </a:ext>
            </a:extLst>
          </p:cNvPr>
          <p:cNvSpPr>
            <a:spLocks noChangeArrowheads="1"/>
          </p:cNvSpPr>
          <p:nvPr/>
        </p:nvSpPr>
        <p:spPr bwMode="auto">
          <a:xfrm>
            <a:off x="8458200" y="6248400"/>
            <a:ext cx="304800" cy="304800"/>
          </a:xfrm>
          <a:prstGeom prst="actionButtonForwardNext">
            <a:avLst/>
          </a:prstGeom>
          <a:solidFill>
            <a:schemeClr val="accent1"/>
          </a:solidFill>
          <a:ln w="12700">
            <a:solidFill>
              <a:schemeClr val="tx1"/>
            </a:solidFill>
            <a:miter lim="800000"/>
            <a:headEnd/>
            <a:tailEnd/>
          </a:ln>
        </p:spPr>
        <p:txBody>
          <a:bodyPr wrap="none" lIns="90000" tIns="46800" rIns="90000" bIns="46800"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页脚占位符 4">
            <a:extLst>
              <a:ext uri="{FF2B5EF4-FFF2-40B4-BE49-F238E27FC236}">
                <a16:creationId xmlns:a16="http://schemas.microsoft.com/office/drawing/2014/main" id="{CA32E325-482F-0384-FF18-93675FEFB99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4339" name="Rectangle 2">
            <a:extLst>
              <a:ext uri="{FF2B5EF4-FFF2-40B4-BE49-F238E27FC236}">
                <a16:creationId xmlns:a16="http://schemas.microsoft.com/office/drawing/2014/main" id="{2D3A41D6-C88A-4622-D89C-8F67475D77F4}"/>
              </a:ext>
            </a:extLst>
          </p:cNvPr>
          <p:cNvSpPr>
            <a:spLocks noGrp="1" noChangeArrowheads="1"/>
          </p:cNvSpPr>
          <p:nvPr>
            <p:ph type="title"/>
          </p:nvPr>
        </p:nvSpPr>
        <p:spPr/>
        <p:txBody>
          <a:bodyPr/>
          <a:lstStyle/>
          <a:p>
            <a:pPr eaLnBrk="1" hangingPunct="1"/>
            <a:r>
              <a:rPr lang="zh-CN" altLang="en-US"/>
              <a:t>三类</a:t>
            </a:r>
            <a:r>
              <a:rPr lang="zh-CN" altLang="en-US">
                <a:ea typeface="黑体" panose="02010609060101010101" pitchFamily="49" charset="-122"/>
              </a:rPr>
              <a:t>不可重复读</a:t>
            </a:r>
          </a:p>
        </p:txBody>
      </p:sp>
      <p:sp>
        <p:nvSpPr>
          <p:cNvPr id="14340" name="Rectangle 3">
            <a:extLst>
              <a:ext uri="{FF2B5EF4-FFF2-40B4-BE49-F238E27FC236}">
                <a16:creationId xmlns:a16="http://schemas.microsoft.com/office/drawing/2014/main" id="{B647615A-C8AE-9E90-541B-ED79A7EDA13D}"/>
              </a:ext>
            </a:extLst>
          </p:cNvPr>
          <p:cNvSpPr>
            <a:spLocks noGrp="1" noChangeArrowheads="1"/>
          </p:cNvSpPr>
          <p:nvPr>
            <p:ph type="body" idx="1"/>
          </p:nvPr>
        </p:nvSpPr>
        <p:spPr>
          <a:xfrm>
            <a:off x="539750" y="2051050"/>
            <a:ext cx="8135938" cy="4114800"/>
          </a:xfrm>
        </p:spPr>
        <p:txBody>
          <a:bodyPr/>
          <a:lstStyle/>
          <a:p>
            <a:pPr eaLnBrk="1" hangingPunct="1">
              <a:lnSpc>
                <a:spcPct val="80000"/>
              </a:lnSpc>
              <a:buFont typeface="Wingdings" panose="05000000000000000000" pitchFamily="2" charset="2"/>
              <a:buNone/>
            </a:pPr>
            <a:r>
              <a:rPr lang="zh-CN" altLang="en-US"/>
              <a:t>事务</a:t>
            </a:r>
            <a:r>
              <a:rPr lang="en-US" altLang="zh-CN"/>
              <a:t>1</a:t>
            </a:r>
            <a:r>
              <a:rPr lang="zh-CN" altLang="en-US"/>
              <a:t>读取某一数据后：</a:t>
            </a:r>
          </a:p>
          <a:p>
            <a:pPr eaLnBrk="1" hangingPunct="1">
              <a:lnSpc>
                <a:spcPct val="80000"/>
              </a:lnSpc>
              <a:buFont typeface="Wingdings" panose="05000000000000000000" pitchFamily="2" charset="2"/>
              <a:buNone/>
            </a:pPr>
            <a:r>
              <a:rPr lang="en-US" altLang="zh-CN" sz="2800"/>
              <a:t>1. </a:t>
            </a:r>
            <a:r>
              <a:rPr lang="zh-CN" altLang="en-US" sz="2800">
                <a:solidFill>
                  <a:schemeClr val="accent2"/>
                </a:solidFill>
              </a:rPr>
              <a:t>事务</a:t>
            </a:r>
            <a:r>
              <a:rPr lang="en-US" altLang="zh-CN" sz="2800">
                <a:solidFill>
                  <a:schemeClr val="accent2"/>
                </a:solidFill>
              </a:rPr>
              <a:t>2</a:t>
            </a:r>
            <a:r>
              <a:rPr lang="zh-CN" altLang="en-US" sz="2800">
                <a:solidFill>
                  <a:schemeClr val="accent2"/>
                </a:solidFill>
              </a:rPr>
              <a:t>对其做了修改，</a:t>
            </a:r>
            <a:r>
              <a:rPr lang="zh-CN" altLang="en-US" sz="2800"/>
              <a:t>当事务</a:t>
            </a:r>
            <a:r>
              <a:rPr lang="en-US" altLang="zh-CN" sz="2800"/>
              <a:t>1</a:t>
            </a:r>
            <a:r>
              <a:rPr lang="zh-CN" altLang="en-US" sz="2800"/>
              <a:t>再次读该数据时，得到与前一次不同的值。</a:t>
            </a:r>
          </a:p>
          <a:p>
            <a:pPr eaLnBrk="1" hangingPunct="1">
              <a:lnSpc>
                <a:spcPct val="80000"/>
              </a:lnSpc>
              <a:spcBef>
                <a:spcPct val="60000"/>
              </a:spcBef>
              <a:buFont typeface="Wingdings" panose="05000000000000000000" pitchFamily="2" charset="2"/>
              <a:buNone/>
            </a:pPr>
            <a:r>
              <a:rPr lang="en-US" altLang="zh-CN" sz="2800"/>
              <a:t>2. </a:t>
            </a:r>
            <a:r>
              <a:rPr lang="zh-CN" altLang="en-US" sz="2800">
                <a:solidFill>
                  <a:schemeClr val="accent2"/>
                </a:solidFill>
              </a:rPr>
              <a:t>事务</a:t>
            </a:r>
            <a:r>
              <a:rPr lang="en-US" altLang="zh-CN" sz="2800">
                <a:solidFill>
                  <a:schemeClr val="accent2"/>
                </a:solidFill>
              </a:rPr>
              <a:t>2</a:t>
            </a:r>
            <a:r>
              <a:rPr lang="zh-CN" altLang="en-US" sz="2800">
                <a:solidFill>
                  <a:schemeClr val="accent2"/>
                </a:solidFill>
              </a:rPr>
              <a:t>删除了其中部分记录</a:t>
            </a:r>
            <a:r>
              <a:rPr lang="zh-CN" altLang="en-US" sz="2800"/>
              <a:t>，当事务</a:t>
            </a:r>
            <a:r>
              <a:rPr lang="en-US" altLang="zh-CN" sz="2800"/>
              <a:t>1</a:t>
            </a:r>
            <a:r>
              <a:rPr lang="zh-CN" altLang="en-US" sz="2800"/>
              <a:t>再次读取数据时，发现某些记录神密地消失了。</a:t>
            </a:r>
          </a:p>
          <a:p>
            <a:pPr eaLnBrk="1" hangingPunct="1">
              <a:lnSpc>
                <a:spcPct val="80000"/>
              </a:lnSpc>
              <a:buFont typeface="Wingdings" panose="05000000000000000000" pitchFamily="2" charset="2"/>
              <a:buNone/>
            </a:pPr>
            <a:r>
              <a:rPr lang="en-US" altLang="zh-CN" sz="2800"/>
              <a:t>3. </a:t>
            </a:r>
            <a:r>
              <a:rPr lang="zh-CN" altLang="en-US" sz="2800">
                <a:solidFill>
                  <a:schemeClr val="accent2"/>
                </a:solidFill>
              </a:rPr>
              <a:t>事务</a:t>
            </a:r>
            <a:r>
              <a:rPr lang="en-US" altLang="zh-CN" sz="2800">
                <a:solidFill>
                  <a:schemeClr val="accent2"/>
                </a:solidFill>
              </a:rPr>
              <a:t>2</a:t>
            </a:r>
            <a:r>
              <a:rPr lang="zh-CN" altLang="en-US" sz="2800">
                <a:solidFill>
                  <a:schemeClr val="accent2"/>
                </a:solidFill>
              </a:rPr>
              <a:t>插入了一些记录</a:t>
            </a:r>
            <a:r>
              <a:rPr lang="zh-CN" altLang="en-US" sz="2800"/>
              <a:t>，当事务</a:t>
            </a:r>
            <a:r>
              <a:rPr lang="en-US" altLang="zh-CN" sz="2800"/>
              <a:t>1</a:t>
            </a:r>
            <a:r>
              <a:rPr lang="zh-CN" altLang="en-US" sz="2800"/>
              <a:t>再次按相同条件读取数据时，发现多了一些记录。</a:t>
            </a:r>
          </a:p>
          <a:p>
            <a:pPr eaLnBrk="1" hangingPunct="1">
              <a:lnSpc>
                <a:spcPct val="80000"/>
              </a:lnSpc>
              <a:buFont typeface="Wingdings" panose="05000000000000000000" pitchFamily="2" charset="2"/>
              <a:buNone/>
            </a:pPr>
            <a:endParaRPr lang="en-US" altLang="zh-CN" sz="2400"/>
          </a:p>
          <a:p>
            <a:pPr eaLnBrk="1" hangingPunct="1">
              <a:lnSpc>
                <a:spcPct val="80000"/>
              </a:lnSpc>
              <a:buFont typeface="Wingdings" panose="05000000000000000000" pitchFamily="2" charset="2"/>
              <a:buNone/>
            </a:pPr>
            <a:endParaRPr lang="en-US" altLang="zh-CN" sz="2400"/>
          </a:p>
          <a:p>
            <a:pPr eaLnBrk="1" hangingPunct="1">
              <a:lnSpc>
                <a:spcPct val="80000"/>
              </a:lnSpc>
              <a:buFont typeface="Wingdings" panose="05000000000000000000" pitchFamily="2" charset="2"/>
              <a:buNone/>
            </a:pPr>
            <a:r>
              <a:rPr lang="zh-CN" altLang="en-US" sz="2400"/>
              <a:t>后两种不可重复读有时也称为</a:t>
            </a:r>
            <a:r>
              <a:rPr lang="zh-CN" altLang="en-US" sz="2400">
                <a:solidFill>
                  <a:schemeClr val="accent2"/>
                </a:solidFill>
              </a:rPr>
              <a:t>幻影</a:t>
            </a:r>
            <a:r>
              <a:rPr lang="zh-CN" altLang="en-US" sz="2400"/>
              <a:t>现象（</a:t>
            </a:r>
            <a:r>
              <a:rPr lang="en-US" altLang="zh-CN" sz="2400"/>
              <a:t>phantom row</a:t>
            </a:r>
            <a:r>
              <a:rPr lang="zh-CN" altLang="en-US" sz="240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页脚占位符 4">
            <a:extLst>
              <a:ext uri="{FF2B5EF4-FFF2-40B4-BE49-F238E27FC236}">
                <a16:creationId xmlns:a16="http://schemas.microsoft.com/office/drawing/2014/main" id="{B3FCEC94-191B-5A47-5D5A-EA914AC6786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5363" name="Rectangle 2">
            <a:extLst>
              <a:ext uri="{FF2B5EF4-FFF2-40B4-BE49-F238E27FC236}">
                <a16:creationId xmlns:a16="http://schemas.microsoft.com/office/drawing/2014/main" id="{19B2FAC2-050C-7433-408E-7381025D1E9D}"/>
              </a:ext>
            </a:extLst>
          </p:cNvPr>
          <p:cNvSpPr>
            <a:spLocks noGrp="1" noChangeArrowheads="1"/>
          </p:cNvSpPr>
          <p:nvPr>
            <p:ph type="title"/>
          </p:nvPr>
        </p:nvSpPr>
        <p:spPr/>
        <p:txBody>
          <a:bodyPr/>
          <a:lstStyle/>
          <a:p>
            <a:pPr eaLnBrk="1" hangingPunct="1"/>
            <a:r>
              <a:rPr lang="en-US" altLang="zh-CN">
                <a:ea typeface="黑体" panose="02010609060101010101" pitchFamily="49" charset="-122"/>
              </a:rPr>
              <a:t>3. </a:t>
            </a:r>
            <a:r>
              <a:rPr lang="zh-CN" altLang="en-US">
                <a:ea typeface="黑体" panose="02010609060101010101" pitchFamily="49" charset="-122"/>
              </a:rPr>
              <a:t>读“脏”数据</a:t>
            </a:r>
          </a:p>
        </p:txBody>
      </p:sp>
      <p:sp>
        <p:nvSpPr>
          <p:cNvPr id="15364" name="Rectangle 3">
            <a:extLst>
              <a:ext uri="{FF2B5EF4-FFF2-40B4-BE49-F238E27FC236}">
                <a16:creationId xmlns:a16="http://schemas.microsoft.com/office/drawing/2014/main" id="{EABA8726-34FF-CF5F-B764-9D1599558AF5}"/>
              </a:ext>
            </a:extLst>
          </p:cNvPr>
          <p:cNvSpPr>
            <a:spLocks noGrp="1" noChangeArrowheads="1"/>
          </p:cNvSpPr>
          <p:nvPr>
            <p:ph type="body" idx="1"/>
          </p:nvPr>
        </p:nvSpPr>
        <p:spPr>
          <a:xfrm>
            <a:off x="755650" y="2017713"/>
            <a:ext cx="7772400" cy="4114800"/>
          </a:xfrm>
        </p:spPr>
        <p:txBody>
          <a:bodyPr/>
          <a:lstStyle/>
          <a:p>
            <a:pPr algn="just" eaLnBrk="1" hangingPunct="1">
              <a:lnSpc>
                <a:spcPct val="110000"/>
              </a:lnSpc>
              <a:buFont typeface="Wingdings" panose="05000000000000000000" pitchFamily="2" charset="2"/>
              <a:buNone/>
            </a:pPr>
            <a:r>
              <a:rPr lang="zh-CN" altLang="en-US" sz="2800"/>
              <a:t>事务</a:t>
            </a:r>
            <a:r>
              <a:rPr lang="en-US" altLang="zh-CN" sz="2800"/>
              <a:t>1</a:t>
            </a:r>
            <a:r>
              <a:rPr lang="zh-CN" altLang="en-US" sz="2800"/>
              <a:t>修改某一数据，并将其写回磁盘</a:t>
            </a:r>
          </a:p>
          <a:p>
            <a:pPr algn="just" eaLnBrk="1" hangingPunct="1">
              <a:lnSpc>
                <a:spcPct val="110000"/>
              </a:lnSpc>
              <a:buFont typeface="Wingdings" panose="05000000000000000000" pitchFamily="2" charset="2"/>
              <a:buNone/>
            </a:pPr>
            <a:r>
              <a:rPr lang="zh-CN" altLang="en-US" sz="2800"/>
              <a:t>事务</a:t>
            </a:r>
            <a:r>
              <a:rPr lang="en-US" altLang="zh-CN" sz="2800"/>
              <a:t>2</a:t>
            </a:r>
            <a:r>
              <a:rPr lang="zh-CN" altLang="en-US" sz="2800"/>
              <a:t>读取同一数据后</a:t>
            </a:r>
          </a:p>
          <a:p>
            <a:pPr algn="just" eaLnBrk="1" hangingPunct="1">
              <a:lnSpc>
                <a:spcPct val="110000"/>
              </a:lnSpc>
              <a:buFont typeface="Wingdings" panose="05000000000000000000" pitchFamily="2" charset="2"/>
              <a:buNone/>
            </a:pPr>
            <a:r>
              <a:rPr lang="zh-CN" altLang="en-US" sz="2800"/>
              <a:t>事务</a:t>
            </a:r>
            <a:r>
              <a:rPr lang="en-US" altLang="zh-CN" sz="2800"/>
              <a:t>1</a:t>
            </a:r>
            <a:r>
              <a:rPr lang="zh-CN" altLang="en-US" sz="2800"/>
              <a:t>由于某种原因被撤消，这时事务</a:t>
            </a:r>
            <a:r>
              <a:rPr lang="en-US" altLang="zh-CN" sz="2800"/>
              <a:t>1</a:t>
            </a:r>
            <a:r>
              <a:rPr lang="zh-CN" altLang="en-US" sz="2800"/>
              <a:t>已修改过</a:t>
            </a:r>
          </a:p>
          <a:p>
            <a:pPr algn="just" eaLnBrk="1" hangingPunct="1">
              <a:lnSpc>
                <a:spcPct val="110000"/>
              </a:lnSpc>
              <a:buFont typeface="Wingdings" panose="05000000000000000000" pitchFamily="2" charset="2"/>
              <a:buNone/>
            </a:pPr>
            <a:r>
              <a:rPr lang="zh-CN" altLang="en-US" sz="2800"/>
              <a:t>的数据恢复原值</a:t>
            </a:r>
          </a:p>
          <a:p>
            <a:pPr algn="just" eaLnBrk="1" hangingPunct="1">
              <a:lnSpc>
                <a:spcPct val="110000"/>
              </a:lnSpc>
              <a:buFont typeface="Wingdings" panose="05000000000000000000" pitchFamily="2" charset="2"/>
              <a:buNone/>
            </a:pPr>
            <a:r>
              <a:rPr lang="zh-CN" altLang="en-US" sz="2800"/>
              <a:t>事务</a:t>
            </a:r>
            <a:r>
              <a:rPr lang="en-US" altLang="zh-CN" sz="2800"/>
              <a:t>2</a:t>
            </a:r>
            <a:r>
              <a:rPr lang="zh-CN" altLang="en-US" sz="2800"/>
              <a:t>读到的数据就与数据库中的数据不一致，</a:t>
            </a:r>
          </a:p>
          <a:p>
            <a:pPr algn="just" eaLnBrk="1" hangingPunct="1">
              <a:lnSpc>
                <a:spcPct val="110000"/>
              </a:lnSpc>
              <a:buFont typeface="Wingdings" panose="05000000000000000000" pitchFamily="2" charset="2"/>
              <a:buNone/>
            </a:pPr>
            <a:r>
              <a:rPr lang="zh-CN" altLang="en-US" sz="2800"/>
              <a:t>是不正确的数据，又称为</a:t>
            </a:r>
            <a:r>
              <a:rPr lang="zh-CN" altLang="en-US" sz="2800">
                <a:latin typeface="Times New Roman" panose="02020603050405020304" pitchFamily="18" charset="0"/>
              </a:rPr>
              <a:t>“</a:t>
            </a:r>
            <a:r>
              <a:rPr lang="zh-CN" altLang="en-US" sz="2800"/>
              <a:t>脏</a:t>
            </a:r>
            <a:r>
              <a:rPr lang="zh-CN" altLang="en-US" sz="2800">
                <a:latin typeface="Times New Roman" panose="02020603050405020304" pitchFamily="18" charset="0"/>
              </a:rPr>
              <a:t>”</a:t>
            </a:r>
            <a:r>
              <a:rPr lang="zh-CN" altLang="en-US" sz="2800"/>
              <a:t>数据。</a:t>
            </a:r>
          </a:p>
        </p:txBody>
      </p:sp>
      <p:sp>
        <p:nvSpPr>
          <p:cNvPr id="15365" name="AutoShape 4">
            <a:hlinkClick r:id="rId2" action="ppaction://hlinksldjump"/>
            <a:extLst>
              <a:ext uri="{FF2B5EF4-FFF2-40B4-BE49-F238E27FC236}">
                <a16:creationId xmlns:a16="http://schemas.microsoft.com/office/drawing/2014/main" id="{C58A7F3F-F453-0357-4271-84C9A4216BBC}"/>
              </a:ext>
            </a:extLst>
          </p:cNvPr>
          <p:cNvSpPr>
            <a:spLocks noChangeArrowheads="1"/>
          </p:cNvSpPr>
          <p:nvPr/>
        </p:nvSpPr>
        <p:spPr bwMode="auto">
          <a:xfrm>
            <a:off x="7924800" y="5105400"/>
            <a:ext cx="381000" cy="381000"/>
          </a:xfrm>
          <a:prstGeom prst="rightArrow">
            <a:avLst>
              <a:gd name="adj1" fmla="val 50000"/>
              <a:gd name="adj2" fmla="val 25000"/>
            </a:avLst>
          </a:prstGeom>
          <a:solidFill>
            <a:schemeClr val="accent1"/>
          </a:solidFill>
          <a:ln w="19050">
            <a:solidFill>
              <a:schemeClr val="tx1"/>
            </a:solidFill>
            <a:miter lim="800000"/>
            <a:headEnd/>
            <a:tailEnd/>
          </a:ln>
        </p:spPr>
        <p:txBody>
          <a:bodyPr wrap="none" lIns="90000" tIns="46800" rIns="90000" bIns="46800"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
        <p:nvSpPr>
          <p:cNvPr id="15366" name="AutoShape 5">
            <a:hlinkClick r:id="rId3" action="ppaction://hlinksldjump"/>
            <a:extLst>
              <a:ext uri="{FF2B5EF4-FFF2-40B4-BE49-F238E27FC236}">
                <a16:creationId xmlns:a16="http://schemas.microsoft.com/office/drawing/2014/main" id="{EC57F40A-4873-B196-E7FD-F9FF9685A313}"/>
              </a:ext>
            </a:extLst>
          </p:cNvPr>
          <p:cNvSpPr>
            <a:spLocks noChangeArrowheads="1"/>
          </p:cNvSpPr>
          <p:nvPr/>
        </p:nvSpPr>
        <p:spPr bwMode="auto">
          <a:xfrm>
            <a:off x="4267200" y="6172200"/>
            <a:ext cx="838200" cy="304800"/>
          </a:xfrm>
          <a:prstGeom prst="downArrow">
            <a:avLst>
              <a:gd name="adj1" fmla="val 50000"/>
              <a:gd name="adj2" fmla="val 25000"/>
            </a:avLst>
          </a:prstGeom>
          <a:solidFill>
            <a:schemeClr val="accent1"/>
          </a:solidFill>
          <a:ln w="28575">
            <a:solidFill>
              <a:schemeClr val="tx1"/>
            </a:solidFill>
            <a:miter lim="800000"/>
            <a:headEnd/>
            <a:tailEnd/>
          </a:ln>
        </p:spPr>
        <p:txBody>
          <a:bodyPr wrap="none" lIns="90000" tIns="46800" rIns="90000" bIns="46800"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a:extLst>
              <a:ext uri="{FF2B5EF4-FFF2-40B4-BE49-F238E27FC236}">
                <a16:creationId xmlns:a16="http://schemas.microsoft.com/office/drawing/2014/main" id="{04CC929A-C750-DEC0-CAD0-22F5B6750BC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6387" name="Rectangle 2">
            <a:extLst>
              <a:ext uri="{FF2B5EF4-FFF2-40B4-BE49-F238E27FC236}">
                <a16:creationId xmlns:a16="http://schemas.microsoft.com/office/drawing/2014/main" id="{3CA76DAF-1245-C6B7-11AD-5E3464EFAFAD}"/>
              </a:ext>
            </a:extLst>
          </p:cNvPr>
          <p:cNvSpPr>
            <a:spLocks noGrp="1" noChangeArrowheads="1"/>
          </p:cNvSpPr>
          <p:nvPr>
            <p:ph type="title"/>
          </p:nvPr>
        </p:nvSpPr>
        <p:spPr/>
        <p:txBody>
          <a:bodyPr/>
          <a:lstStyle/>
          <a:p>
            <a:pPr eaLnBrk="1" hangingPunct="1"/>
            <a:r>
              <a:rPr lang="zh-CN" altLang="en-US"/>
              <a:t>图</a:t>
            </a:r>
            <a:r>
              <a:rPr lang="en-US" altLang="zh-CN"/>
              <a:t>12.1  </a:t>
            </a:r>
            <a:r>
              <a:rPr lang="zh-CN" altLang="en-US"/>
              <a:t>三种数据不一致性</a:t>
            </a:r>
            <a:r>
              <a:rPr lang="en-US" altLang="zh-CN"/>
              <a:t>(</a:t>
            </a:r>
            <a:r>
              <a:rPr lang="zh-CN" altLang="en-US"/>
              <a:t>续</a:t>
            </a:r>
            <a:r>
              <a:rPr lang="en-US" altLang="zh-CN"/>
              <a:t>)</a:t>
            </a:r>
          </a:p>
        </p:txBody>
      </p:sp>
      <p:grpSp>
        <p:nvGrpSpPr>
          <p:cNvPr id="16388" name="Group 3">
            <a:extLst>
              <a:ext uri="{FF2B5EF4-FFF2-40B4-BE49-F238E27FC236}">
                <a16:creationId xmlns:a16="http://schemas.microsoft.com/office/drawing/2014/main" id="{1336A764-6C03-4AF4-D387-465E5E9337F9}"/>
              </a:ext>
            </a:extLst>
          </p:cNvPr>
          <p:cNvGrpSpPr>
            <a:grpSpLocks/>
          </p:cNvGrpSpPr>
          <p:nvPr/>
        </p:nvGrpSpPr>
        <p:grpSpPr bwMode="auto">
          <a:xfrm>
            <a:off x="1187450" y="2190750"/>
            <a:ext cx="3200400" cy="3471863"/>
            <a:chOff x="1344" y="1104"/>
            <a:chExt cx="2016" cy="2187"/>
          </a:xfrm>
        </p:grpSpPr>
        <p:sp>
          <p:nvSpPr>
            <p:cNvPr id="16392" name="Rectangle 4">
              <a:extLst>
                <a:ext uri="{FF2B5EF4-FFF2-40B4-BE49-F238E27FC236}">
                  <a16:creationId xmlns:a16="http://schemas.microsoft.com/office/drawing/2014/main" id="{42AC6021-66B7-4730-7B28-32B05144E2E1}"/>
                </a:ext>
              </a:extLst>
            </p:cNvPr>
            <p:cNvSpPr>
              <a:spLocks noChangeArrowheads="1"/>
            </p:cNvSpPr>
            <p:nvPr/>
          </p:nvSpPr>
          <p:spPr bwMode="auto">
            <a:xfrm>
              <a:off x="2511" y="1354"/>
              <a:ext cx="849" cy="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en-US" altLang="zh-CN" sz="2800">
                  <a:latin typeface="Times New Roman" panose="02020603050405020304" pitchFamily="18" charset="0"/>
                </a:rPr>
                <a:t> </a:t>
              </a: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zh-CN" altLang="en-US" sz="2000"/>
                <a:t>读</a:t>
              </a:r>
              <a:r>
                <a:rPr lang="en-US" altLang="zh-CN" sz="2000"/>
                <a:t>C=200</a:t>
              </a:r>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endParaRPr lang="en-US" altLang="zh-CN" sz="2000"/>
            </a:p>
          </p:txBody>
        </p:sp>
        <p:sp>
          <p:nvSpPr>
            <p:cNvPr id="16393" name="Rectangle 5">
              <a:extLst>
                <a:ext uri="{FF2B5EF4-FFF2-40B4-BE49-F238E27FC236}">
                  <a16:creationId xmlns:a16="http://schemas.microsoft.com/office/drawing/2014/main" id="{48C0FF0F-4CAD-67A4-26AA-AECA400AA3BD}"/>
                </a:ext>
              </a:extLst>
            </p:cNvPr>
            <p:cNvSpPr>
              <a:spLocks noChangeArrowheads="1"/>
            </p:cNvSpPr>
            <p:nvPr/>
          </p:nvSpPr>
          <p:spPr bwMode="auto">
            <a:xfrm>
              <a:off x="1344" y="1354"/>
              <a:ext cx="1296" cy="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en-US" altLang="zh-CN" sz="2000"/>
                <a:t>① </a:t>
              </a:r>
              <a:r>
                <a:rPr lang="zh-CN" altLang="en-US" sz="2000"/>
                <a:t>读</a:t>
              </a:r>
              <a:r>
                <a:rPr lang="en-US" altLang="zh-CN" sz="2000"/>
                <a:t>C=100</a:t>
              </a:r>
            </a:p>
            <a:p>
              <a:pPr eaLnBrk="1" hangingPunct="1">
                <a:buFont typeface="Wingdings" panose="05000000000000000000" pitchFamily="2" charset="2"/>
                <a:buNone/>
              </a:pPr>
              <a:r>
                <a:rPr lang="en-US" altLang="zh-CN" sz="2000"/>
                <a:t>     C←C*2</a:t>
              </a:r>
            </a:p>
            <a:p>
              <a:pPr eaLnBrk="1" hangingPunct="1">
                <a:buFont typeface="Wingdings" panose="05000000000000000000" pitchFamily="2" charset="2"/>
                <a:buNone/>
              </a:pPr>
              <a:r>
                <a:rPr lang="en-US" altLang="zh-CN" sz="2000"/>
                <a:t>     </a:t>
              </a:r>
              <a:r>
                <a:rPr lang="zh-CN" altLang="en-US" sz="2000"/>
                <a:t>写回</a:t>
              </a:r>
              <a:r>
                <a:rPr lang="en-US" altLang="zh-CN" sz="2000"/>
                <a:t>C</a:t>
              </a:r>
            </a:p>
            <a:p>
              <a:pPr eaLnBrk="1" hangingPunct="1">
                <a:buFont typeface="Wingdings" panose="05000000000000000000" pitchFamily="2" charset="2"/>
                <a:buNone/>
              </a:pPr>
              <a:r>
                <a:rPr lang="en-US" altLang="zh-CN" sz="2000"/>
                <a:t>②   </a:t>
              </a:r>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latin typeface="Times New Roman" panose="02020603050405020304" pitchFamily="18" charset="0"/>
                </a:rPr>
                <a:t> </a:t>
              </a:r>
              <a:endParaRPr lang="en-US" altLang="zh-CN" sz="2000"/>
            </a:p>
            <a:p>
              <a:pPr eaLnBrk="1" hangingPunct="1">
                <a:buFont typeface="Wingdings" panose="05000000000000000000" pitchFamily="2" charset="2"/>
                <a:buNone/>
              </a:pPr>
              <a:r>
                <a:rPr lang="en-US" altLang="zh-CN" sz="2000"/>
                <a:t>③ ROLLBACK</a:t>
              </a:r>
            </a:p>
            <a:p>
              <a:pPr eaLnBrk="1" hangingPunct="1">
                <a:buFont typeface="Wingdings" panose="05000000000000000000" pitchFamily="2" charset="2"/>
                <a:buNone/>
              </a:pPr>
              <a:r>
                <a:rPr lang="en-US" altLang="zh-CN" sz="2000"/>
                <a:t>     C</a:t>
              </a:r>
              <a:r>
                <a:rPr lang="zh-CN" altLang="en-US" sz="2000"/>
                <a:t>恢复为</a:t>
              </a:r>
              <a:r>
                <a:rPr lang="en-US" altLang="zh-CN" sz="2000"/>
                <a:t>100</a:t>
              </a:r>
            </a:p>
          </p:txBody>
        </p:sp>
        <p:sp>
          <p:nvSpPr>
            <p:cNvPr id="16394" name="Rectangle 6">
              <a:extLst>
                <a:ext uri="{FF2B5EF4-FFF2-40B4-BE49-F238E27FC236}">
                  <a16:creationId xmlns:a16="http://schemas.microsoft.com/office/drawing/2014/main" id="{E67A9CF8-FFA2-6679-8C28-A381A2F5BCDF}"/>
                </a:ext>
              </a:extLst>
            </p:cNvPr>
            <p:cNvSpPr>
              <a:spLocks noChangeArrowheads="1"/>
            </p:cNvSpPr>
            <p:nvPr/>
          </p:nvSpPr>
          <p:spPr bwMode="auto">
            <a:xfrm>
              <a:off x="2511" y="1104"/>
              <a:ext cx="8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en-US" altLang="zh-CN" sz="2000"/>
                <a:t>T</a:t>
              </a:r>
              <a:r>
                <a:rPr lang="en-US" altLang="zh-CN" sz="2000" baseline="-25000"/>
                <a:t>2</a:t>
              </a:r>
            </a:p>
          </p:txBody>
        </p:sp>
        <p:sp>
          <p:nvSpPr>
            <p:cNvPr id="16395" name="Rectangle 7">
              <a:extLst>
                <a:ext uri="{FF2B5EF4-FFF2-40B4-BE49-F238E27FC236}">
                  <a16:creationId xmlns:a16="http://schemas.microsoft.com/office/drawing/2014/main" id="{3BF359A0-A58B-0D82-0CB6-F4E3EF6899F7}"/>
                </a:ext>
              </a:extLst>
            </p:cNvPr>
            <p:cNvSpPr>
              <a:spLocks noChangeArrowheads="1"/>
            </p:cNvSpPr>
            <p:nvPr/>
          </p:nvSpPr>
          <p:spPr bwMode="auto">
            <a:xfrm>
              <a:off x="1344" y="1104"/>
              <a:ext cx="11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en-US" altLang="zh-CN" sz="2000"/>
                <a:t>T</a:t>
              </a:r>
              <a:r>
                <a:rPr lang="en-US" altLang="zh-CN" sz="2000" baseline="-25000"/>
                <a:t>1</a:t>
              </a:r>
            </a:p>
          </p:txBody>
        </p:sp>
        <p:sp>
          <p:nvSpPr>
            <p:cNvPr id="16396" name="Line 8">
              <a:extLst>
                <a:ext uri="{FF2B5EF4-FFF2-40B4-BE49-F238E27FC236}">
                  <a16:creationId xmlns:a16="http://schemas.microsoft.com/office/drawing/2014/main" id="{62D7A88E-F8FD-A8F1-EA9C-740D381F90C3}"/>
                </a:ext>
              </a:extLst>
            </p:cNvPr>
            <p:cNvSpPr>
              <a:spLocks noChangeShapeType="1"/>
            </p:cNvSpPr>
            <p:nvPr/>
          </p:nvSpPr>
          <p:spPr bwMode="auto">
            <a:xfrm>
              <a:off x="1344" y="1104"/>
              <a:ext cx="2016"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6397" name="Line 9">
              <a:extLst>
                <a:ext uri="{FF2B5EF4-FFF2-40B4-BE49-F238E27FC236}">
                  <a16:creationId xmlns:a16="http://schemas.microsoft.com/office/drawing/2014/main" id="{D267F9BF-DAFA-D517-AD8F-70332238C6E8}"/>
                </a:ext>
              </a:extLst>
            </p:cNvPr>
            <p:cNvSpPr>
              <a:spLocks noChangeShapeType="1"/>
            </p:cNvSpPr>
            <p:nvPr/>
          </p:nvSpPr>
          <p:spPr bwMode="auto">
            <a:xfrm>
              <a:off x="1344" y="1354"/>
              <a:ext cx="20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6398" name="Line 10">
              <a:extLst>
                <a:ext uri="{FF2B5EF4-FFF2-40B4-BE49-F238E27FC236}">
                  <a16:creationId xmlns:a16="http://schemas.microsoft.com/office/drawing/2014/main" id="{12917B61-D29D-1592-41F2-EDCD1575F4B5}"/>
                </a:ext>
              </a:extLst>
            </p:cNvPr>
            <p:cNvSpPr>
              <a:spLocks noChangeShapeType="1"/>
            </p:cNvSpPr>
            <p:nvPr/>
          </p:nvSpPr>
          <p:spPr bwMode="auto">
            <a:xfrm>
              <a:off x="1344" y="3291"/>
              <a:ext cx="2016"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6399" name="Line 11">
              <a:extLst>
                <a:ext uri="{FF2B5EF4-FFF2-40B4-BE49-F238E27FC236}">
                  <a16:creationId xmlns:a16="http://schemas.microsoft.com/office/drawing/2014/main" id="{3A448CB2-E5C6-9772-F006-85DD117C7320}"/>
                </a:ext>
              </a:extLst>
            </p:cNvPr>
            <p:cNvSpPr>
              <a:spLocks noChangeShapeType="1"/>
            </p:cNvSpPr>
            <p:nvPr/>
          </p:nvSpPr>
          <p:spPr bwMode="auto">
            <a:xfrm>
              <a:off x="1344" y="1104"/>
              <a:ext cx="0" cy="2187"/>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6400" name="Line 12">
              <a:extLst>
                <a:ext uri="{FF2B5EF4-FFF2-40B4-BE49-F238E27FC236}">
                  <a16:creationId xmlns:a16="http://schemas.microsoft.com/office/drawing/2014/main" id="{1027B1C6-D3B7-25E4-EC41-0534030E07DA}"/>
                </a:ext>
              </a:extLst>
            </p:cNvPr>
            <p:cNvSpPr>
              <a:spLocks noChangeShapeType="1"/>
            </p:cNvSpPr>
            <p:nvPr/>
          </p:nvSpPr>
          <p:spPr bwMode="auto">
            <a:xfrm>
              <a:off x="2496" y="1104"/>
              <a:ext cx="0" cy="21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6401" name="Line 13">
              <a:extLst>
                <a:ext uri="{FF2B5EF4-FFF2-40B4-BE49-F238E27FC236}">
                  <a16:creationId xmlns:a16="http://schemas.microsoft.com/office/drawing/2014/main" id="{310DFF3B-E85A-4464-26F5-DD529193457D}"/>
                </a:ext>
              </a:extLst>
            </p:cNvPr>
            <p:cNvSpPr>
              <a:spLocks noChangeShapeType="1"/>
            </p:cNvSpPr>
            <p:nvPr/>
          </p:nvSpPr>
          <p:spPr bwMode="auto">
            <a:xfrm>
              <a:off x="3360" y="1104"/>
              <a:ext cx="0" cy="2187"/>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6389" name="Rectangle 14">
            <a:extLst>
              <a:ext uri="{FF2B5EF4-FFF2-40B4-BE49-F238E27FC236}">
                <a16:creationId xmlns:a16="http://schemas.microsoft.com/office/drawing/2014/main" id="{0ED0DD9D-FC02-4A4B-0251-F1CCC2EA266E}"/>
              </a:ext>
            </a:extLst>
          </p:cNvPr>
          <p:cNvSpPr>
            <a:spLocks noChangeArrowheads="1"/>
          </p:cNvSpPr>
          <p:nvPr/>
        </p:nvSpPr>
        <p:spPr bwMode="auto">
          <a:xfrm>
            <a:off x="1187450" y="5772150"/>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2400" b="1">
                <a:latin typeface="Times New Roman" panose="02020603050405020304" pitchFamily="18" charset="0"/>
              </a:rPr>
              <a:t>(c) </a:t>
            </a:r>
            <a:r>
              <a:rPr kumimoji="0" lang="zh-CN" altLang="en-US" sz="2400" b="1">
                <a:latin typeface="Times New Roman" panose="02020603050405020304" pitchFamily="18" charset="0"/>
              </a:rPr>
              <a:t>读“脏”数据</a:t>
            </a:r>
            <a:endParaRPr kumimoji="0" lang="zh-CN" altLang="en-US" sz="2400">
              <a:latin typeface="Times New Roman" panose="02020603050405020304" pitchFamily="18" charset="0"/>
            </a:endParaRPr>
          </a:p>
        </p:txBody>
      </p:sp>
      <p:sp>
        <p:nvSpPr>
          <p:cNvPr id="16390" name="AutoShape 15">
            <a:hlinkClick r:id="rId2" action="ppaction://hlinksldjump"/>
            <a:extLst>
              <a:ext uri="{FF2B5EF4-FFF2-40B4-BE49-F238E27FC236}">
                <a16:creationId xmlns:a16="http://schemas.microsoft.com/office/drawing/2014/main" id="{5B50DCF7-2FBF-0F29-2A7F-ABD2F4B056B8}"/>
              </a:ext>
            </a:extLst>
          </p:cNvPr>
          <p:cNvSpPr>
            <a:spLocks noChangeArrowheads="1"/>
          </p:cNvSpPr>
          <p:nvPr/>
        </p:nvSpPr>
        <p:spPr bwMode="auto">
          <a:xfrm>
            <a:off x="4083050" y="5924550"/>
            <a:ext cx="533400" cy="2286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28575">
            <a:solidFill>
              <a:schemeClr val="tx1"/>
            </a:solidFill>
            <a:miter lim="800000"/>
            <a:headEnd/>
            <a:tailEnd/>
          </a:ln>
        </p:spPr>
        <p:txBody>
          <a:bodyPr wrap="none" lIns="90000" tIns="46800" rIns="90000" bIns="46800" anchor="ctr"/>
          <a:lstStyle/>
          <a:p>
            <a:endParaRPr lang="zh-CN" altLang="en-US"/>
          </a:p>
        </p:txBody>
      </p:sp>
      <p:sp>
        <p:nvSpPr>
          <p:cNvPr id="16391" name="AutoShape 16">
            <a:hlinkClick r:id="rId3" action="ppaction://hlinksldjump" highlightClick="1"/>
            <a:extLst>
              <a:ext uri="{FF2B5EF4-FFF2-40B4-BE49-F238E27FC236}">
                <a16:creationId xmlns:a16="http://schemas.microsoft.com/office/drawing/2014/main" id="{48229D8C-E6ED-689E-905B-2E36FAEDD7E4}"/>
              </a:ext>
            </a:extLst>
          </p:cNvPr>
          <p:cNvSpPr>
            <a:spLocks noChangeArrowheads="1"/>
          </p:cNvSpPr>
          <p:nvPr/>
        </p:nvSpPr>
        <p:spPr bwMode="auto">
          <a:xfrm>
            <a:off x="8458200" y="6248400"/>
            <a:ext cx="304800" cy="304800"/>
          </a:xfrm>
          <a:prstGeom prst="actionButtonForwardNext">
            <a:avLst/>
          </a:prstGeom>
          <a:solidFill>
            <a:schemeClr val="accent1"/>
          </a:solidFill>
          <a:ln w="12700">
            <a:solidFill>
              <a:schemeClr val="tx1"/>
            </a:solidFill>
            <a:miter lim="800000"/>
            <a:headEnd/>
            <a:tailEnd/>
          </a:ln>
        </p:spPr>
        <p:txBody>
          <a:bodyPr wrap="none" lIns="90000" tIns="46800" rIns="90000" bIns="46800"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4">
            <a:extLst>
              <a:ext uri="{FF2B5EF4-FFF2-40B4-BE49-F238E27FC236}">
                <a16:creationId xmlns:a16="http://schemas.microsoft.com/office/drawing/2014/main" id="{3105E50A-E1D4-DEA2-E7E4-076F8ACEAA9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7411" name="Rectangle 2">
            <a:extLst>
              <a:ext uri="{FF2B5EF4-FFF2-40B4-BE49-F238E27FC236}">
                <a16:creationId xmlns:a16="http://schemas.microsoft.com/office/drawing/2014/main" id="{C6A93830-69E2-333B-9B14-AA169BEC14FF}"/>
              </a:ext>
            </a:extLst>
          </p:cNvPr>
          <p:cNvSpPr>
            <a:spLocks noGrp="1" noChangeArrowheads="1"/>
          </p:cNvSpPr>
          <p:nvPr>
            <p:ph type="title"/>
          </p:nvPr>
        </p:nvSpPr>
        <p:spPr/>
        <p:txBody>
          <a:bodyPr/>
          <a:lstStyle/>
          <a:p>
            <a:pPr eaLnBrk="1" hangingPunct="1"/>
            <a:r>
              <a:rPr lang="zh-CN" altLang="en-US"/>
              <a:t>一、什么是封锁</a:t>
            </a:r>
          </a:p>
        </p:txBody>
      </p:sp>
      <p:sp>
        <p:nvSpPr>
          <p:cNvPr id="14340" name="Rectangle 3">
            <a:extLst>
              <a:ext uri="{FF2B5EF4-FFF2-40B4-BE49-F238E27FC236}">
                <a16:creationId xmlns:a16="http://schemas.microsoft.com/office/drawing/2014/main" id="{9BE16BCA-9454-EADC-291A-72542FB86BFD}"/>
              </a:ext>
            </a:extLst>
          </p:cNvPr>
          <p:cNvSpPr>
            <a:spLocks noGrp="1" noChangeArrowheads="1"/>
          </p:cNvSpPr>
          <p:nvPr>
            <p:ph type="body" idx="1"/>
          </p:nvPr>
        </p:nvSpPr>
        <p:spPr>
          <a:xfrm>
            <a:off x="684213" y="2017713"/>
            <a:ext cx="8270875" cy="4114800"/>
          </a:xfrm>
        </p:spPr>
        <p:txBody>
          <a:bodyPr/>
          <a:lstStyle/>
          <a:p>
            <a:pPr eaLnBrk="1" hangingPunct="1">
              <a:lnSpc>
                <a:spcPct val="130000"/>
              </a:lnSpc>
            </a:pPr>
            <a:r>
              <a:rPr lang="zh-CN" altLang="en-US" sz="2800"/>
              <a:t>封锁就是事务</a:t>
            </a:r>
            <a:r>
              <a:rPr lang="en-US" altLang="zh-CN" sz="2800"/>
              <a:t>T</a:t>
            </a:r>
            <a:r>
              <a:rPr lang="zh-CN" altLang="en-US" sz="2800"/>
              <a:t>在对某个数据对象（例如表、记录等）操作之前，先向系统发出请求，对其加锁。</a:t>
            </a:r>
          </a:p>
          <a:p>
            <a:pPr eaLnBrk="1" hangingPunct="1">
              <a:lnSpc>
                <a:spcPct val="130000"/>
              </a:lnSpc>
            </a:pPr>
            <a:r>
              <a:rPr lang="zh-CN" altLang="en-US" sz="2800"/>
              <a:t>加锁后事务</a:t>
            </a:r>
            <a:r>
              <a:rPr lang="en-US" altLang="zh-CN" sz="2800"/>
              <a:t>T</a:t>
            </a:r>
            <a:r>
              <a:rPr lang="zh-CN" altLang="en-US" sz="2800"/>
              <a:t>就对该数据对象有了一定的控制，在事务</a:t>
            </a:r>
            <a:r>
              <a:rPr lang="en-US" altLang="zh-CN" sz="2800"/>
              <a:t>T</a:t>
            </a:r>
            <a:r>
              <a:rPr lang="zh-CN" altLang="en-US" sz="2800"/>
              <a:t>释放它的锁之前，其它的事务不能更新此数据对象。</a:t>
            </a:r>
          </a:p>
          <a:p>
            <a:pPr eaLnBrk="1" hangingPunct="1">
              <a:lnSpc>
                <a:spcPct val="130000"/>
              </a:lnSpc>
            </a:pPr>
            <a:r>
              <a:rPr lang="zh-CN" altLang="en-US" sz="2800"/>
              <a:t>封锁是实现</a:t>
            </a:r>
            <a:r>
              <a:rPr lang="zh-CN" altLang="en-US" sz="2800">
                <a:solidFill>
                  <a:srgbClr val="FF0000"/>
                </a:solidFill>
              </a:rPr>
              <a:t>并发控制</a:t>
            </a:r>
            <a:r>
              <a:rPr lang="zh-CN" altLang="en-US" sz="2800"/>
              <a:t>的一个非常重要的技术</a:t>
            </a:r>
          </a:p>
          <a:p>
            <a:pPr eaLnBrk="1" hangingPunct="1"/>
            <a:endParaRPr lang="en-US" altLang="zh-CN"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4340">
                                            <p:txEl>
                                              <p:pRg st="1" end="1"/>
                                            </p:txEl>
                                          </p:spTgt>
                                        </p:tgtEl>
                                        <p:attrNameLst>
                                          <p:attrName>style.visibility</p:attrName>
                                        </p:attrNameLst>
                                      </p:cBhvr>
                                      <p:to>
                                        <p:strVal val="visible"/>
                                      </p:to>
                                    </p:set>
                                    <p:animEffect transition="in" filter="box(in)">
                                      <p:cBhvr>
                                        <p:cTn id="7" dur="500"/>
                                        <p:tgtEl>
                                          <p:spTgt spid="1434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4340">
                                            <p:txEl>
                                              <p:pRg st="2" end="2"/>
                                            </p:txEl>
                                          </p:spTgt>
                                        </p:tgtEl>
                                        <p:attrNameLst>
                                          <p:attrName>style.visibility</p:attrName>
                                        </p:attrNameLst>
                                      </p:cBhvr>
                                      <p:to>
                                        <p:strVal val="visible"/>
                                      </p:to>
                                    </p:set>
                                    <p:animEffect transition="in" filter="box(in)">
                                      <p:cBhvr>
                                        <p:cTn id="12" dur="500"/>
                                        <p:tgtEl>
                                          <p:spTgt spid="1434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4">
            <a:extLst>
              <a:ext uri="{FF2B5EF4-FFF2-40B4-BE49-F238E27FC236}">
                <a16:creationId xmlns:a16="http://schemas.microsoft.com/office/drawing/2014/main" id="{07990EE6-1BB1-A668-1158-AFE709F0E9C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8435" name="Rectangle 2">
            <a:extLst>
              <a:ext uri="{FF2B5EF4-FFF2-40B4-BE49-F238E27FC236}">
                <a16:creationId xmlns:a16="http://schemas.microsoft.com/office/drawing/2014/main" id="{3B461F13-8A6E-0C44-5D5A-EC3E0B6FE1D1}"/>
              </a:ext>
            </a:extLst>
          </p:cNvPr>
          <p:cNvSpPr>
            <a:spLocks noGrp="1" noChangeArrowheads="1"/>
          </p:cNvSpPr>
          <p:nvPr>
            <p:ph type="title"/>
          </p:nvPr>
        </p:nvSpPr>
        <p:spPr/>
        <p:txBody>
          <a:bodyPr/>
          <a:lstStyle/>
          <a:p>
            <a:pPr eaLnBrk="1" hangingPunct="1"/>
            <a:r>
              <a:rPr lang="zh-CN" altLang="en-US"/>
              <a:t>二、基本封锁类型</a:t>
            </a:r>
          </a:p>
        </p:txBody>
      </p:sp>
      <p:sp>
        <p:nvSpPr>
          <p:cNvPr id="15364" name="Rectangle 3">
            <a:extLst>
              <a:ext uri="{FF2B5EF4-FFF2-40B4-BE49-F238E27FC236}">
                <a16:creationId xmlns:a16="http://schemas.microsoft.com/office/drawing/2014/main" id="{B89987A8-B10F-9E76-6C8C-30F9C52F8BCE}"/>
              </a:ext>
            </a:extLst>
          </p:cNvPr>
          <p:cNvSpPr>
            <a:spLocks noGrp="1" noChangeArrowheads="1"/>
          </p:cNvSpPr>
          <p:nvPr>
            <p:ph type="body" idx="1"/>
          </p:nvPr>
        </p:nvSpPr>
        <p:spPr>
          <a:xfrm>
            <a:off x="611188" y="2017713"/>
            <a:ext cx="8343900" cy="4114800"/>
          </a:xfrm>
        </p:spPr>
        <p:txBody>
          <a:bodyPr/>
          <a:lstStyle/>
          <a:p>
            <a:pPr eaLnBrk="1" hangingPunct="1">
              <a:lnSpc>
                <a:spcPct val="120000"/>
              </a:lnSpc>
            </a:pPr>
            <a:r>
              <a:rPr lang="en-US" altLang="zh-CN" sz="2800"/>
              <a:t>DBMS</a:t>
            </a:r>
            <a:r>
              <a:rPr lang="zh-CN" altLang="en-US" sz="2800"/>
              <a:t>通常提供了多种类型的封锁。</a:t>
            </a:r>
            <a:endParaRPr lang="en-US" altLang="zh-CN" sz="2800"/>
          </a:p>
          <a:p>
            <a:pPr eaLnBrk="1" hangingPunct="1">
              <a:lnSpc>
                <a:spcPct val="120000"/>
              </a:lnSpc>
            </a:pPr>
            <a:r>
              <a:rPr lang="zh-CN" altLang="en-US" sz="2800"/>
              <a:t>一个事务对某个数据对象加锁后究竟拥有什么样的控制是由封锁的类型决定的。</a:t>
            </a:r>
          </a:p>
          <a:p>
            <a:pPr eaLnBrk="1" hangingPunct="1">
              <a:lnSpc>
                <a:spcPct val="120000"/>
              </a:lnSpc>
            </a:pPr>
            <a:endParaRPr lang="zh-CN" altLang="en-US"/>
          </a:p>
          <a:p>
            <a:pPr eaLnBrk="1" hangingPunct="1">
              <a:lnSpc>
                <a:spcPct val="120000"/>
              </a:lnSpc>
            </a:pPr>
            <a:r>
              <a:rPr lang="zh-CN" altLang="en-US" sz="2800"/>
              <a:t>基本封锁类型</a:t>
            </a:r>
          </a:p>
          <a:p>
            <a:pPr lvl="1" eaLnBrk="1" hangingPunct="1">
              <a:lnSpc>
                <a:spcPct val="120000"/>
              </a:lnSpc>
            </a:pPr>
            <a:r>
              <a:rPr lang="zh-CN" altLang="en-US" sz="2400"/>
              <a:t>排他锁（</a:t>
            </a:r>
            <a:r>
              <a:rPr lang="en-US" altLang="zh-CN" sz="2400"/>
              <a:t>Exclusive lock</a:t>
            </a:r>
            <a:r>
              <a:rPr lang="zh-CN" altLang="en-US" sz="2400"/>
              <a:t>，简记为</a:t>
            </a:r>
            <a:r>
              <a:rPr lang="en-US" altLang="zh-CN" sz="2400"/>
              <a:t>X</a:t>
            </a:r>
            <a:r>
              <a:rPr lang="zh-CN" altLang="en-US" sz="2400"/>
              <a:t>锁）</a:t>
            </a:r>
          </a:p>
          <a:p>
            <a:pPr lvl="1" eaLnBrk="1" hangingPunct="1">
              <a:lnSpc>
                <a:spcPct val="120000"/>
              </a:lnSpc>
            </a:pPr>
            <a:r>
              <a:rPr lang="zh-CN" altLang="en-US" sz="2400"/>
              <a:t>共享锁（</a:t>
            </a:r>
            <a:r>
              <a:rPr lang="en-US" altLang="zh-CN" sz="2400"/>
              <a:t>Share lock</a:t>
            </a:r>
            <a:r>
              <a:rPr lang="zh-CN" altLang="en-US" sz="2400"/>
              <a:t>，简记为</a:t>
            </a:r>
            <a:r>
              <a:rPr lang="en-US" altLang="zh-CN" sz="2400"/>
              <a:t>S</a:t>
            </a:r>
            <a:r>
              <a:rPr lang="zh-CN" altLang="en-US" sz="2400"/>
              <a:t>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5364">
                                            <p:txEl>
                                              <p:pRg st="3" end="3"/>
                                            </p:txEl>
                                          </p:spTgt>
                                        </p:tgtEl>
                                        <p:attrNameLst>
                                          <p:attrName>style.visibility</p:attrName>
                                        </p:attrNameLst>
                                      </p:cBhvr>
                                      <p:to>
                                        <p:strVal val="visible"/>
                                      </p:to>
                                    </p:set>
                                    <p:animEffect transition="in" filter="box(in)">
                                      <p:cBhvr>
                                        <p:cTn id="7" dur="500"/>
                                        <p:tgtEl>
                                          <p:spTgt spid="15364">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5364">
                                            <p:txEl>
                                              <p:pRg st="4" end="4"/>
                                            </p:txEl>
                                          </p:spTgt>
                                        </p:tgtEl>
                                        <p:attrNameLst>
                                          <p:attrName>style.visibility</p:attrName>
                                        </p:attrNameLst>
                                      </p:cBhvr>
                                      <p:to>
                                        <p:strVal val="visible"/>
                                      </p:to>
                                    </p:set>
                                    <p:animEffect transition="in" filter="box(in)">
                                      <p:cBhvr>
                                        <p:cTn id="10" dur="500"/>
                                        <p:tgtEl>
                                          <p:spTgt spid="15364">
                                            <p:txEl>
                                              <p:pRg st="4" end="4"/>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5364">
                                            <p:txEl>
                                              <p:pRg st="5" end="5"/>
                                            </p:txEl>
                                          </p:spTgt>
                                        </p:tgtEl>
                                        <p:attrNameLst>
                                          <p:attrName>style.visibility</p:attrName>
                                        </p:attrNameLst>
                                      </p:cBhvr>
                                      <p:to>
                                        <p:strVal val="visible"/>
                                      </p:to>
                                    </p:set>
                                    <p:animEffect transition="in" filter="box(in)">
                                      <p:cBhvr>
                                        <p:cTn id="13" dur="500"/>
                                        <p:tgtEl>
                                          <p:spTgt spid="1536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页脚占位符 4">
            <a:extLst>
              <a:ext uri="{FF2B5EF4-FFF2-40B4-BE49-F238E27FC236}">
                <a16:creationId xmlns:a16="http://schemas.microsoft.com/office/drawing/2014/main" id="{60CD6B62-985A-2285-EA57-C6FD8FB688A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9459" name="Rectangle 2">
            <a:extLst>
              <a:ext uri="{FF2B5EF4-FFF2-40B4-BE49-F238E27FC236}">
                <a16:creationId xmlns:a16="http://schemas.microsoft.com/office/drawing/2014/main" id="{D8782AB3-59F9-99AA-CE29-FDB304D4E243}"/>
              </a:ext>
            </a:extLst>
          </p:cNvPr>
          <p:cNvSpPr>
            <a:spLocks noGrp="1" noChangeArrowheads="1"/>
          </p:cNvSpPr>
          <p:nvPr>
            <p:ph type="title"/>
          </p:nvPr>
        </p:nvSpPr>
        <p:spPr/>
        <p:txBody>
          <a:bodyPr/>
          <a:lstStyle/>
          <a:p>
            <a:pPr eaLnBrk="1" hangingPunct="1"/>
            <a:br>
              <a:rPr lang="en-US" altLang="zh-CN" sz="3200"/>
            </a:br>
            <a:r>
              <a:rPr lang="zh-CN" altLang="en-US"/>
              <a:t>排他锁</a:t>
            </a:r>
            <a:endParaRPr lang="zh-CN" altLang="en-US" sz="3200"/>
          </a:p>
        </p:txBody>
      </p:sp>
      <p:sp>
        <p:nvSpPr>
          <p:cNvPr id="19460" name="Rectangle 3">
            <a:extLst>
              <a:ext uri="{FF2B5EF4-FFF2-40B4-BE49-F238E27FC236}">
                <a16:creationId xmlns:a16="http://schemas.microsoft.com/office/drawing/2014/main" id="{963A526C-68F2-0CFF-8CEB-68DB30F05F6B}"/>
              </a:ext>
            </a:extLst>
          </p:cNvPr>
          <p:cNvSpPr>
            <a:spLocks noGrp="1" noChangeArrowheads="1"/>
          </p:cNvSpPr>
          <p:nvPr>
            <p:ph type="body" idx="1"/>
          </p:nvPr>
        </p:nvSpPr>
        <p:spPr>
          <a:xfrm>
            <a:off x="684213" y="2017713"/>
            <a:ext cx="7772400" cy="4114800"/>
          </a:xfrm>
        </p:spPr>
        <p:txBody>
          <a:bodyPr/>
          <a:lstStyle/>
          <a:p>
            <a:pPr eaLnBrk="1" hangingPunct="1">
              <a:lnSpc>
                <a:spcPct val="110000"/>
              </a:lnSpc>
              <a:spcBef>
                <a:spcPct val="60000"/>
              </a:spcBef>
            </a:pPr>
            <a:r>
              <a:rPr lang="zh-CN" altLang="en-US"/>
              <a:t>排他锁又称为写锁</a:t>
            </a:r>
          </a:p>
          <a:p>
            <a:pPr eaLnBrk="1" hangingPunct="1">
              <a:lnSpc>
                <a:spcPct val="110000"/>
              </a:lnSpc>
              <a:spcBef>
                <a:spcPct val="60000"/>
              </a:spcBef>
            </a:pPr>
            <a:r>
              <a:rPr lang="zh-CN" altLang="en-US"/>
              <a:t>若事务</a:t>
            </a:r>
            <a:r>
              <a:rPr lang="en-US" altLang="zh-CN"/>
              <a:t>T</a:t>
            </a:r>
            <a:r>
              <a:rPr lang="zh-CN" altLang="en-US"/>
              <a:t>对数据对象</a:t>
            </a:r>
            <a:r>
              <a:rPr lang="en-US" altLang="zh-CN"/>
              <a:t>A</a:t>
            </a:r>
            <a:r>
              <a:rPr lang="zh-CN" altLang="en-US"/>
              <a:t>加上</a:t>
            </a:r>
            <a:r>
              <a:rPr lang="en-US" altLang="zh-CN"/>
              <a:t>X</a:t>
            </a:r>
            <a:r>
              <a:rPr lang="zh-CN" altLang="en-US"/>
              <a:t>锁，则只允许</a:t>
            </a:r>
            <a:r>
              <a:rPr lang="en-US" altLang="zh-CN"/>
              <a:t>T</a:t>
            </a:r>
            <a:r>
              <a:rPr lang="zh-CN" altLang="en-US"/>
              <a:t>读取和修改</a:t>
            </a:r>
            <a:r>
              <a:rPr lang="en-US" altLang="zh-CN"/>
              <a:t>A</a:t>
            </a:r>
            <a:r>
              <a:rPr lang="zh-CN" altLang="en-US"/>
              <a:t>，其它任何事务都不能再对</a:t>
            </a:r>
            <a:r>
              <a:rPr lang="en-US" altLang="zh-CN"/>
              <a:t>A</a:t>
            </a:r>
            <a:r>
              <a:rPr lang="zh-CN" altLang="en-US"/>
              <a:t>加任何类型的锁，直到</a:t>
            </a:r>
            <a:r>
              <a:rPr lang="en-US" altLang="zh-CN"/>
              <a:t>T</a:t>
            </a:r>
            <a:r>
              <a:rPr lang="zh-CN" altLang="en-US"/>
              <a:t>释放</a:t>
            </a:r>
            <a:r>
              <a:rPr lang="en-US" altLang="zh-CN"/>
              <a:t>A</a:t>
            </a:r>
            <a:r>
              <a:rPr lang="zh-CN" altLang="en-US"/>
              <a:t>上的锁</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4">
            <a:extLst>
              <a:ext uri="{FF2B5EF4-FFF2-40B4-BE49-F238E27FC236}">
                <a16:creationId xmlns:a16="http://schemas.microsoft.com/office/drawing/2014/main" id="{F8FA0B9C-BECB-83DF-691E-AAA2985AE2F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0483" name="Rectangle 2">
            <a:extLst>
              <a:ext uri="{FF2B5EF4-FFF2-40B4-BE49-F238E27FC236}">
                <a16:creationId xmlns:a16="http://schemas.microsoft.com/office/drawing/2014/main" id="{EEAE15F1-FEC0-C5A2-E015-615870A0606F}"/>
              </a:ext>
            </a:extLst>
          </p:cNvPr>
          <p:cNvSpPr>
            <a:spLocks noGrp="1" noChangeArrowheads="1"/>
          </p:cNvSpPr>
          <p:nvPr>
            <p:ph type="title"/>
          </p:nvPr>
        </p:nvSpPr>
        <p:spPr>
          <a:xfrm>
            <a:off x="1116013" y="620713"/>
            <a:ext cx="7793037" cy="1143000"/>
          </a:xfrm>
        </p:spPr>
        <p:txBody>
          <a:bodyPr/>
          <a:lstStyle/>
          <a:p>
            <a:pPr eaLnBrk="1" hangingPunct="1"/>
            <a:r>
              <a:rPr lang="zh-CN" altLang="en-US"/>
              <a:t>共享锁</a:t>
            </a:r>
            <a:endParaRPr lang="zh-CN" altLang="en-US" sz="4000"/>
          </a:p>
        </p:txBody>
      </p:sp>
      <p:sp>
        <p:nvSpPr>
          <p:cNvPr id="20484" name="Rectangle 3">
            <a:extLst>
              <a:ext uri="{FF2B5EF4-FFF2-40B4-BE49-F238E27FC236}">
                <a16:creationId xmlns:a16="http://schemas.microsoft.com/office/drawing/2014/main" id="{64CAD5B1-CE40-3EC6-056F-60ACF1EE2196}"/>
              </a:ext>
            </a:extLst>
          </p:cNvPr>
          <p:cNvSpPr>
            <a:spLocks noGrp="1" noChangeArrowheads="1"/>
          </p:cNvSpPr>
          <p:nvPr>
            <p:ph type="body" idx="1"/>
          </p:nvPr>
        </p:nvSpPr>
        <p:spPr>
          <a:xfrm>
            <a:off x="611188" y="2017713"/>
            <a:ext cx="7772400" cy="4114800"/>
          </a:xfrm>
        </p:spPr>
        <p:txBody>
          <a:bodyPr/>
          <a:lstStyle/>
          <a:p>
            <a:pPr eaLnBrk="1" hangingPunct="1"/>
            <a:r>
              <a:rPr lang="zh-CN" altLang="en-US"/>
              <a:t>共享锁又称为读锁</a:t>
            </a:r>
          </a:p>
          <a:p>
            <a:pPr eaLnBrk="1" hangingPunct="1">
              <a:lnSpc>
                <a:spcPct val="110000"/>
              </a:lnSpc>
              <a:spcBef>
                <a:spcPct val="60000"/>
              </a:spcBef>
            </a:pPr>
            <a:r>
              <a:rPr lang="zh-CN" altLang="en-US"/>
              <a:t>若事务</a:t>
            </a:r>
            <a:r>
              <a:rPr lang="en-US" altLang="zh-CN"/>
              <a:t>T</a:t>
            </a:r>
            <a:r>
              <a:rPr lang="zh-CN" altLang="en-US"/>
              <a:t>对数据对象</a:t>
            </a:r>
            <a:r>
              <a:rPr lang="en-US" altLang="zh-CN"/>
              <a:t>A</a:t>
            </a:r>
            <a:r>
              <a:rPr lang="zh-CN" altLang="en-US"/>
              <a:t>加上</a:t>
            </a:r>
            <a:r>
              <a:rPr lang="en-US" altLang="zh-CN"/>
              <a:t>S</a:t>
            </a:r>
            <a:r>
              <a:rPr lang="zh-CN" altLang="en-US"/>
              <a:t>锁，则其它事务只能再对</a:t>
            </a:r>
            <a:r>
              <a:rPr lang="en-US" altLang="zh-CN"/>
              <a:t>A</a:t>
            </a:r>
            <a:r>
              <a:rPr lang="zh-CN" altLang="en-US"/>
              <a:t>加</a:t>
            </a:r>
            <a:r>
              <a:rPr lang="en-US" altLang="zh-CN"/>
              <a:t>S</a:t>
            </a:r>
            <a:r>
              <a:rPr lang="zh-CN" altLang="en-US"/>
              <a:t>锁，而不能加</a:t>
            </a:r>
            <a:r>
              <a:rPr lang="en-US" altLang="zh-CN"/>
              <a:t>X</a:t>
            </a:r>
            <a:r>
              <a:rPr lang="zh-CN" altLang="en-US"/>
              <a:t>锁，直到</a:t>
            </a:r>
            <a:r>
              <a:rPr lang="en-US" altLang="zh-CN"/>
              <a:t>T</a:t>
            </a:r>
            <a:r>
              <a:rPr lang="zh-CN" altLang="en-US"/>
              <a:t>释放</a:t>
            </a:r>
            <a:r>
              <a:rPr lang="en-US" altLang="zh-CN"/>
              <a:t>A</a:t>
            </a:r>
            <a:r>
              <a:rPr lang="zh-CN" altLang="en-US"/>
              <a:t>上的</a:t>
            </a:r>
            <a:r>
              <a:rPr lang="en-US" altLang="zh-CN"/>
              <a:t>S</a:t>
            </a:r>
            <a:r>
              <a:rPr lang="zh-CN" altLang="en-US"/>
              <a:t>锁</a:t>
            </a:r>
          </a:p>
          <a:p>
            <a:pPr eaLnBrk="1" hangingPunct="1">
              <a:lnSpc>
                <a:spcPct val="110000"/>
              </a:lnSpc>
              <a:spcBef>
                <a:spcPct val="60000"/>
              </a:spcBef>
            </a:pP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5">
            <a:extLst>
              <a:ext uri="{FF2B5EF4-FFF2-40B4-BE49-F238E27FC236}">
                <a16:creationId xmlns:a16="http://schemas.microsoft.com/office/drawing/2014/main" id="{C3462AF2-D866-BA91-2CDF-FD9A2BE4F0AE}"/>
              </a:ext>
            </a:extLst>
          </p:cNvPr>
          <p:cNvSpPr>
            <a:spLocks noGrp="1" noChangeArrowheads="1"/>
          </p:cNvSpPr>
          <p:nvPr>
            <p:ph type="title"/>
          </p:nvPr>
        </p:nvSpPr>
        <p:spPr>
          <a:xfrm>
            <a:off x="1116013" y="620713"/>
            <a:ext cx="7793037" cy="1143000"/>
          </a:xfrm>
        </p:spPr>
        <p:txBody>
          <a:bodyPr/>
          <a:lstStyle/>
          <a:p>
            <a:pPr eaLnBrk="1" hangingPunct="1"/>
            <a:r>
              <a:rPr lang="zh-CN" altLang="en-US"/>
              <a:t>实例</a:t>
            </a:r>
          </a:p>
        </p:txBody>
      </p:sp>
      <p:graphicFrame>
        <p:nvGraphicFramePr>
          <p:cNvPr id="354325" name="Group 21">
            <a:extLst>
              <a:ext uri="{FF2B5EF4-FFF2-40B4-BE49-F238E27FC236}">
                <a16:creationId xmlns:a16="http://schemas.microsoft.com/office/drawing/2014/main" id="{7338B7D8-C86B-C2C3-F6E0-378198F0A617}"/>
              </a:ext>
            </a:extLst>
          </p:cNvPr>
          <p:cNvGraphicFramePr>
            <a:graphicFrameLocks noGrp="1"/>
          </p:cNvGraphicFramePr>
          <p:nvPr>
            <p:ph idx="1"/>
          </p:nvPr>
        </p:nvGraphicFramePr>
        <p:xfrm>
          <a:off x="4067175" y="1412875"/>
          <a:ext cx="4110038" cy="5198024"/>
        </p:xfrm>
        <a:graphic>
          <a:graphicData uri="http://schemas.openxmlformats.org/drawingml/2006/table">
            <a:tbl>
              <a:tblPr/>
              <a:tblGrid>
                <a:gridCol w="2093913">
                  <a:extLst>
                    <a:ext uri="{9D8B030D-6E8A-4147-A177-3AD203B41FA5}">
                      <a16:colId xmlns:a16="http://schemas.microsoft.com/office/drawing/2014/main" val="20000"/>
                    </a:ext>
                  </a:extLst>
                </a:gridCol>
                <a:gridCol w="2016125">
                  <a:extLst>
                    <a:ext uri="{9D8B030D-6E8A-4147-A177-3AD203B41FA5}">
                      <a16:colId xmlns:a16="http://schemas.microsoft.com/office/drawing/2014/main" val="20001"/>
                    </a:ext>
                  </a:extLst>
                </a:gridCol>
              </a:tblGrid>
              <a:tr h="39832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dirty="0">
                          <a:ln>
                            <a:noFill/>
                          </a:ln>
                          <a:solidFill>
                            <a:schemeClr val="tx1"/>
                          </a:solidFill>
                          <a:effectLst/>
                          <a:latin typeface="Tahoma" pitchFamily="34" charset="0"/>
                          <a:ea typeface="宋体" pitchFamily="2" charset="-122"/>
                        </a:rPr>
                        <a:t>T</a:t>
                      </a:r>
                      <a:r>
                        <a:rPr kumimoji="1" lang="en-US" altLang="zh-CN" sz="2000" b="0" i="0" u="none" strike="noStrike" cap="none" normalizeH="0" baseline="-25000" dirty="0">
                          <a:ln>
                            <a:noFill/>
                          </a:ln>
                          <a:solidFill>
                            <a:schemeClr val="tx1"/>
                          </a:solidFill>
                          <a:effectLst/>
                          <a:latin typeface="Tahoma" pitchFamily="34" charset="0"/>
                          <a:ea typeface="宋体" pitchFamily="2" charset="-122"/>
                        </a:rPr>
                        <a:t>1</a:t>
                      </a:r>
                    </a:p>
                  </a:txBody>
                  <a:tcPr marL="90000" marR="90000" marT="46778" marB="4677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dirty="0">
                          <a:ln>
                            <a:noFill/>
                          </a:ln>
                          <a:solidFill>
                            <a:schemeClr val="tx1"/>
                          </a:solidFill>
                          <a:effectLst/>
                          <a:latin typeface="Tahoma" pitchFamily="34" charset="0"/>
                          <a:ea typeface="宋体" pitchFamily="2" charset="-122"/>
                        </a:rPr>
                        <a:t>T</a:t>
                      </a:r>
                      <a:r>
                        <a:rPr kumimoji="1" lang="en-US" altLang="zh-CN" sz="2000" b="0" i="0" u="none" strike="noStrike" cap="none" normalizeH="0" baseline="-25000" dirty="0">
                          <a:ln>
                            <a:noFill/>
                          </a:ln>
                          <a:solidFill>
                            <a:schemeClr val="tx1"/>
                          </a:solidFill>
                          <a:effectLst/>
                          <a:latin typeface="Tahoma" pitchFamily="34" charset="0"/>
                          <a:ea typeface="宋体" pitchFamily="2" charset="-122"/>
                        </a:rPr>
                        <a:t>2</a:t>
                      </a:r>
                    </a:p>
                  </a:txBody>
                  <a:tcPr marL="90000" marR="90000" marT="46778" marB="4677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99153">
                <a:tc>
                  <a:txBody>
                    <a:bodyPr/>
                    <a:lstStyle/>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0" i="0" u="none" strike="noStrike" cap="none" normalizeH="0" baseline="0" dirty="0">
                          <a:ln>
                            <a:noFill/>
                          </a:ln>
                          <a:solidFill>
                            <a:schemeClr val="tx1"/>
                          </a:solidFill>
                          <a:effectLst/>
                          <a:latin typeface="Tahoma" pitchFamily="34" charset="0"/>
                          <a:ea typeface="宋体" pitchFamily="2" charset="-122"/>
                        </a:rPr>
                        <a:t>①</a:t>
                      </a:r>
                      <a:r>
                        <a:rPr kumimoji="1" lang="zh-CN" altLang="en-US" sz="1800" b="0" i="0" u="none" strike="noStrike" cap="none" normalizeH="0" baseline="0" dirty="0">
                          <a:ln>
                            <a:noFill/>
                          </a:ln>
                          <a:solidFill>
                            <a:schemeClr val="tx1"/>
                          </a:solidFill>
                          <a:effectLst/>
                          <a:latin typeface="Times New Roman"/>
                          <a:ea typeface="宋体" pitchFamily="2" charset="-122"/>
                          <a:cs typeface="Times New Roman" pitchFamily="18" charset="0"/>
                        </a:rPr>
                        <a:t> </a:t>
                      </a:r>
                      <a:r>
                        <a:rPr kumimoji="1" lang="zh-CN" altLang="en-US" sz="1800" b="0" i="0" u="none" strike="noStrike" cap="none" normalizeH="0" baseline="0" dirty="0">
                          <a:ln>
                            <a:noFill/>
                          </a:ln>
                          <a:solidFill>
                            <a:schemeClr val="tx1"/>
                          </a:solidFill>
                          <a:effectLst/>
                          <a:latin typeface="Tahoma" pitchFamily="34" charset="0"/>
                          <a:ea typeface="宋体" pitchFamily="2" charset="-122"/>
                          <a:cs typeface="Times New Roman" pitchFamily="18" charset="0"/>
                        </a:rPr>
                        <a:t> </a:t>
                      </a:r>
                      <a:r>
                        <a:rPr kumimoji="1" lang="en-US" altLang="zh-CN" sz="1800" b="0" i="0" u="none" strike="noStrike" cap="none" normalizeH="0" baseline="0" dirty="0" err="1">
                          <a:ln>
                            <a:noFill/>
                          </a:ln>
                          <a:solidFill>
                            <a:schemeClr val="tx1"/>
                          </a:solidFill>
                          <a:effectLst/>
                          <a:latin typeface="Tahoma" pitchFamily="34" charset="0"/>
                          <a:ea typeface="宋体" pitchFamily="2" charset="-122"/>
                        </a:rPr>
                        <a:t>Xlock</a:t>
                      </a:r>
                      <a:r>
                        <a:rPr kumimoji="1" lang="en-US" altLang="zh-CN" sz="1800" b="0" i="0" u="none" strike="noStrike" cap="none" normalizeH="0" baseline="0" dirty="0">
                          <a:ln>
                            <a:noFill/>
                          </a:ln>
                          <a:solidFill>
                            <a:schemeClr val="tx1"/>
                          </a:solidFill>
                          <a:effectLst/>
                          <a:latin typeface="Tahoma" pitchFamily="34" charset="0"/>
                          <a:ea typeface="宋体" pitchFamily="2" charset="-122"/>
                        </a:rPr>
                        <a:t> A</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a:ln>
                            <a:noFill/>
                          </a:ln>
                          <a:solidFill>
                            <a:schemeClr val="tx1"/>
                          </a:solidFill>
                          <a:effectLst/>
                          <a:latin typeface="Tahoma" pitchFamily="34" charset="0"/>
                          <a:ea typeface="宋体" pitchFamily="2" charset="-122"/>
                        </a:rPr>
                        <a:t>       </a:t>
                      </a:r>
                      <a:r>
                        <a:rPr kumimoji="1" lang="zh-CN" altLang="en-US" sz="1800" b="0" i="0" u="none" strike="noStrike" cap="none" normalizeH="0" baseline="0" dirty="0">
                          <a:ln>
                            <a:noFill/>
                          </a:ln>
                          <a:solidFill>
                            <a:schemeClr val="tx1"/>
                          </a:solidFill>
                          <a:effectLst/>
                          <a:latin typeface="Tahoma" pitchFamily="34" charset="0"/>
                          <a:ea typeface="宋体" pitchFamily="2" charset="-122"/>
                        </a:rPr>
                        <a:t>获得</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0" i="0" u="none" strike="noStrike" cap="none" normalizeH="0" baseline="0" dirty="0">
                          <a:ln>
                            <a:noFill/>
                          </a:ln>
                          <a:solidFill>
                            <a:schemeClr val="tx1"/>
                          </a:solidFill>
                          <a:effectLst/>
                          <a:latin typeface="Tahoma" pitchFamily="34" charset="0"/>
                          <a:ea typeface="宋体" pitchFamily="2" charset="-122"/>
                        </a:rPr>
                        <a:t>②</a:t>
                      </a:r>
                      <a:r>
                        <a:rPr kumimoji="1" lang="zh-CN" altLang="en-US" sz="1800" b="0" i="0" u="none" strike="noStrike" cap="none" normalizeH="0" baseline="0" dirty="0">
                          <a:ln>
                            <a:noFill/>
                          </a:ln>
                          <a:solidFill>
                            <a:schemeClr val="tx1"/>
                          </a:solidFill>
                          <a:effectLst/>
                          <a:latin typeface="Times New Roman"/>
                          <a:ea typeface="宋体" pitchFamily="2" charset="-122"/>
                          <a:cs typeface="Times New Roman" pitchFamily="18" charset="0"/>
                        </a:rPr>
                        <a:t> </a:t>
                      </a:r>
                      <a:r>
                        <a:rPr kumimoji="1" lang="zh-CN" altLang="en-US" sz="1800" b="0" i="0" u="none" strike="noStrike" cap="none" normalizeH="0" baseline="0" dirty="0">
                          <a:ln>
                            <a:noFill/>
                          </a:ln>
                          <a:solidFill>
                            <a:schemeClr val="tx1"/>
                          </a:solidFill>
                          <a:effectLst/>
                          <a:latin typeface="Tahoma" pitchFamily="34" charset="0"/>
                          <a:ea typeface="宋体" pitchFamily="2" charset="-122"/>
                          <a:cs typeface="Times New Roman" pitchFamily="18" charset="0"/>
                        </a:rPr>
                        <a:t> </a:t>
                      </a:r>
                      <a:r>
                        <a:rPr kumimoji="1" lang="zh-CN" altLang="en-US" sz="1800" b="0" i="0" u="none" strike="noStrike" cap="none" normalizeH="0" baseline="0" dirty="0">
                          <a:ln>
                            <a:noFill/>
                          </a:ln>
                          <a:solidFill>
                            <a:schemeClr val="tx1"/>
                          </a:solidFill>
                          <a:effectLst/>
                          <a:latin typeface="Tahoma" pitchFamily="34" charset="0"/>
                          <a:ea typeface="宋体" pitchFamily="2" charset="-122"/>
                        </a:rPr>
                        <a:t>读</a:t>
                      </a:r>
                      <a:r>
                        <a:rPr kumimoji="1" lang="en-US" altLang="zh-CN" sz="1800" b="0" i="0" u="none" strike="noStrike" cap="none" normalizeH="0" baseline="0" dirty="0">
                          <a:ln>
                            <a:noFill/>
                          </a:ln>
                          <a:solidFill>
                            <a:schemeClr val="tx1"/>
                          </a:solidFill>
                          <a:effectLst/>
                          <a:latin typeface="Tahoma" pitchFamily="34" charset="0"/>
                          <a:ea typeface="宋体" pitchFamily="2" charset="-122"/>
                        </a:rPr>
                        <a:t>A=16</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a:ln>
                            <a:noFill/>
                          </a:ln>
                          <a:solidFill>
                            <a:schemeClr val="tx1"/>
                          </a:solidFill>
                          <a:effectLst/>
                          <a:latin typeface="Times New Roman"/>
                          <a:ea typeface="宋体" pitchFamily="2" charset="-122"/>
                        </a:rPr>
                        <a:t> </a:t>
                      </a:r>
                      <a:endParaRPr kumimoji="1" lang="en-US" altLang="zh-CN" sz="1800" b="0" i="0" u="none" strike="noStrike" cap="none" normalizeH="0" baseline="0" dirty="0">
                        <a:ln>
                          <a:noFill/>
                        </a:ln>
                        <a:solidFill>
                          <a:schemeClr val="tx1"/>
                        </a:solidFill>
                        <a:effectLst/>
                        <a:latin typeface="Tahoma" pitchFamily="34" charset="0"/>
                        <a:ea typeface="宋体" pitchFamily="2" charset="-122"/>
                      </a:endParaRP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a:ln>
                            <a:noFill/>
                          </a:ln>
                          <a:solidFill>
                            <a:schemeClr val="tx1"/>
                          </a:solidFill>
                          <a:effectLst/>
                          <a:latin typeface="Tahoma" pitchFamily="34" charset="0"/>
                          <a:ea typeface="宋体" pitchFamily="2" charset="-122"/>
                        </a:rPr>
                        <a:t>③A←A-1</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a:ln>
                            <a:noFill/>
                          </a:ln>
                          <a:solidFill>
                            <a:schemeClr val="tx1"/>
                          </a:solidFill>
                          <a:effectLst/>
                          <a:latin typeface="Tahoma" pitchFamily="34" charset="0"/>
                          <a:ea typeface="宋体" pitchFamily="2" charset="-122"/>
                        </a:rPr>
                        <a:t>    </a:t>
                      </a:r>
                      <a:r>
                        <a:rPr kumimoji="1" lang="zh-CN" altLang="en-US" sz="1800" b="0" i="0" u="none" strike="noStrike" cap="none" normalizeH="0" baseline="0" dirty="0">
                          <a:ln>
                            <a:noFill/>
                          </a:ln>
                          <a:solidFill>
                            <a:schemeClr val="tx1"/>
                          </a:solidFill>
                          <a:effectLst/>
                          <a:latin typeface="Tahoma" pitchFamily="34" charset="0"/>
                          <a:ea typeface="宋体" pitchFamily="2" charset="-122"/>
                        </a:rPr>
                        <a:t>写回</a:t>
                      </a:r>
                      <a:r>
                        <a:rPr kumimoji="1" lang="en-US" altLang="zh-CN" sz="1800" b="0" i="0" u="none" strike="noStrike" cap="none" normalizeH="0" baseline="0" dirty="0">
                          <a:ln>
                            <a:noFill/>
                          </a:ln>
                          <a:solidFill>
                            <a:schemeClr val="tx1"/>
                          </a:solidFill>
                          <a:effectLst/>
                          <a:latin typeface="Tahoma" pitchFamily="34" charset="0"/>
                          <a:ea typeface="宋体" pitchFamily="2" charset="-122"/>
                        </a:rPr>
                        <a:t>A=15</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a:ln>
                            <a:noFill/>
                          </a:ln>
                          <a:solidFill>
                            <a:schemeClr val="tx1"/>
                          </a:solidFill>
                          <a:effectLst/>
                          <a:latin typeface="Tahoma" pitchFamily="34" charset="0"/>
                          <a:ea typeface="宋体" pitchFamily="2" charset="-122"/>
                        </a:rPr>
                        <a:t>    Commit</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a:ln>
                            <a:noFill/>
                          </a:ln>
                          <a:solidFill>
                            <a:schemeClr val="tx1"/>
                          </a:solidFill>
                          <a:effectLst/>
                          <a:latin typeface="Tahoma" pitchFamily="34" charset="0"/>
                          <a:ea typeface="宋体" pitchFamily="2" charset="-122"/>
                        </a:rPr>
                        <a:t>    Unlock A</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a:ln>
                            <a:noFill/>
                          </a:ln>
                          <a:solidFill>
                            <a:schemeClr val="tx1"/>
                          </a:solidFill>
                          <a:effectLst/>
                          <a:latin typeface="Tahoma" pitchFamily="34" charset="0"/>
                          <a:ea typeface="宋体" pitchFamily="2" charset="-122"/>
                        </a:rPr>
                        <a:t>④</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a:ln>
                            <a:noFill/>
                          </a:ln>
                          <a:solidFill>
                            <a:schemeClr val="tx1"/>
                          </a:solidFill>
                          <a:effectLst/>
                          <a:latin typeface="Times New Roman"/>
                          <a:ea typeface="宋体" pitchFamily="2" charset="-122"/>
                        </a:rPr>
                        <a:t> </a:t>
                      </a:r>
                      <a:endParaRPr kumimoji="1" lang="en-US" altLang="zh-CN" sz="1800" b="0" i="0" u="none" strike="noStrike" cap="none" normalizeH="0" baseline="0" dirty="0">
                        <a:ln>
                          <a:noFill/>
                        </a:ln>
                        <a:solidFill>
                          <a:schemeClr val="tx1"/>
                        </a:solidFill>
                        <a:effectLst/>
                        <a:latin typeface="Tahoma" pitchFamily="34" charset="0"/>
                        <a:ea typeface="宋体" pitchFamily="2" charset="-122"/>
                      </a:endParaRP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a:ln>
                            <a:noFill/>
                          </a:ln>
                          <a:solidFill>
                            <a:schemeClr val="tx1"/>
                          </a:solidFill>
                          <a:effectLst/>
                          <a:latin typeface="Times New Roman"/>
                          <a:ea typeface="宋体" pitchFamily="2" charset="-122"/>
                        </a:rPr>
                        <a:t> </a:t>
                      </a:r>
                      <a:endParaRPr kumimoji="1" lang="en-US" altLang="zh-CN" sz="1800" b="0" i="0" u="none" strike="noStrike" cap="none" normalizeH="0" baseline="0" dirty="0">
                        <a:ln>
                          <a:noFill/>
                        </a:ln>
                        <a:solidFill>
                          <a:schemeClr val="tx1"/>
                        </a:solidFill>
                        <a:effectLst/>
                        <a:latin typeface="Tahoma" pitchFamily="34" charset="0"/>
                        <a:ea typeface="宋体" pitchFamily="2" charset="-122"/>
                      </a:endParaRP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a:ln>
                            <a:noFill/>
                          </a:ln>
                          <a:solidFill>
                            <a:schemeClr val="tx1"/>
                          </a:solidFill>
                          <a:effectLst/>
                          <a:latin typeface="Tahoma" pitchFamily="34" charset="0"/>
                          <a:ea typeface="宋体" pitchFamily="2" charset="-122"/>
                        </a:rPr>
                        <a:t>⑤</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a:ln>
                            <a:noFill/>
                          </a:ln>
                          <a:solidFill>
                            <a:schemeClr val="tx1"/>
                          </a:solidFill>
                          <a:effectLst/>
                          <a:latin typeface="Times New Roman"/>
                          <a:ea typeface="宋体" pitchFamily="2" charset="-122"/>
                        </a:rPr>
                        <a:t> </a:t>
                      </a:r>
                      <a:endParaRPr kumimoji="1" lang="en-US" altLang="zh-CN" sz="1800" b="0" i="0" u="none" strike="noStrike" cap="none" normalizeH="0" baseline="0" dirty="0">
                        <a:ln>
                          <a:noFill/>
                        </a:ln>
                        <a:solidFill>
                          <a:schemeClr val="tx1"/>
                        </a:solidFill>
                        <a:effectLst/>
                        <a:latin typeface="Tahoma" pitchFamily="34" charset="0"/>
                        <a:ea typeface="宋体" pitchFamily="2" charset="-122"/>
                      </a:endParaRP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en-US" sz="1800" b="0" i="0" u="none" strike="noStrike" cap="none" normalizeH="0" baseline="0" dirty="0">
                        <a:ln>
                          <a:noFill/>
                        </a:ln>
                        <a:solidFill>
                          <a:schemeClr val="tx1"/>
                        </a:solidFill>
                        <a:effectLst/>
                        <a:latin typeface="Tahoma" pitchFamily="34" charset="0"/>
                        <a:ea typeface="宋体" pitchFamily="2" charset="-122"/>
                      </a:endParaRPr>
                    </a:p>
                  </a:txBody>
                  <a:tcPr marL="90000" marR="90000" marT="46778" marB="4677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dirty="0">
                          <a:ln>
                            <a:noFill/>
                          </a:ln>
                          <a:solidFill>
                            <a:schemeClr val="tx1"/>
                          </a:solidFill>
                          <a:effectLst/>
                          <a:latin typeface="Times New Roman"/>
                          <a:ea typeface="宋体" pitchFamily="2" charset="-122"/>
                        </a:rPr>
                        <a:t> </a:t>
                      </a:r>
                      <a:r>
                        <a:rPr kumimoji="1" lang="zh-CN" altLang="en-US" sz="2000" b="0" i="0" u="none" strike="noStrike" cap="none" normalizeH="0" baseline="0" dirty="0">
                          <a:ln>
                            <a:noFill/>
                          </a:ln>
                          <a:solidFill>
                            <a:schemeClr val="tx1"/>
                          </a:solidFill>
                          <a:effectLst/>
                          <a:latin typeface="Times New Roman"/>
                          <a:ea typeface="宋体" pitchFamily="2" charset="-122"/>
                        </a:rPr>
                        <a:t> </a:t>
                      </a:r>
                      <a:endParaRPr kumimoji="1" lang="zh-CN" altLang="en-US" sz="1800" b="0" i="0" u="none" strike="noStrike" cap="none" normalizeH="0" baseline="0" dirty="0">
                        <a:ln>
                          <a:noFill/>
                        </a:ln>
                        <a:solidFill>
                          <a:schemeClr val="tx1"/>
                        </a:solidFill>
                        <a:effectLst/>
                        <a:latin typeface="Tahoma" pitchFamily="34" charset="0"/>
                        <a:ea typeface="宋体" pitchFamily="2" charset="-122"/>
                      </a:endParaRP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0" i="0" u="none" strike="noStrike" cap="none" normalizeH="0" baseline="0" dirty="0">
                          <a:ln>
                            <a:noFill/>
                          </a:ln>
                          <a:solidFill>
                            <a:schemeClr val="tx1"/>
                          </a:solidFill>
                          <a:effectLst/>
                          <a:latin typeface="Times New Roman"/>
                          <a:ea typeface="宋体" pitchFamily="2" charset="-122"/>
                        </a:rPr>
                        <a:t> </a:t>
                      </a:r>
                      <a:endParaRPr kumimoji="1" lang="zh-CN" altLang="en-US" sz="1800" b="0" i="0" u="none" strike="noStrike" cap="none" normalizeH="0" baseline="0" dirty="0">
                        <a:ln>
                          <a:noFill/>
                        </a:ln>
                        <a:solidFill>
                          <a:schemeClr val="tx1"/>
                        </a:solidFill>
                        <a:effectLst/>
                        <a:latin typeface="Tahoma" pitchFamily="34" charset="0"/>
                        <a:ea typeface="宋体" pitchFamily="2" charset="-122"/>
                      </a:endParaRP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0" i="0" u="none" strike="noStrike" cap="none" normalizeH="0" baseline="0" dirty="0">
                          <a:ln>
                            <a:noFill/>
                          </a:ln>
                          <a:solidFill>
                            <a:schemeClr val="tx1"/>
                          </a:solidFill>
                          <a:effectLst/>
                          <a:latin typeface="Times New Roman"/>
                          <a:ea typeface="宋体" pitchFamily="2" charset="-122"/>
                        </a:rPr>
                        <a:t> </a:t>
                      </a:r>
                      <a:endParaRPr kumimoji="1" lang="zh-CN" altLang="en-US" sz="1800" b="0" i="0" u="none" strike="noStrike" cap="none" normalizeH="0" baseline="0" dirty="0">
                        <a:ln>
                          <a:noFill/>
                        </a:ln>
                        <a:solidFill>
                          <a:schemeClr val="tx1"/>
                        </a:solidFill>
                        <a:effectLst/>
                        <a:latin typeface="Tahoma" pitchFamily="34" charset="0"/>
                        <a:ea typeface="宋体" pitchFamily="2" charset="-122"/>
                      </a:endParaRP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err="1">
                          <a:ln>
                            <a:noFill/>
                          </a:ln>
                          <a:solidFill>
                            <a:schemeClr val="tx1"/>
                          </a:solidFill>
                          <a:effectLst/>
                          <a:latin typeface="Tahoma" pitchFamily="34" charset="0"/>
                          <a:ea typeface="宋体" pitchFamily="2" charset="-122"/>
                        </a:rPr>
                        <a:t>Xlock</a:t>
                      </a:r>
                      <a:r>
                        <a:rPr kumimoji="1" lang="en-US" altLang="zh-CN" sz="1800" b="0" i="0" u="none" strike="noStrike" cap="none" normalizeH="0" baseline="0" dirty="0">
                          <a:ln>
                            <a:noFill/>
                          </a:ln>
                          <a:solidFill>
                            <a:schemeClr val="tx1"/>
                          </a:solidFill>
                          <a:effectLst/>
                          <a:latin typeface="Tahoma" pitchFamily="34" charset="0"/>
                          <a:ea typeface="宋体" pitchFamily="2" charset="-122"/>
                        </a:rPr>
                        <a:t> A</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0" i="0" u="none" strike="noStrike" cap="none" normalizeH="0" baseline="0" dirty="0">
                          <a:ln>
                            <a:noFill/>
                          </a:ln>
                          <a:solidFill>
                            <a:schemeClr val="tx1"/>
                          </a:solidFill>
                          <a:effectLst/>
                          <a:latin typeface="Tahoma" pitchFamily="34" charset="0"/>
                          <a:ea typeface="宋体" pitchFamily="2" charset="-122"/>
                        </a:rPr>
                        <a:t>等待</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0" i="0" u="none" strike="noStrike" cap="none" normalizeH="0" baseline="0" dirty="0">
                          <a:ln>
                            <a:noFill/>
                          </a:ln>
                          <a:solidFill>
                            <a:schemeClr val="tx1"/>
                          </a:solidFill>
                          <a:effectLst/>
                          <a:latin typeface="Tahoma" pitchFamily="34" charset="0"/>
                          <a:ea typeface="宋体" pitchFamily="2" charset="-122"/>
                        </a:rPr>
                        <a:t>等待</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0" i="0" u="none" strike="noStrike" cap="none" normalizeH="0" baseline="0" dirty="0">
                          <a:ln>
                            <a:noFill/>
                          </a:ln>
                          <a:solidFill>
                            <a:schemeClr val="tx1"/>
                          </a:solidFill>
                          <a:effectLst/>
                          <a:latin typeface="Tahoma" pitchFamily="34" charset="0"/>
                          <a:ea typeface="宋体" pitchFamily="2" charset="-122"/>
                        </a:rPr>
                        <a:t>等待</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0" i="0" u="none" strike="noStrike" cap="none" normalizeH="0" baseline="0" dirty="0">
                          <a:ln>
                            <a:noFill/>
                          </a:ln>
                          <a:solidFill>
                            <a:schemeClr val="tx1"/>
                          </a:solidFill>
                          <a:effectLst/>
                          <a:latin typeface="Tahoma" pitchFamily="34" charset="0"/>
                          <a:ea typeface="宋体" pitchFamily="2" charset="-122"/>
                        </a:rPr>
                        <a:t>等待</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0" i="0" u="none" strike="noStrike" cap="none" normalizeH="0" baseline="0" dirty="0">
                          <a:ln>
                            <a:noFill/>
                          </a:ln>
                          <a:solidFill>
                            <a:schemeClr val="tx1"/>
                          </a:solidFill>
                          <a:effectLst/>
                          <a:latin typeface="Tahoma" pitchFamily="34" charset="0"/>
                          <a:ea typeface="宋体" pitchFamily="2" charset="-122"/>
                        </a:rPr>
                        <a:t>获得</a:t>
                      </a:r>
                      <a:r>
                        <a:rPr kumimoji="1" lang="en-US" altLang="zh-CN" sz="1800" b="0" i="0" u="none" strike="noStrike" cap="none" normalizeH="0" baseline="0" dirty="0" err="1">
                          <a:ln>
                            <a:noFill/>
                          </a:ln>
                          <a:solidFill>
                            <a:schemeClr val="tx1"/>
                          </a:solidFill>
                          <a:effectLst/>
                          <a:latin typeface="Tahoma" pitchFamily="34" charset="0"/>
                          <a:ea typeface="宋体" pitchFamily="2" charset="-122"/>
                        </a:rPr>
                        <a:t>Xlock</a:t>
                      </a:r>
                      <a:r>
                        <a:rPr kumimoji="1" lang="en-US" altLang="zh-CN" sz="1800" b="0" i="0" u="none" strike="noStrike" cap="none" normalizeH="0" baseline="0" dirty="0">
                          <a:ln>
                            <a:noFill/>
                          </a:ln>
                          <a:solidFill>
                            <a:schemeClr val="tx1"/>
                          </a:solidFill>
                          <a:effectLst/>
                          <a:latin typeface="Tahoma" pitchFamily="34" charset="0"/>
                          <a:ea typeface="宋体" pitchFamily="2" charset="-122"/>
                        </a:rPr>
                        <a:t> A</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0" i="0" u="none" strike="noStrike" cap="none" normalizeH="0" baseline="0" dirty="0">
                          <a:ln>
                            <a:noFill/>
                          </a:ln>
                          <a:solidFill>
                            <a:schemeClr val="tx1"/>
                          </a:solidFill>
                          <a:effectLst/>
                          <a:latin typeface="Tahoma" pitchFamily="34" charset="0"/>
                          <a:ea typeface="宋体" pitchFamily="2" charset="-122"/>
                        </a:rPr>
                        <a:t>读</a:t>
                      </a:r>
                      <a:r>
                        <a:rPr kumimoji="1" lang="en-US" altLang="zh-CN" sz="1800" b="0" i="0" u="none" strike="noStrike" cap="none" normalizeH="0" baseline="0" dirty="0">
                          <a:ln>
                            <a:noFill/>
                          </a:ln>
                          <a:solidFill>
                            <a:schemeClr val="tx1"/>
                          </a:solidFill>
                          <a:effectLst/>
                          <a:latin typeface="Tahoma" pitchFamily="34" charset="0"/>
                          <a:ea typeface="宋体" pitchFamily="2" charset="-122"/>
                        </a:rPr>
                        <a:t>A=15</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a:ln>
                            <a:noFill/>
                          </a:ln>
                          <a:solidFill>
                            <a:schemeClr val="tx1"/>
                          </a:solidFill>
                          <a:effectLst/>
                          <a:latin typeface="Tahoma" pitchFamily="34" charset="0"/>
                          <a:ea typeface="宋体" pitchFamily="2" charset="-122"/>
                        </a:rPr>
                        <a:t>A←A-1</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0" i="0" u="none" strike="noStrike" cap="none" normalizeH="0" baseline="0" dirty="0">
                          <a:ln>
                            <a:noFill/>
                          </a:ln>
                          <a:solidFill>
                            <a:schemeClr val="tx1"/>
                          </a:solidFill>
                          <a:effectLst/>
                          <a:latin typeface="Tahoma" pitchFamily="34" charset="0"/>
                          <a:ea typeface="宋体" pitchFamily="2" charset="-122"/>
                        </a:rPr>
                        <a:t>写回</a:t>
                      </a:r>
                      <a:r>
                        <a:rPr kumimoji="1" lang="en-US" altLang="zh-CN" sz="1800" b="0" i="0" u="none" strike="noStrike" cap="none" normalizeH="0" baseline="0" dirty="0">
                          <a:ln>
                            <a:noFill/>
                          </a:ln>
                          <a:solidFill>
                            <a:schemeClr val="tx1"/>
                          </a:solidFill>
                          <a:effectLst/>
                          <a:latin typeface="Tahoma" pitchFamily="34" charset="0"/>
                          <a:ea typeface="宋体" pitchFamily="2" charset="-122"/>
                        </a:rPr>
                        <a:t>A=14</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a:ln>
                            <a:noFill/>
                          </a:ln>
                          <a:solidFill>
                            <a:schemeClr val="tx1"/>
                          </a:solidFill>
                          <a:effectLst/>
                          <a:latin typeface="Tahoma" pitchFamily="34" charset="0"/>
                          <a:ea typeface="宋体" pitchFamily="2" charset="-122"/>
                        </a:rPr>
                        <a:t>Commit</a:t>
                      </a: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a:ln>
                            <a:noFill/>
                          </a:ln>
                          <a:solidFill>
                            <a:schemeClr val="tx1"/>
                          </a:solidFill>
                          <a:effectLst/>
                          <a:latin typeface="Tahoma" pitchFamily="34" charset="0"/>
                          <a:ea typeface="宋体" pitchFamily="2" charset="-122"/>
                        </a:rPr>
                        <a:t>Unlock A</a:t>
                      </a:r>
                      <a:r>
                        <a:rPr kumimoji="1" lang="en-US" altLang="zh-CN" sz="1800" b="0" i="0" u="none" strike="noStrike" cap="none" normalizeH="0" baseline="0" dirty="0">
                          <a:ln>
                            <a:noFill/>
                          </a:ln>
                          <a:solidFill>
                            <a:schemeClr val="tx1"/>
                          </a:solidFill>
                          <a:effectLst/>
                          <a:latin typeface="Times New Roman"/>
                          <a:ea typeface="宋体" pitchFamily="2" charset="-122"/>
                        </a:rPr>
                        <a:t> </a:t>
                      </a:r>
                      <a:endParaRPr kumimoji="1" lang="en-US" altLang="zh-CN" sz="1800" b="0" i="0" u="none" strike="noStrike" cap="none" normalizeH="0" baseline="0" dirty="0">
                        <a:ln>
                          <a:noFill/>
                        </a:ln>
                        <a:solidFill>
                          <a:schemeClr val="tx1"/>
                        </a:solidFill>
                        <a:effectLst/>
                        <a:latin typeface="Tahoma" pitchFamily="34" charset="0"/>
                        <a:ea typeface="宋体" pitchFamily="2" charset="-122"/>
                      </a:endParaRPr>
                    </a:p>
                  </a:txBody>
                  <a:tcPr marL="90000" marR="90000" marT="46778" marB="4677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页脚占位符 4">
            <a:extLst>
              <a:ext uri="{FF2B5EF4-FFF2-40B4-BE49-F238E27FC236}">
                <a16:creationId xmlns:a16="http://schemas.microsoft.com/office/drawing/2014/main" id="{1B1C085F-3CE9-9BC1-406F-7065D3D242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2531" name="Rectangle 2">
            <a:extLst>
              <a:ext uri="{FF2B5EF4-FFF2-40B4-BE49-F238E27FC236}">
                <a16:creationId xmlns:a16="http://schemas.microsoft.com/office/drawing/2014/main" id="{4B2BC25D-044D-7D26-44EB-2A5B472B1020}"/>
              </a:ext>
            </a:extLst>
          </p:cNvPr>
          <p:cNvSpPr>
            <a:spLocks noGrp="1" noChangeArrowheads="1"/>
          </p:cNvSpPr>
          <p:nvPr>
            <p:ph type="title"/>
          </p:nvPr>
        </p:nvSpPr>
        <p:spPr/>
        <p:txBody>
          <a:bodyPr/>
          <a:lstStyle/>
          <a:p>
            <a:pPr eaLnBrk="1" hangingPunct="1"/>
            <a:r>
              <a:rPr lang="en-US" altLang="zh-CN"/>
              <a:t>12.5  </a:t>
            </a:r>
            <a:r>
              <a:rPr lang="zh-CN" altLang="en-US"/>
              <a:t>活锁和死锁</a:t>
            </a:r>
          </a:p>
        </p:txBody>
      </p:sp>
      <p:sp>
        <p:nvSpPr>
          <p:cNvPr id="18436" name="Rectangle 3">
            <a:extLst>
              <a:ext uri="{FF2B5EF4-FFF2-40B4-BE49-F238E27FC236}">
                <a16:creationId xmlns:a16="http://schemas.microsoft.com/office/drawing/2014/main" id="{45EB6965-EEA5-7CB3-AC19-36356767D883}"/>
              </a:ext>
            </a:extLst>
          </p:cNvPr>
          <p:cNvSpPr>
            <a:spLocks noGrp="1" noChangeArrowheads="1"/>
          </p:cNvSpPr>
          <p:nvPr>
            <p:ph type="body" idx="1"/>
          </p:nvPr>
        </p:nvSpPr>
        <p:spPr>
          <a:xfrm>
            <a:off x="755650" y="2122488"/>
            <a:ext cx="7772400" cy="4114800"/>
          </a:xfrm>
        </p:spPr>
        <p:txBody>
          <a:bodyPr/>
          <a:lstStyle/>
          <a:p>
            <a:pPr eaLnBrk="1" hangingPunct="1">
              <a:defRPr/>
            </a:pPr>
            <a:r>
              <a:rPr lang="zh-CN" altLang="en-US" dirty="0"/>
              <a:t>封锁方法</a:t>
            </a:r>
          </a:p>
          <a:p>
            <a:pPr lvl="1" eaLnBrk="1" hangingPunct="1">
              <a:lnSpc>
                <a:spcPct val="160000"/>
              </a:lnSpc>
              <a:defRPr/>
            </a:pPr>
            <a:r>
              <a:rPr lang="zh-CN" altLang="en-US" dirty="0"/>
              <a:t>活锁</a:t>
            </a:r>
          </a:p>
          <a:p>
            <a:pPr marL="457200" lvl="1" indent="0" eaLnBrk="1" hangingPunct="1">
              <a:lnSpc>
                <a:spcPct val="160000"/>
              </a:lnSpc>
              <a:buFont typeface="Wingdings" panose="05000000000000000000" pitchFamily="2" charset="2"/>
              <a:buNone/>
              <a:defRPr/>
            </a:pPr>
            <a:endParaRPr lang="en-US" altLang="zh-CN" dirty="0"/>
          </a:p>
          <a:p>
            <a:pPr lvl="1" eaLnBrk="1" hangingPunct="1">
              <a:lnSpc>
                <a:spcPct val="160000"/>
              </a:lnSpc>
              <a:defRPr/>
            </a:pPr>
            <a:r>
              <a:rPr lang="zh-CN" altLang="en-US" dirty="0"/>
              <a:t>死锁</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894ADE5-B6E6-7D8B-2056-1160262FCA9B}"/>
              </a:ext>
            </a:extLst>
          </p:cNvPr>
          <p:cNvSpPr>
            <a:spLocks noGrp="1" noChangeArrowheads="1"/>
          </p:cNvSpPr>
          <p:nvPr>
            <p:ph type="title"/>
          </p:nvPr>
        </p:nvSpPr>
        <p:spPr>
          <a:xfrm>
            <a:off x="1350963" y="404813"/>
            <a:ext cx="7793037" cy="1143000"/>
          </a:xfrm>
        </p:spPr>
        <p:txBody>
          <a:bodyPr/>
          <a:lstStyle/>
          <a:p>
            <a:pPr eaLnBrk="1" hangingPunct="1"/>
            <a:r>
              <a:rPr lang="zh-CN" altLang="en-US"/>
              <a:t>（</a:t>
            </a:r>
            <a:r>
              <a:rPr lang="en-US" altLang="zh-CN"/>
              <a:t>1</a:t>
            </a:r>
            <a:r>
              <a:rPr lang="zh-CN" altLang="en-US"/>
              <a:t>）活锁</a:t>
            </a:r>
          </a:p>
        </p:txBody>
      </p:sp>
      <p:pic>
        <p:nvPicPr>
          <p:cNvPr id="23555" name="Picture 3" descr="81">
            <a:extLst>
              <a:ext uri="{FF2B5EF4-FFF2-40B4-BE49-F238E27FC236}">
                <a16:creationId xmlns:a16="http://schemas.microsoft.com/office/drawing/2014/main" id="{7DD32BBD-C211-9DE1-F895-180C77695209}"/>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43000" y="1811338"/>
            <a:ext cx="7620000" cy="443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C2903BFC-7A90-05E9-C20C-E2B80FA66555}"/>
              </a:ext>
            </a:extLst>
          </p:cNvPr>
          <p:cNvSpPr>
            <a:spLocks noGrp="1" noChangeArrowheads="1"/>
          </p:cNvSpPr>
          <p:nvPr>
            <p:ph type="title"/>
          </p:nvPr>
        </p:nvSpPr>
        <p:spPr/>
        <p:txBody>
          <a:bodyPr/>
          <a:lstStyle/>
          <a:p>
            <a:pPr eaLnBrk="1" hangingPunct="1"/>
            <a:r>
              <a:rPr lang="zh-CN" altLang="en-US" sz="4800">
                <a:latin typeface="宋体" panose="02010600030101010101" pitchFamily="2" charset="-122"/>
              </a:rPr>
              <a:t>如何避免活锁</a:t>
            </a:r>
            <a:endParaRPr lang="zh-CN" altLang="en-US"/>
          </a:p>
        </p:txBody>
      </p:sp>
      <p:sp>
        <p:nvSpPr>
          <p:cNvPr id="24579" name="Rectangle 3">
            <a:extLst>
              <a:ext uri="{FF2B5EF4-FFF2-40B4-BE49-F238E27FC236}">
                <a16:creationId xmlns:a16="http://schemas.microsoft.com/office/drawing/2014/main" id="{79707EE0-3527-9CD6-1D27-DBEC3A038D6D}"/>
              </a:ext>
            </a:extLst>
          </p:cNvPr>
          <p:cNvSpPr>
            <a:spLocks noGrp="1" noChangeArrowheads="1"/>
          </p:cNvSpPr>
          <p:nvPr>
            <p:ph type="body" idx="1"/>
          </p:nvPr>
        </p:nvSpPr>
        <p:spPr/>
        <p:txBody>
          <a:bodyPr/>
          <a:lstStyle/>
          <a:p>
            <a:pPr algn="just" eaLnBrk="1" hangingPunct="1">
              <a:buFont typeface="Wingdings" panose="05000000000000000000" pitchFamily="2" charset="2"/>
              <a:buNone/>
            </a:pPr>
            <a:r>
              <a:rPr lang="zh-CN" altLang="en-US" b="1">
                <a:latin typeface="宋体" panose="02010600030101010101" pitchFamily="2" charset="-122"/>
              </a:rPr>
              <a:t>采用先来先服务的策略：</a:t>
            </a:r>
          </a:p>
          <a:p>
            <a:pPr algn="just" eaLnBrk="1" hangingPunct="1">
              <a:buFont typeface="Wingdings" panose="05000000000000000000" pitchFamily="2" charset="2"/>
              <a:buNone/>
            </a:pPr>
            <a:r>
              <a:rPr lang="zh-CN" altLang="en-US" b="1">
                <a:latin typeface="宋体" panose="02010600030101010101" pitchFamily="2" charset="-122"/>
              </a:rPr>
              <a:t>当多个事务请求封锁同一数据对象时</a:t>
            </a:r>
          </a:p>
          <a:p>
            <a:pPr algn="just" eaLnBrk="1" hangingPunct="1"/>
            <a:r>
              <a:rPr lang="zh-CN" altLang="en-US" b="1">
                <a:latin typeface="宋体" panose="02010600030101010101" pitchFamily="2" charset="-122"/>
              </a:rPr>
              <a:t>按请求封锁的先后次序对这些事务排队</a:t>
            </a:r>
          </a:p>
          <a:p>
            <a:pPr algn="just" eaLnBrk="1" hangingPunct="1">
              <a:lnSpc>
                <a:spcPct val="120000"/>
              </a:lnSpc>
            </a:pPr>
            <a:r>
              <a:rPr lang="zh-CN" altLang="en-US" b="1">
                <a:latin typeface="宋体" panose="02010600030101010101" pitchFamily="2" charset="-122"/>
              </a:rPr>
              <a:t>该数据对象上的锁一旦释放，首先批准申请队列中第一个事务获得锁。</a:t>
            </a:r>
          </a:p>
          <a:p>
            <a:pPr eaLnBrk="1" hangingPunct="1">
              <a:buFont typeface="Wingdings" panose="05000000000000000000" pitchFamily="2" charset="2"/>
              <a:buNone/>
            </a:pPr>
            <a:endParaRPr lang="zh-CN" altLang="en-US"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E0F5CA1-DA62-CDE5-6143-6FA9B434A056}"/>
              </a:ext>
            </a:extLst>
          </p:cNvPr>
          <p:cNvSpPr>
            <a:spLocks noGrp="1" noChangeArrowheads="1"/>
          </p:cNvSpPr>
          <p:nvPr>
            <p:ph type="title"/>
          </p:nvPr>
        </p:nvSpPr>
        <p:spPr/>
        <p:txBody>
          <a:bodyPr/>
          <a:lstStyle/>
          <a:p>
            <a:pPr eaLnBrk="1" hangingPunct="1"/>
            <a:r>
              <a:rPr lang="zh-CN" altLang="en-US"/>
              <a:t>（</a:t>
            </a:r>
            <a:r>
              <a:rPr lang="en-US" altLang="zh-CN"/>
              <a:t>2</a:t>
            </a:r>
            <a:r>
              <a:rPr lang="zh-CN" altLang="en-US"/>
              <a:t>）  死锁</a:t>
            </a:r>
          </a:p>
        </p:txBody>
      </p:sp>
      <p:sp>
        <p:nvSpPr>
          <p:cNvPr id="25603" name="Rectangle 3">
            <a:extLst>
              <a:ext uri="{FF2B5EF4-FFF2-40B4-BE49-F238E27FC236}">
                <a16:creationId xmlns:a16="http://schemas.microsoft.com/office/drawing/2014/main" id="{1AAAA024-63A1-1EEC-3E96-B407CB9D8B89}"/>
              </a:ext>
            </a:extLst>
          </p:cNvPr>
          <p:cNvSpPr>
            <a:spLocks noGrp="1" noChangeArrowheads="1"/>
          </p:cNvSpPr>
          <p:nvPr>
            <p:ph type="body" idx="1"/>
          </p:nvPr>
        </p:nvSpPr>
        <p:spPr>
          <a:xfrm>
            <a:off x="1066800" y="1600200"/>
            <a:ext cx="7772400" cy="4114800"/>
          </a:xfrm>
        </p:spPr>
        <p:txBody>
          <a:bodyPr/>
          <a:lstStyle/>
          <a:p>
            <a:pPr eaLnBrk="1" hangingPunct="1">
              <a:buFont typeface="Wingdings" panose="05000000000000000000" pitchFamily="2" charset="2"/>
              <a:buNone/>
            </a:pPr>
            <a:endParaRPr lang="zh-CN" altLang="en-US" sz="3600" b="1"/>
          </a:p>
          <a:p>
            <a:pPr eaLnBrk="1" hangingPunct="1">
              <a:buFont typeface="Wingdings" panose="05000000000000000000" pitchFamily="2" charset="2"/>
              <a:buNone/>
            </a:pPr>
            <a:r>
              <a:rPr lang="zh-CN" altLang="en-US" b="1"/>
              <a:t>			</a:t>
            </a:r>
            <a:r>
              <a:rPr lang="en-US" altLang="zh-CN" b="1"/>
              <a:t>T</a:t>
            </a:r>
            <a:r>
              <a:rPr lang="en-US" altLang="zh-CN" b="1" baseline="-30000"/>
              <a:t>1</a:t>
            </a:r>
            <a:r>
              <a:rPr lang="en-US" altLang="zh-CN" b="1"/>
              <a:t>         T</a:t>
            </a:r>
            <a:r>
              <a:rPr lang="en-US" altLang="zh-CN" b="1" baseline="-30000"/>
              <a:t>2</a:t>
            </a:r>
            <a:r>
              <a:rPr lang="en-US" altLang="zh-CN" b="1"/>
              <a:t> </a:t>
            </a:r>
          </a:p>
        </p:txBody>
      </p:sp>
      <p:sp>
        <p:nvSpPr>
          <p:cNvPr id="25604" name="Line 4">
            <a:extLst>
              <a:ext uri="{FF2B5EF4-FFF2-40B4-BE49-F238E27FC236}">
                <a16:creationId xmlns:a16="http://schemas.microsoft.com/office/drawing/2014/main" id="{7655F453-CBCC-E437-A16E-2EF872F83A0A}"/>
              </a:ext>
            </a:extLst>
          </p:cNvPr>
          <p:cNvSpPr>
            <a:spLocks noChangeShapeType="1"/>
          </p:cNvSpPr>
          <p:nvPr/>
        </p:nvSpPr>
        <p:spPr bwMode="auto">
          <a:xfrm>
            <a:off x="2438400" y="3048000"/>
            <a:ext cx="2971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5605" name="Line 5">
            <a:extLst>
              <a:ext uri="{FF2B5EF4-FFF2-40B4-BE49-F238E27FC236}">
                <a16:creationId xmlns:a16="http://schemas.microsoft.com/office/drawing/2014/main" id="{42CAD3C1-45A3-10A6-59C2-FF8ED1043EBD}"/>
              </a:ext>
            </a:extLst>
          </p:cNvPr>
          <p:cNvSpPr>
            <a:spLocks noChangeShapeType="1"/>
          </p:cNvSpPr>
          <p:nvPr/>
        </p:nvSpPr>
        <p:spPr bwMode="auto">
          <a:xfrm>
            <a:off x="3886200" y="2438400"/>
            <a:ext cx="0" cy="3962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5606" name="Rectangle 6">
            <a:extLst>
              <a:ext uri="{FF2B5EF4-FFF2-40B4-BE49-F238E27FC236}">
                <a16:creationId xmlns:a16="http://schemas.microsoft.com/office/drawing/2014/main" id="{92C52918-1495-E746-9B47-EDED48879A3E}"/>
              </a:ext>
            </a:extLst>
          </p:cNvPr>
          <p:cNvSpPr>
            <a:spLocks noChangeArrowheads="1"/>
          </p:cNvSpPr>
          <p:nvPr/>
        </p:nvSpPr>
        <p:spPr bwMode="auto">
          <a:xfrm>
            <a:off x="2438400" y="3124200"/>
            <a:ext cx="14478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b="1">
                <a:latin typeface="Times New Roman" panose="02020603050405020304" pitchFamily="18" charset="0"/>
              </a:rPr>
              <a:t>Xlock</a:t>
            </a:r>
            <a:r>
              <a:rPr lang="en-US" altLang="zh-CN" sz="2400" b="1">
                <a:solidFill>
                  <a:schemeClr val="accent2"/>
                </a:solidFill>
                <a:latin typeface="Times New Roman" panose="02020603050405020304" pitchFamily="18" charset="0"/>
              </a:rPr>
              <a:t> </a:t>
            </a:r>
            <a:r>
              <a:rPr lang="en-US" altLang="zh-CN" sz="2400" b="1">
                <a:solidFill>
                  <a:srgbClr val="D60093"/>
                </a:solidFill>
                <a:latin typeface="Times New Roman" panose="02020603050405020304" pitchFamily="18" charset="0"/>
              </a:rPr>
              <a:t>R</a:t>
            </a:r>
            <a:r>
              <a:rPr lang="en-US" altLang="zh-CN" sz="2400" b="1" baseline="-30000">
                <a:solidFill>
                  <a:srgbClr val="D60093"/>
                </a:solidFill>
                <a:latin typeface="Times New Roman" panose="02020603050405020304" pitchFamily="18" charset="0"/>
              </a:rPr>
              <a:t>1</a:t>
            </a:r>
            <a:endParaRPr lang="en-US" altLang="zh-CN" sz="2400">
              <a:solidFill>
                <a:srgbClr val="D60093"/>
              </a:solidFill>
              <a:latin typeface="Times New Roman" panose="02020603050405020304" pitchFamily="18" charset="0"/>
            </a:endParaRPr>
          </a:p>
          <a:p>
            <a:pPr algn="ctr" eaLnBrk="1" hangingPunct="1">
              <a:spcBef>
                <a:spcPct val="0"/>
              </a:spcBef>
              <a:buClrTx/>
              <a:buSzTx/>
              <a:buFontTx/>
              <a:buNone/>
            </a:pPr>
            <a:r>
              <a:rPr lang="en-US" altLang="zh-CN" sz="2400" b="1">
                <a:latin typeface="Times New Roman" panose="02020603050405020304" pitchFamily="18" charset="0"/>
              </a:rPr>
              <a:t>.</a:t>
            </a:r>
            <a:endParaRPr lang="en-US" altLang="zh-CN" sz="2400">
              <a:latin typeface="Times New Roman" panose="02020603050405020304" pitchFamily="18" charset="0"/>
            </a:endParaRPr>
          </a:p>
          <a:p>
            <a:pPr algn="ctr" eaLnBrk="1" hangingPunct="1">
              <a:spcBef>
                <a:spcPct val="0"/>
              </a:spcBef>
              <a:buClrTx/>
              <a:buSzTx/>
              <a:buFontTx/>
              <a:buNone/>
            </a:pPr>
            <a:r>
              <a:rPr lang="en-US" altLang="zh-CN" sz="2400" b="1">
                <a:latin typeface="Times New Roman" panose="02020603050405020304" pitchFamily="18" charset="0"/>
              </a:rPr>
              <a:t>.</a:t>
            </a:r>
            <a:endParaRPr lang="en-US" altLang="zh-CN" sz="2400">
              <a:latin typeface="Times New Roman" panose="02020603050405020304" pitchFamily="18" charset="0"/>
            </a:endParaRPr>
          </a:p>
          <a:p>
            <a:pPr algn="ctr" eaLnBrk="1" hangingPunct="1">
              <a:spcBef>
                <a:spcPct val="0"/>
              </a:spcBef>
              <a:buClrTx/>
              <a:buSzTx/>
              <a:buFontTx/>
              <a:buNone/>
            </a:pPr>
            <a:r>
              <a:rPr lang="en-US" altLang="zh-CN" sz="2400" b="1">
                <a:latin typeface="Times New Roman" panose="02020603050405020304" pitchFamily="18" charset="0"/>
              </a:rPr>
              <a:t>.</a:t>
            </a:r>
            <a:endParaRPr lang="en-US" altLang="zh-CN" sz="2400">
              <a:latin typeface="Times New Roman" panose="02020603050405020304" pitchFamily="18" charset="0"/>
            </a:endParaRPr>
          </a:p>
          <a:p>
            <a:pPr algn="ctr" eaLnBrk="1" hangingPunct="1">
              <a:spcBef>
                <a:spcPct val="0"/>
              </a:spcBef>
              <a:buClrTx/>
              <a:buSzTx/>
              <a:buFontTx/>
              <a:buNone/>
            </a:pPr>
            <a:r>
              <a:rPr lang="en-US" altLang="zh-CN" sz="2400" b="1">
                <a:latin typeface="Times New Roman" panose="02020603050405020304" pitchFamily="18" charset="0"/>
              </a:rPr>
              <a:t>Xlock R</a:t>
            </a:r>
            <a:r>
              <a:rPr lang="en-US" altLang="zh-CN" sz="2400" b="1" baseline="-30000">
                <a:latin typeface="Times New Roman" panose="02020603050405020304" pitchFamily="18" charset="0"/>
              </a:rPr>
              <a:t>2</a:t>
            </a:r>
            <a:endParaRPr lang="en-US" altLang="zh-CN" sz="2400">
              <a:latin typeface="Times New Roman" panose="02020603050405020304" pitchFamily="18" charset="0"/>
            </a:endParaRPr>
          </a:p>
          <a:p>
            <a:pPr algn="ctr" eaLnBrk="1" hangingPunct="1">
              <a:spcBef>
                <a:spcPct val="0"/>
              </a:spcBef>
              <a:buClrTx/>
              <a:buSzTx/>
              <a:buFontTx/>
              <a:buNone/>
            </a:pPr>
            <a:r>
              <a:rPr lang="zh-CN" altLang="en-US" sz="2400" b="1">
                <a:latin typeface="Times New Roman" panose="02020603050405020304" pitchFamily="18" charset="0"/>
              </a:rPr>
              <a:t>等待</a:t>
            </a:r>
            <a:endParaRPr lang="zh-CN" altLang="en-US" sz="2400">
              <a:latin typeface="Times New Roman" panose="02020603050405020304" pitchFamily="18" charset="0"/>
            </a:endParaRPr>
          </a:p>
          <a:p>
            <a:pPr algn="ctr" eaLnBrk="1" hangingPunct="1">
              <a:spcBef>
                <a:spcPct val="0"/>
              </a:spcBef>
              <a:buClrTx/>
              <a:buSzTx/>
              <a:buFontTx/>
              <a:buNone/>
            </a:pPr>
            <a:r>
              <a:rPr lang="zh-CN" altLang="en-US" sz="2400" b="1">
                <a:latin typeface="Times New Roman" panose="02020603050405020304" pitchFamily="18" charset="0"/>
              </a:rPr>
              <a:t>等待</a:t>
            </a:r>
            <a:endParaRPr lang="zh-CN" altLang="en-US" sz="2400">
              <a:latin typeface="Times New Roman" panose="02020603050405020304" pitchFamily="18" charset="0"/>
            </a:endParaRPr>
          </a:p>
          <a:p>
            <a:pPr algn="ctr" eaLnBrk="1" hangingPunct="1">
              <a:spcBef>
                <a:spcPct val="0"/>
              </a:spcBef>
              <a:buClrTx/>
              <a:buSzTx/>
              <a:buFontTx/>
              <a:buNone/>
            </a:pPr>
            <a:r>
              <a:rPr lang="zh-CN" altLang="en-US" sz="2400" b="1">
                <a:latin typeface="Times New Roman" panose="02020603050405020304" pitchFamily="18" charset="0"/>
              </a:rPr>
              <a:t>等待</a:t>
            </a:r>
            <a:endParaRPr lang="zh-CN" altLang="en-US" sz="2400">
              <a:latin typeface="Times New Roman" panose="02020603050405020304" pitchFamily="18" charset="0"/>
            </a:endParaRPr>
          </a:p>
          <a:p>
            <a:pPr algn="ctr" eaLnBrk="1" hangingPunct="1">
              <a:spcBef>
                <a:spcPct val="0"/>
              </a:spcBef>
              <a:buClrTx/>
              <a:buSzTx/>
              <a:buFontTx/>
              <a:buNone/>
            </a:pPr>
            <a:r>
              <a:rPr lang="zh-CN" altLang="en-US" sz="2400" b="1">
                <a:latin typeface="Times New Roman" panose="02020603050405020304" pitchFamily="18" charset="0"/>
              </a:rPr>
              <a:t>.</a:t>
            </a:r>
          </a:p>
        </p:txBody>
      </p:sp>
      <p:sp>
        <p:nvSpPr>
          <p:cNvPr id="25607" name="Rectangle 7">
            <a:extLst>
              <a:ext uri="{FF2B5EF4-FFF2-40B4-BE49-F238E27FC236}">
                <a16:creationId xmlns:a16="http://schemas.microsoft.com/office/drawing/2014/main" id="{B1A5A68D-9E32-9EE9-89AD-4D5F14A99738}"/>
              </a:ext>
            </a:extLst>
          </p:cNvPr>
          <p:cNvSpPr>
            <a:spLocks noChangeArrowheads="1"/>
          </p:cNvSpPr>
          <p:nvPr/>
        </p:nvSpPr>
        <p:spPr bwMode="auto">
          <a:xfrm>
            <a:off x="3886200" y="3124200"/>
            <a:ext cx="14478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b="1">
                <a:latin typeface="Times New Roman" panose="02020603050405020304" pitchFamily="18" charset="0"/>
              </a:rPr>
              <a:t>.</a:t>
            </a:r>
            <a:endParaRPr lang="zh-CN" altLang="en-US" sz="2400">
              <a:latin typeface="Times New Roman" panose="02020603050405020304" pitchFamily="18" charset="0"/>
            </a:endParaRPr>
          </a:p>
          <a:p>
            <a:pPr algn="ctr" eaLnBrk="1" hangingPunct="1">
              <a:spcBef>
                <a:spcPct val="0"/>
              </a:spcBef>
              <a:buClrTx/>
              <a:buSzTx/>
              <a:buFontTx/>
              <a:buNone/>
            </a:pPr>
            <a:r>
              <a:rPr lang="zh-CN" altLang="en-US" sz="2400" b="1">
                <a:latin typeface="Times New Roman" panose="02020603050405020304" pitchFamily="18" charset="0"/>
              </a:rPr>
              <a:t>.</a:t>
            </a:r>
            <a:endParaRPr lang="zh-CN" altLang="en-US" sz="2400">
              <a:latin typeface="Times New Roman" panose="02020603050405020304" pitchFamily="18" charset="0"/>
            </a:endParaRPr>
          </a:p>
          <a:p>
            <a:pPr algn="ctr" eaLnBrk="1" hangingPunct="1">
              <a:spcBef>
                <a:spcPct val="0"/>
              </a:spcBef>
              <a:buClrTx/>
              <a:buSzTx/>
              <a:buFontTx/>
              <a:buNone/>
            </a:pPr>
            <a:r>
              <a:rPr lang="en-US" altLang="zh-CN" sz="2400" b="1">
                <a:latin typeface="Times New Roman" panose="02020603050405020304" pitchFamily="18" charset="0"/>
              </a:rPr>
              <a:t>Xlock R</a:t>
            </a:r>
            <a:r>
              <a:rPr lang="en-US" altLang="zh-CN" sz="2400" b="1" baseline="-30000">
                <a:latin typeface="Times New Roman" panose="02020603050405020304" pitchFamily="18" charset="0"/>
              </a:rPr>
              <a:t>2</a:t>
            </a:r>
            <a:endParaRPr lang="en-US" altLang="zh-CN" sz="2400">
              <a:latin typeface="Times New Roman" panose="02020603050405020304" pitchFamily="18" charset="0"/>
            </a:endParaRPr>
          </a:p>
          <a:p>
            <a:pPr algn="ctr" eaLnBrk="1" hangingPunct="1">
              <a:spcBef>
                <a:spcPct val="0"/>
              </a:spcBef>
              <a:buClrTx/>
              <a:buSzTx/>
              <a:buFontTx/>
              <a:buNone/>
            </a:pPr>
            <a:r>
              <a:rPr lang="en-US" altLang="zh-CN" sz="2400" b="1">
                <a:latin typeface="Times New Roman" panose="02020603050405020304" pitchFamily="18" charset="0"/>
              </a:rPr>
              <a:t>.</a:t>
            </a:r>
            <a:endParaRPr lang="en-US" altLang="zh-CN" sz="2400">
              <a:latin typeface="Times New Roman" panose="02020603050405020304" pitchFamily="18" charset="0"/>
            </a:endParaRPr>
          </a:p>
          <a:p>
            <a:pPr algn="ctr" eaLnBrk="1" hangingPunct="1">
              <a:spcBef>
                <a:spcPct val="0"/>
              </a:spcBef>
              <a:buClrTx/>
              <a:buSzTx/>
              <a:buFontTx/>
              <a:buNone/>
            </a:pPr>
            <a:r>
              <a:rPr lang="en-US" altLang="zh-CN" sz="2400" b="1">
                <a:latin typeface="Times New Roman" panose="02020603050405020304" pitchFamily="18" charset="0"/>
              </a:rPr>
              <a:t>.</a:t>
            </a:r>
            <a:endParaRPr lang="en-US" altLang="zh-CN" sz="2400">
              <a:latin typeface="Times New Roman" panose="02020603050405020304" pitchFamily="18" charset="0"/>
            </a:endParaRPr>
          </a:p>
          <a:p>
            <a:pPr algn="ctr" eaLnBrk="1" hangingPunct="1">
              <a:spcBef>
                <a:spcPct val="0"/>
              </a:spcBef>
              <a:buClrTx/>
              <a:buSzTx/>
              <a:buFontTx/>
              <a:buNone/>
            </a:pPr>
            <a:r>
              <a:rPr lang="en-US" altLang="zh-CN" sz="2400" b="1">
                <a:latin typeface="Times New Roman" panose="02020603050405020304" pitchFamily="18" charset="0"/>
              </a:rPr>
              <a:t>Xlock </a:t>
            </a:r>
            <a:r>
              <a:rPr lang="en-US" altLang="zh-CN" sz="2400" b="1">
                <a:solidFill>
                  <a:srgbClr val="D60093"/>
                </a:solidFill>
                <a:latin typeface="Times New Roman" panose="02020603050405020304" pitchFamily="18" charset="0"/>
              </a:rPr>
              <a:t>R</a:t>
            </a:r>
            <a:r>
              <a:rPr lang="en-US" altLang="zh-CN" sz="2400" b="1" baseline="-30000">
                <a:solidFill>
                  <a:srgbClr val="D60093"/>
                </a:solidFill>
                <a:latin typeface="Times New Roman" panose="02020603050405020304" pitchFamily="18" charset="0"/>
              </a:rPr>
              <a:t>1</a:t>
            </a:r>
            <a:endParaRPr lang="en-US" altLang="zh-CN" sz="2400">
              <a:solidFill>
                <a:srgbClr val="D60093"/>
              </a:solidFill>
              <a:latin typeface="Times New Roman" panose="02020603050405020304" pitchFamily="18" charset="0"/>
            </a:endParaRPr>
          </a:p>
          <a:p>
            <a:pPr algn="ctr" eaLnBrk="1" hangingPunct="1">
              <a:spcBef>
                <a:spcPct val="0"/>
              </a:spcBef>
              <a:buClrTx/>
              <a:buSzTx/>
              <a:buFontTx/>
              <a:buNone/>
            </a:pPr>
            <a:r>
              <a:rPr lang="zh-CN" altLang="en-US" sz="2400" b="1">
                <a:latin typeface="Times New Roman" panose="02020603050405020304" pitchFamily="18" charset="0"/>
              </a:rPr>
              <a:t>等待</a:t>
            </a:r>
            <a:endParaRPr lang="zh-CN" altLang="en-US" sz="2400">
              <a:latin typeface="Times New Roman" panose="02020603050405020304" pitchFamily="18" charset="0"/>
            </a:endParaRPr>
          </a:p>
          <a:p>
            <a:pPr algn="ctr" eaLnBrk="1" hangingPunct="1">
              <a:spcBef>
                <a:spcPct val="0"/>
              </a:spcBef>
              <a:buClrTx/>
              <a:buSzTx/>
              <a:buFontTx/>
              <a:buNone/>
            </a:pPr>
            <a:r>
              <a:rPr lang="zh-CN" altLang="en-US" sz="2400" b="1">
                <a:latin typeface="Times New Roman" panose="02020603050405020304" pitchFamily="18" charset="0"/>
              </a:rPr>
              <a:t>等待</a:t>
            </a:r>
            <a:endParaRPr lang="zh-CN" altLang="en-US" sz="2400">
              <a:latin typeface="Times New Roman" panose="02020603050405020304" pitchFamily="18" charset="0"/>
            </a:endParaRPr>
          </a:p>
          <a:p>
            <a:pPr algn="ctr" eaLnBrk="1" hangingPunct="1">
              <a:spcBef>
                <a:spcPct val="0"/>
              </a:spcBef>
              <a:buClrTx/>
              <a:buSzTx/>
              <a:buFontTx/>
              <a:buNone/>
            </a:pPr>
            <a:r>
              <a:rPr lang="zh-CN" altLang="en-US" sz="2400" b="1">
                <a:latin typeface="Times New Roman" panose="02020603050405020304" pitchFamily="18" charset="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页脚占位符 4">
            <a:extLst>
              <a:ext uri="{FF2B5EF4-FFF2-40B4-BE49-F238E27FC236}">
                <a16:creationId xmlns:a16="http://schemas.microsoft.com/office/drawing/2014/main" id="{3248B065-202B-04C1-C18F-CC55272F016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6627" name="Rectangle 2">
            <a:extLst>
              <a:ext uri="{FF2B5EF4-FFF2-40B4-BE49-F238E27FC236}">
                <a16:creationId xmlns:a16="http://schemas.microsoft.com/office/drawing/2014/main" id="{8B12F48A-8CB5-0855-17B8-6026F09126EA}"/>
              </a:ext>
            </a:extLst>
          </p:cNvPr>
          <p:cNvSpPr>
            <a:spLocks noGrp="1" noChangeArrowheads="1"/>
          </p:cNvSpPr>
          <p:nvPr>
            <p:ph type="title"/>
          </p:nvPr>
        </p:nvSpPr>
        <p:spPr/>
        <p:txBody>
          <a:bodyPr/>
          <a:lstStyle/>
          <a:p>
            <a:pPr eaLnBrk="1" hangingPunct="1"/>
            <a:br>
              <a:rPr lang="en-US" altLang="zh-CN" sz="4000"/>
            </a:br>
            <a:r>
              <a:rPr lang="zh-CN" altLang="en-US" sz="4000"/>
              <a:t>解决死锁的方法</a:t>
            </a:r>
            <a:endParaRPr lang="zh-CN" altLang="en-US" sz="4000">
              <a:ea typeface="黑体" panose="02010609060101010101" pitchFamily="49" charset="-122"/>
            </a:endParaRPr>
          </a:p>
        </p:txBody>
      </p:sp>
      <p:sp>
        <p:nvSpPr>
          <p:cNvPr id="26628" name="Rectangle 3">
            <a:extLst>
              <a:ext uri="{FF2B5EF4-FFF2-40B4-BE49-F238E27FC236}">
                <a16:creationId xmlns:a16="http://schemas.microsoft.com/office/drawing/2014/main" id="{BCD028ED-56E5-9207-ED3A-55390252C5A3}"/>
              </a:ext>
            </a:extLst>
          </p:cNvPr>
          <p:cNvSpPr>
            <a:spLocks noGrp="1" noChangeArrowheads="1"/>
          </p:cNvSpPr>
          <p:nvPr>
            <p:ph type="body" idx="1"/>
          </p:nvPr>
        </p:nvSpPr>
        <p:spPr>
          <a:xfrm>
            <a:off x="684213" y="2051050"/>
            <a:ext cx="7772400" cy="4114800"/>
          </a:xfrm>
        </p:spPr>
        <p:txBody>
          <a:bodyPr/>
          <a:lstStyle/>
          <a:p>
            <a:pPr eaLnBrk="1" hangingPunct="1">
              <a:buFont typeface="Wingdings" panose="05000000000000000000" pitchFamily="2" charset="2"/>
              <a:buNone/>
            </a:pPr>
            <a:r>
              <a:rPr lang="zh-CN" altLang="en-US" sz="3600"/>
              <a:t>两类方法</a:t>
            </a:r>
          </a:p>
          <a:p>
            <a:pPr lvl="1" eaLnBrk="1" hangingPunct="1">
              <a:lnSpc>
                <a:spcPct val="150000"/>
              </a:lnSpc>
              <a:buFont typeface="Wingdings" panose="05000000000000000000" pitchFamily="2" charset="2"/>
              <a:buNone/>
            </a:pPr>
            <a:r>
              <a:rPr lang="en-US" altLang="zh-CN"/>
              <a:t>1. </a:t>
            </a:r>
            <a:r>
              <a:rPr lang="zh-CN" altLang="en-US"/>
              <a:t>预防死锁</a:t>
            </a:r>
          </a:p>
          <a:p>
            <a:pPr lvl="1" eaLnBrk="1" hangingPunct="1">
              <a:lnSpc>
                <a:spcPct val="150000"/>
              </a:lnSpc>
              <a:buFont typeface="Wingdings" panose="05000000000000000000" pitchFamily="2" charset="2"/>
              <a:buNone/>
            </a:pPr>
            <a:r>
              <a:rPr lang="en-US" altLang="zh-CN"/>
              <a:t>2. </a:t>
            </a:r>
            <a:r>
              <a:rPr lang="zh-CN" altLang="en-US"/>
              <a:t>死锁的诊断与解除</a:t>
            </a:r>
          </a:p>
          <a:p>
            <a:pPr eaLnBrk="1" hangingPunct="1"/>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页脚占位符 4">
            <a:extLst>
              <a:ext uri="{FF2B5EF4-FFF2-40B4-BE49-F238E27FC236}">
                <a16:creationId xmlns:a16="http://schemas.microsoft.com/office/drawing/2014/main" id="{213A7D5C-D7AA-073D-0D8C-4F0C25498E9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7651" name="Rectangle 2">
            <a:extLst>
              <a:ext uri="{FF2B5EF4-FFF2-40B4-BE49-F238E27FC236}">
                <a16:creationId xmlns:a16="http://schemas.microsoft.com/office/drawing/2014/main" id="{18AAA216-0B65-684D-1364-64BD66B3E292}"/>
              </a:ext>
            </a:extLst>
          </p:cNvPr>
          <p:cNvSpPr>
            <a:spLocks noGrp="1" noChangeArrowheads="1"/>
          </p:cNvSpPr>
          <p:nvPr>
            <p:ph type="title"/>
          </p:nvPr>
        </p:nvSpPr>
        <p:spPr/>
        <p:txBody>
          <a:bodyPr/>
          <a:lstStyle/>
          <a:p>
            <a:pPr eaLnBrk="1" hangingPunct="1"/>
            <a:r>
              <a:rPr lang="zh-CN" altLang="en-US"/>
              <a:t>死锁的预防（续）</a:t>
            </a:r>
          </a:p>
        </p:txBody>
      </p:sp>
      <p:sp>
        <p:nvSpPr>
          <p:cNvPr id="27652" name="Rectangle 3">
            <a:extLst>
              <a:ext uri="{FF2B5EF4-FFF2-40B4-BE49-F238E27FC236}">
                <a16:creationId xmlns:a16="http://schemas.microsoft.com/office/drawing/2014/main" id="{F48CC352-91D5-3D6B-9BF1-48F0B6B4B714}"/>
              </a:ext>
            </a:extLst>
          </p:cNvPr>
          <p:cNvSpPr>
            <a:spLocks noGrp="1" noChangeArrowheads="1"/>
          </p:cNvSpPr>
          <p:nvPr>
            <p:ph type="body" idx="1"/>
          </p:nvPr>
        </p:nvSpPr>
        <p:spPr>
          <a:xfrm>
            <a:off x="107950" y="2017713"/>
            <a:ext cx="8559800" cy="4114800"/>
          </a:xfrm>
        </p:spPr>
        <p:txBody>
          <a:bodyPr/>
          <a:lstStyle/>
          <a:p>
            <a:pPr lvl="1" eaLnBrk="1" hangingPunct="1">
              <a:lnSpc>
                <a:spcPct val="140000"/>
              </a:lnSpc>
            </a:pPr>
            <a:r>
              <a:rPr lang="zh-CN" altLang="en-US"/>
              <a:t>在操作系统中广为采用的预防死锁的策略并不很适合数据库的特点</a:t>
            </a:r>
          </a:p>
          <a:p>
            <a:pPr lvl="1" eaLnBrk="1" hangingPunct="1">
              <a:lnSpc>
                <a:spcPct val="140000"/>
              </a:lnSpc>
              <a:spcBef>
                <a:spcPct val="80000"/>
              </a:spcBef>
            </a:pPr>
            <a:r>
              <a:rPr lang="en-US" altLang="zh-CN"/>
              <a:t>DBMS</a:t>
            </a:r>
            <a:r>
              <a:rPr lang="zh-CN" altLang="en-US"/>
              <a:t>在解决死锁的问题上更普遍采用的是诊断并解除死锁的方法</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页脚占位符 4">
            <a:extLst>
              <a:ext uri="{FF2B5EF4-FFF2-40B4-BE49-F238E27FC236}">
                <a16:creationId xmlns:a16="http://schemas.microsoft.com/office/drawing/2014/main" id="{DC832C95-7D19-8D1B-BD89-C366DA7B37E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8675" name="Rectangle 2">
            <a:extLst>
              <a:ext uri="{FF2B5EF4-FFF2-40B4-BE49-F238E27FC236}">
                <a16:creationId xmlns:a16="http://schemas.microsoft.com/office/drawing/2014/main" id="{4D20CF74-413E-205C-9624-D0A829D3A433}"/>
              </a:ext>
            </a:extLst>
          </p:cNvPr>
          <p:cNvSpPr>
            <a:spLocks noGrp="1" noChangeArrowheads="1"/>
          </p:cNvSpPr>
          <p:nvPr>
            <p:ph type="title"/>
          </p:nvPr>
        </p:nvSpPr>
        <p:spPr/>
        <p:txBody>
          <a:bodyPr/>
          <a:lstStyle/>
          <a:p>
            <a:pPr eaLnBrk="1" hangingPunct="1"/>
            <a:r>
              <a:rPr lang="en-US" altLang="zh-CN"/>
              <a:t>2. </a:t>
            </a:r>
            <a:r>
              <a:rPr lang="zh-CN" altLang="en-US"/>
              <a:t>死锁的诊断与解除</a:t>
            </a:r>
          </a:p>
        </p:txBody>
      </p:sp>
      <p:sp>
        <p:nvSpPr>
          <p:cNvPr id="28676" name="Rectangle 3">
            <a:extLst>
              <a:ext uri="{FF2B5EF4-FFF2-40B4-BE49-F238E27FC236}">
                <a16:creationId xmlns:a16="http://schemas.microsoft.com/office/drawing/2014/main" id="{BF23608D-91CD-94E2-4B9A-36C578C80A36}"/>
              </a:ext>
            </a:extLst>
          </p:cNvPr>
          <p:cNvSpPr>
            <a:spLocks noGrp="1" noChangeArrowheads="1"/>
          </p:cNvSpPr>
          <p:nvPr>
            <p:ph type="body" idx="1"/>
          </p:nvPr>
        </p:nvSpPr>
        <p:spPr>
          <a:xfrm>
            <a:off x="684213" y="1906588"/>
            <a:ext cx="7772400" cy="4114800"/>
          </a:xfrm>
        </p:spPr>
        <p:txBody>
          <a:bodyPr/>
          <a:lstStyle/>
          <a:p>
            <a:pPr eaLnBrk="1" hangingPunct="1">
              <a:lnSpc>
                <a:spcPct val="150000"/>
              </a:lnSpc>
            </a:pPr>
            <a:r>
              <a:rPr lang="zh-CN" altLang="en-US"/>
              <a:t>允许死锁发生</a:t>
            </a:r>
          </a:p>
          <a:p>
            <a:pPr eaLnBrk="1" hangingPunct="1">
              <a:lnSpc>
                <a:spcPct val="150000"/>
              </a:lnSpc>
            </a:pPr>
            <a:r>
              <a:rPr lang="zh-CN" altLang="en-US"/>
              <a:t>解除死锁</a:t>
            </a:r>
          </a:p>
          <a:p>
            <a:pPr lvl="1" eaLnBrk="1" hangingPunct="1">
              <a:lnSpc>
                <a:spcPct val="150000"/>
              </a:lnSpc>
            </a:pPr>
            <a:r>
              <a:rPr lang="zh-CN" altLang="en-US"/>
              <a:t>由</a:t>
            </a:r>
            <a:r>
              <a:rPr lang="en-US" altLang="zh-CN"/>
              <a:t>DBMS</a:t>
            </a:r>
            <a:r>
              <a:rPr lang="zh-CN" altLang="en-US"/>
              <a:t>的并发控制子系统定期检测系统中是否存在死锁</a:t>
            </a:r>
          </a:p>
          <a:p>
            <a:pPr lvl="1" eaLnBrk="1" hangingPunct="1">
              <a:lnSpc>
                <a:spcPct val="150000"/>
              </a:lnSpc>
            </a:pPr>
            <a:r>
              <a:rPr lang="zh-CN" altLang="en-US"/>
              <a:t>一旦检测到死锁，就要设法解除</a:t>
            </a:r>
            <a:endParaRPr lang="zh-CN" altLang="en-US" sz="3200"/>
          </a:p>
          <a:p>
            <a:pPr eaLnBrk="1" hangingPunct="1"/>
            <a:endParaRPr lang="en-US" altLang="zh-CN" sz="36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页脚占位符 4">
            <a:extLst>
              <a:ext uri="{FF2B5EF4-FFF2-40B4-BE49-F238E27FC236}">
                <a16:creationId xmlns:a16="http://schemas.microsoft.com/office/drawing/2014/main" id="{7D1B2BD6-E23F-FE54-462F-FEFFDD8BC71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29699" name="Rectangle 2">
            <a:extLst>
              <a:ext uri="{FF2B5EF4-FFF2-40B4-BE49-F238E27FC236}">
                <a16:creationId xmlns:a16="http://schemas.microsoft.com/office/drawing/2014/main" id="{6571EADF-36E1-B9C4-FD72-2CF1857B2111}"/>
              </a:ext>
            </a:extLst>
          </p:cNvPr>
          <p:cNvSpPr>
            <a:spLocks noGrp="1" noChangeArrowheads="1"/>
          </p:cNvSpPr>
          <p:nvPr>
            <p:ph type="title"/>
          </p:nvPr>
        </p:nvSpPr>
        <p:spPr/>
        <p:txBody>
          <a:bodyPr/>
          <a:lstStyle/>
          <a:p>
            <a:pPr eaLnBrk="1" hangingPunct="1"/>
            <a:r>
              <a:rPr lang="zh-CN" altLang="en-US" sz="4000"/>
              <a:t>检测死锁：</a:t>
            </a:r>
            <a:r>
              <a:rPr lang="zh-CN" altLang="en-US">
                <a:solidFill>
                  <a:schemeClr val="accent2"/>
                </a:solidFill>
              </a:rPr>
              <a:t>超时法</a:t>
            </a:r>
          </a:p>
        </p:txBody>
      </p:sp>
      <p:sp>
        <p:nvSpPr>
          <p:cNvPr id="29700" name="Rectangle 3">
            <a:extLst>
              <a:ext uri="{FF2B5EF4-FFF2-40B4-BE49-F238E27FC236}">
                <a16:creationId xmlns:a16="http://schemas.microsoft.com/office/drawing/2014/main" id="{5CBE6B43-DF98-D418-17E4-EC62172F72BF}"/>
              </a:ext>
            </a:extLst>
          </p:cNvPr>
          <p:cNvSpPr>
            <a:spLocks noGrp="1" noChangeArrowheads="1"/>
          </p:cNvSpPr>
          <p:nvPr>
            <p:ph type="body" idx="1"/>
          </p:nvPr>
        </p:nvSpPr>
        <p:spPr>
          <a:xfrm>
            <a:off x="611188" y="2122488"/>
            <a:ext cx="7772400" cy="4114800"/>
          </a:xfrm>
        </p:spPr>
        <p:txBody>
          <a:bodyPr/>
          <a:lstStyle/>
          <a:p>
            <a:pPr eaLnBrk="1" hangingPunct="1">
              <a:lnSpc>
                <a:spcPct val="90000"/>
              </a:lnSpc>
            </a:pPr>
            <a:r>
              <a:rPr lang="zh-CN" altLang="en-US" sz="2800"/>
              <a:t>如果一个事务的等待时间超过了规定的时限，就认为发生了死锁</a:t>
            </a:r>
          </a:p>
          <a:p>
            <a:pPr eaLnBrk="1" hangingPunct="1">
              <a:lnSpc>
                <a:spcPct val="90000"/>
              </a:lnSpc>
            </a:pPr>
            <a:r>
              <a:rPr lang="zh-CN" altLang="en-US" sz="2800"/>
              <a:t>优点：实现简单</a:t>
            </a:r>
          </a:p>
          <a:p>
            <a:pPr eaLnBrk="1" hangingPunct="1">
              <a:lnSpc>
                <a:spcPct val="90000"/>
              </a:lnSpc>
            </a:pPr>
            <a:r>
              <a:rPr lang="zh-CN" altLang="en-US" sz="2800"/>
              <a:t>缺点</a:t>
            </a:r>
          </a:p>
          <a:p>
            <a:pPr lvl="1" eaLnBrk="1" hangingPunct="1">
              <a:lnSpc>
                <a:spcPct val="90000"/>
              </a:lnSpc>
            </a:pPr>
            <a:r>
              <a:rPr lang="zh-CN" altLang="en-US"/>
              <a:t>有可能误判死锁</a:t>
            </a:r>
          </a:p>
          <a:p>
            <a:pPr lvl="1" eaLnBrk="1" hangingPunct="1"/>
            <a:r>
              <a:rPr lang="zh-CN" altLang="en-US"/>
              <a:t>时限若设置得太长，死锁发生后不能及时发现</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页脚占位符 4">
            <a:extLst>
              <a:ext uri="{FF2B5EF4-FFF2-40B4-BE49-F238E27FC236}">
                <a16:creationId xmlns:a16="http://schemas.microsoft.com/office/drawing/2014/main" id="{6AD37B7D-E0B0-9250-E75A-4452BE7A5FD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0723" name="Rectangle 2">
            <a:extLst>
              <a:ext uri="{FF2B5EF4-FFF2-40B4-BE49-F238E27FC236}">
                <a16:creationId xmlns:a16="http://schemas.microsoft.com/office/drawing/2014/main" id="{117F76B7-4C91-9DE0-9908-7EC0B62AD7EF}"/>
              </a:ext>
            </a:extLst>
          </p:cNvPr>
          <p:cNvSpPr>
            <a:spLocks noGrp="1" noChangeArrowheads="1"/>
          </p:cNvSpPr>
          <p:nvPr>
            <p:ph type="title"/>
          </p:nvPr>
        </p:nvSpPr>
        <p:spPr/>
        <p:txBody>
          <a:bodyPr/>
          <a:lstStyle/>
          <a:p>
            <a:pPr eaLnBrk="1" hangingPunct="1"/>
            <a:r>
              <a:rPr lang="zh-CN" altLang="en-US" sz="4000"/>
              <a:t>并发调度的可串行性</a:t>
            </a:r>
          </a:p>
        </p:txBody>
      </p:sp>
      <p:sp>
        <p:nvSpPr>
          <p:cNvPr id="30724" name="Rectangle 3">
            <a:extLst>
              <a:ext uri="{FF2B5EF4-FFF2-40B4-BE49-F238E27FC236}">
                <a16:creationId xmlns:a16="http://schemas.microsoft.com/office/drawing/2014/main" id="{430C6042-AD2E-1047-D85A-D68CEBC3E34C}"/>
              </a:ext>
            </a:extLst>
          </p:cNvPr>
          <p:cNvSpPr>
            <a:spLocks noGrp="1" noChangeArrowheads="1"/>
          </p:cNvSpPr>
          <p:nvPr>
            <p:ph type="body" idx="1"/>
          </p:nvPr>
        </p:nvSpPr>
        <p:spPr>
          <a:xfrm>
            <a:off x="395288" y="2051050"/>
            <a:ext cx="8208962" cy="4114800"/>
          </a:xfrm>
        </p:spPr>
        <p:txBody>
          <a:bodyPr/>
          <a:lstStyle/>
          <a:p>
            <a:pPr eaLnBrk="1" hangingPunct="1">
              <a:lnSpc>
                <a:spcPct val="110000"/>
              </a:lnSpc>
            </a:pPr>
            <a:r>
              <a:rPr lang="zh-CN" altLang="en-US" sz="2800"/>
              <a:t>几个事务的并行执行是正确的，</a:t>
            </a:r>
            <a:r>
              <a:rPr lang="zh-CN" altLang="en-US" sz="2800">
                <a:solidFill>
                  <a:schemeClr val="accent2"/>
                </a:solidFill>
              </a:rPr>
              <a:t>当且仅当其结果与按某一次序串行地执行它们时的结果相同。</a:t>
            </a:r>
            <a:r>
              <a:rPr lang="zh-CN" altLang="en-US" sz="2800"/>
              <a:t>这种并行调度策略称为可串行化（</a:t>
            </a:r>
            <a:r>
              <a:rPr lang="en-US" altLang="zh-CN" sz="2800"/>
              <a:t>Serializable</a:t>
            </a:r>
            <a:r>
              <a:rPr lang="zh-CN" altLang="en-US" sz="2800"/>
              <a:t>）的调度。</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animEffect transition="in" filter="box(in)">
                                      <p:cBhvr>
                                        <p:cTn id="7" dur="500"/>
                                        <p:tgtEl>
                                          <p:spTgt spid="307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页脚占位符 4">
            <a:extLst>
              <a:ext uri="{FF2B5EF4-FFF2-40B4-BE49-F238E27FC236}">
                <a16:creationId xmlns:a16="http://schemas.microsoft.com/office/drawing/2014/main" id="{AF4C6DB3-09D4-210A-7BC4-25B85FC338C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1747" name="Rectangle 2">
            <a:extLst>
              <a:ext uri="{FF2B5EF4-FFF2-40B4-BE49-F238E27FC236}">
                <a16:creationId xmlns:a16="http://schemas.microsoft.com/office/drawing/2014/main" id="{989C3F0B-3B33-24CF-5689-E9F179AA590D}"/>
              </a:ext>
            </a:extLst>
          </p:cNvPr>
          <p:cNvSpPr>
            <a:spLocks noGrp="1" noChangeArrowheads="1"/>
          </p:cNvSpPr>
          <p:nvPr>
            <p:ph type="title"/>
          </p:nvPr>
        </p:nvSpPr>
        <p:spPr/>
        <p:txBody>
          <a:bodyPr/>
          <a:lstStyle/>
          <a:p>
            <a:pPr eaLnBrk="1" hangingPunct="1"/>
            <a:r>
              <a:rPr lang="en-US" altLang="zh-CN"/>
              <a:t>12.8  </a:t>
            </a:r>
            <a:r>
              <a:rPr lang="zh-CN" altLang="en-US"/>
              <a:t>封锁的粒度</a:t>
            </a:r>
          </a:p>
        </p:txBody>
      </p:sp>
      <p:sp>
        <p:nvSpPr>
          <p:cNvPr id="31748" name="Rectangle 3">
            <a:extLst>
              <a:ext uri="{FF2B5EF4-FFF2-40B4-BE49-F238E27FC236}">
                <a16:creationId xmlns:a16="http://schemas.microsoft.com/office/drawing/2014/main" id="{3E653DDC-92A4-F427-7797-260FB0358C01}"/>
              </a:ext>
            </a:extLst>
          </p:cNvPr>
          <p:cNvSpPr>
            <a:spLocks noGrp="1" noChangeArrowheads="1"/>
          </p:cNvSpPr>
          <p:nvPr>
            <p:ph type="body" idx="1"/>
          </p:nvPr>
        </p:nvSpPr>
        <p:spPr/>
        <p:txBody>
          <a:bodyPr/>
          <a:lstStyle/>
          <a:p>
            <a:pPr eaLnBrk="1" hangingPunct="1">
              <a:lnSpc>
                <a:spcPct val="160000"/>
              </a:lnSpc>
              <a:buFont typeface="Wingdings" panose="05000000000000000000" pitchFamily="2" charset="2"/>
              <a:buNone/>
            </a:pPr>
            <a:r>
              <a:rPr lang="en-US" altLang="zh-CN">
                <a:solidFill>
                  <a:schemeClr val="accent2"/>
                </a:solidFill>
              </a:rPr>
              <a:t>1 </a:t>
            </a:r>
            <a:r>
              <a:rPr lang="zh-CN" altLang="en-US">
                <a:solidFill>
                  <a:schemeClr val="accent2"/>
                </a:solidFill>
              </a:rPr>
              <a:t>封锁粒度</a:t>
            </a:r>
          </a:p>
          <a:p>
            <a:pPr eaLnBrk="1" hangingPunct="1">
              <a:lnSpc>
                <a:spcPct val="160000"/>
              </a:lnSpc>
              <a:buFont typeface="Wingdings" panose="05000000000000000000" pitchFamily="2" charset="2"/>
              <a:buNone/>
            </a:pPr>
            <a:r>
              <a:rPr lang="en-US" altLang="zh-CN"/>
              <a:t>2 </a:t>
            </a:r>
            <a:r>
              <a:rPr lang="zh-CN" altLang="en-US"/>
              <a:t>多粒度封锁</a:t>
            </a:r>
          </a:p>
          <a:p>
            <a:pPr eaLnBrk="1" hangingPunct="1">
              <a:lnSpc>
                <a:spcPct val="160000"/>
              </a:lnSpc>
              <a:buFont typeface="Wingdings" panose="05000000000000000000" pitchFamily="2" charset="2"/>
              <a:buNone/>
            </a:pPr>
            <a:r>
              <a:rPr lang="en-US" altLang="zh-CN"/>
              <a:t>3 </a:t>
            </a:r>
            <a:r>
              <a:rPr lang="zh-CN" altLang="en-US"/>
              <a:t>意向锁</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页脚占位符 4">
            <a:extLst>
              <a:ext uri="{FF2B5EF4-FFF2-40B4-BE49-F238E27FC236}">
                <a16:creationId xmlns:a16="http://schemas.microsoft.com/office/drawing/2014/main" id="{6A3EAA7F-7148-2BED-D808-D786CE9A1B4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2771" name="Rectangle 2">
            <a:extLst>
              <a:ext uri="{FF2B5EF4-FFF2-40B4-BE49-F238E27FC236}">
                <a16:creationId xmlns:a16="http://schemas.microsoft.com/office/drawing/2014/main" id="{993FEE59-741F-02EE-88BE-460ABD8BCAE4}"/>
              </a:ext>
            </a:extLst>
          </p:cNvPr>
          <p:cNvSpPr>
            <a:spLocks noGrp="1" noChangeArrowheads="1"/>
          </p:cNvSpPr>
          <p:nvPr>
            <p:ph type="title"/>
          </p:nvPr>
        </p:nvSpPr>
        <p:spPr/>
        <p:txBody>
          <a:bodyPr/>
          <a:lstStyle/>
          <a:p>
            <a:pPr eaLnBrk="1" hangingPunct="1"/>
            <a:r>
              <a:rPr lang="en-US" altLang="zh-CN"/>
              <a:t>12.8.1 </a:t>
            </a:r>
            <a:r>
              <a:rPr lang="zh-CN" altLang="en-US"/>
              <a:t>封锁粒度</a:t>
            </a:r>
          </a:p>
        </p:txBody>
      </p:sp>
      <p:sp>
        <p:nvSpPr>
          <p:cNvPr id="32772" name="Rectangle 3">
            <a:extLst>
              <a:ext uri="{FF2B5EF4-FFF2-40B4-BE49-F238E27FC236}">
                <a16:creationId xmlns:a16="http://schemas.microsoft.com/office/drawing/2014/main" id="{E7FCF074-88B8-C3FE-7006-63830F086C13}"/>
              </a:ext>
            </a:extLst>
          </p:cNvPr>
          <p:cNvSpPr>
            <a:spLocks noGrp="1" noChangeArrowheads="1"/>
          </p:cNvSpPr>
          <p:nvPr>
            <p:ph type="body" idx="1"/>
          </p:nvPr>
        </p:nvSpPr>
        <p:spPr>
          <a:xfrm>
            <a:off x="971550" y="1989138"/>
            <a:ext cx="7772400" cy="4114800"/>
          </a:xfrm>
        </p:spPr>
        <p:txBody>
          <a:bodyPr/>
          <a:lstStyle/>
          <a:p>
            <a:pPr eaLnBrk="1" hangingPunct="1">
              <a:lnSpc>
                <a:spcPct val="200000"/>
              </a:lnSpc>
              <a:buFont typeface="Wingdings" panose="05000000000000000000" pitchFamily="2" charset="2"/>
              <a:buNone/>
            </a:pPr>
            <a:r>
              <a:rPr lang="zh-CN" altLang="en-US">
                <a:solidFill>
                  <a:schemeClr val="accent2"/>
                </a:solidFill>
              </a:rPr>
              <a:t>一、什么是封锁粒度</a:t>
            </a:r>
          </a:p>
          <a:p>
            <a:pPr eaLnBrk="1" hangingPunct="1">
              <a:lnSpc>
                <a:spcPct val="200000"/>
              </a:lnSpc>
              <a:buFont typeface="Wingdings" panose="05000000000000000000" pitchFamily="2" charset="2"/>
              <a:buNone/>
            </a:pPr>
            <a:r>
              <a:rPr lang="zh-CN" altLang="en-US"/>
              <a:t>二、选择封锁粒度的原则</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页脚占位符 4">
            <a:extLst>
              <a:ext uri="{FF2B5EF4-FFF2-40B4-BE49-F238E27FC236}">
                <a16:creationId xmlns:a16="http://schemas.microsoft.com/office/drawing/2014/main" id="{3ED2A65B-6938-112A-9C6D-EBC2758F13B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3795" name="Rectangle 2">
            <a:extLst>
              <a:ext uri="{FF2B5EF4-FFF2-40B4-BE49-F238E27FC236}">
                <a16:creationId xmlns:a16="http://schemas.microsoft.com/office/drawing/2014/main" id="{0E135CA8-3584-A64A-195A-7791174B52F2}"/>
              </a:ext>
            </a:extLst>
          </p:cNvPr>
          <p:cNvSpPr>
            <a:spLocks noGrp="1" noChangeArrowheads="1"/>
          </p:cNvSpPr>
          <p:nvPr>
            <p:ph type="title"/>
          </p:nvPr>
        </p:nvSpPr>
        <p:spPr/>
        <p:txBody>
          <a:bodyPr/>
          <a:lstStyle/>
          <a:p>
            <a:pPr eaLnBrk="1" hangingPunct="1"/>
            <a:r>
              <a:rPr lang="zh-CN" altLang="en-US"/>
              <a:t>一、什么是封锁粒度</a:t>
            </a:r>
          </a:p>
        </p:txBody>
      </p:sp>
      <p:sp>
        <p:nvSpPr>
          <p:cNvPr id="33796" name="Rectangle 3">
            <a:extLst>
              <a:ext uri="{FF2B5EF4-FFF2-40B4-BE49-F238E27FC236}">
                <a16:creationId xmlns:a16="http://schemas.microsoft.com/office/drawing/2014/main" id="{B1580ADD-66B8-4E3D-9EFF-F0CC0F828C17}"/>
              </a:ext>
            </a:extLst>
          </p:cNvPr>
          <p:cNvSpPr>
            <a:spLocks noGrp="1" noChangeArrowheads="1"/>
          </p:cNvSpPr>
          <p:nvPr>
            <p:ph type="body" idx="1"/>
          </p:nvPr>
        </p:nvSpPr>
        <p:spPr>
          <a:xfrm>
            <a:off x="611188" y="2060575"/>
            <a:ext cx="7772400" cy="4114800"/>
          </a:xfrm>
        </p:spPr>
        <p:txBody>
          <a:bodyPr/>
          <a:lstStyle/>
          <a:p>
            <a:pPr eaLnBrk="1" hangingPunct="1">
              <a:lnSpc>
                <a:spcPct val="110000"/>
              </a:lnSpc>
            </a:pPr>
            <a:r>
              <a:rPr lang="en-US" altLang="zh-CN" sz="2800"/>
              <a:t>X</a:t>
            </a:r>
            <a:r>
              <a:rPr lang="zh-CN" altLang="en-US" sz="2800"/>
              <a:t>锁和</a:t>
            </a:r>
            <a:r>
              <a:rPr lang="en-US" altLang="zh-CN" sz="2800"/>
              <a:t>S</a:t>
            </a:r>
            <a:r>
              <a:rPr lang="zh-CN" altLang="en-US" sz="2800"/>
              <a:t>锁都是加在某一个数据对象上的</a:t>
            </a:r>
          </a:p>
          <a:p>
            <a:pPr eaLnBrk="1" hangingPunct="1">
              <a:lnSpc>
                <a:spcPct val="110000"/>
              </a:lnSpc>
            </a:pPr>
            <a:r>
              <a:rPr lang="zh-CN" altLang="en-US" sz="2800"/>
              <a:t>封锁的对象</a:t>
            </a:r>
            <a:r>
              <a:rPr lang="en-US" altLang="zh-CN" sz="2800"/>
              <a:t>:</a:t>
            </a:r>
            <a:r>
              <a:rPr lang="zh-CN" altLang="en-US" sz="2800"/>
              <a:t>逻辑单元，物理单元</a:t>
            </a:r>
            <a:endParaRPr lang="en-US" altLang="zh-CN" sz="2800"/>
          </a:p>
          <a:p>
            <a:pPr eaLnBrk="1" hangingPunct="1">
              <a:lnSpc>
                <a:spcPct val="110000"/>
              </a:lnSpc>
            </a:pPr>
            <a:r>
              <a:rPr lang="zh-CN" altLang="en-US" sz="2800"/>
              <a:t>例：在关系数据库中，封锁对象：</a:t>
            </a:r>
          </a:p>
          <a:p>
            <a:pPr lvl="1" eaLnBrk="1" hangingPunct="1">
              <a:lnSpc>
                <a:spcPct val="140000"/>
              </a:lnSpc>
            </a:pPr>
            <a:r>
              <a:rPr lang="zh-CN" altLang="en-US" sz="2400"/>
              <a:t>逻辑单元</a:t>
            </a:r>
            <a:r>
              <a:rPr lang="en-US" altLang="zh-CN" sz="2400"/>
              <a:t>: </a:t>
            </a:r>
            <a:r>
              <a:rPr lang="zh-CN" altLang="en-US" sz="2400"/>
              <a:t>属性值、属性值集合、元组、关系、索引项、整个索引、整个数据库等</a:t>
            </a:r>
          </a:p>
          <a:p>
            <a:pPr lvl="1" eaLnBrk="1" hangingPunct="1">
              <a:lnSpc>
                <a:spcPct val="140000"/>
              </a:lnSpc>
            </a:pPr>
            <a:r>
              <a:rPr lang="zh-CN" altLang="en-US" sz="2400"/>
              <a:t>物理单元：页（数据页或索引页）、物理记录等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3796">
                                            <p:txEl>
                                              <p:pRg st="1" end="1"/>
                                            </p:txEl>
                                          </p:spTgt>
                                        </p:tgtEl>
                                        <p:attrNameLst>
                                          <p:attrName>style.visibility</p:attrName>
                                        </p:attrNameLst>
                                      </p:cBhvr>
                                      <p:to>
                                        <p:strVal val="visible"/>
                                      </p:to>
                                    </p:set>
                                    <p:animEffect transition="in" filter="box(in)">
                                      <p:cBhvr>
                                        <p:cTn id="7" dur="500"/>
                                        <p:tgtEl>
                                          <p:spTgt spid="33796">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3796">
                                            <p:txEl>
                                              <p:pRg st="2" end="2"/>
                                            </p:txEl>
                                          </p:spTgt>
                                        </p:tgtEl>
                                        <p:attrNameLst>
                                          <p:attrName>style.visibility</p:attrName>
                                        </p:attrNameLst>
                                      </p:cBhvr>
                                      <p:to>
                                        <p:strVal val="visible"/>
                                      </p:to>
                                    </p:set>
                                    <p:animEffect transition="in" filter="box(in)">
                                      <p:cBhvr>
                                        <p:cTn id="10" dur="500"/>
                                        <p:tgtEl>
                                          <p:spTgt spid="33796">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3796">
                                            <p:txEl>
                                              <p:pRg st="3" end="3"/>
                                            </p:txEl>
                                          </p:spTgt>
                                        </p:tgtEl>
                                        <p:attrNameLst>
                                          <p:attrName>style.visibility</p:attrName>
                                        </p:attrNameLst>
                                      </p:cBhvr>
                                      <p:to>
                                        <p:strVal val="visible"/>
                                      </p:to>
                                    </p:set>
                                    <p:animEffect transition="in" filter="box(in)">
                                      <p:cBhvr>
                                        <p:cTn id="13" dur="500"/>
                                        <p:tgtEl>
                                          <p:spTgt spid="33796">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3796">
                                            <p:txEl>
                                              <p:pRg st="4" end="4"/>
                                            </p:txEl>
                                          </p:spTgt>
                                        </p:tgtEl>
                                        <p:attrNameLst>
                                          <p:attrName>style.visibility</p:attrName>
                                        </p:attrNameLst>
                                      </p:cBhvr>
                                      <p:to>
                                        <p:strVal val="visible"/>
                                      </p:to>
                                    </p:set>
                                    <p:animEffect transition="in" filter="box(in)">
                                      <p:cBhvr>
                                        <p:cTn id="16" dur="500"/>
                                        <p:tgtEl>
                                          <p:spTgt spid="3379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页脚占位符 4">
            <a:extLst>
              <a:ext uri="{FF2B5EF4-FFF2-40B4-BE49-F238E27FC236}">
                <a16:creationId xmlns:a16="http://schemas.microsoft.com/office/drawing/2014/main" id="{F9A8DA09-1BAB-59AB-06E7-B5814E8D721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4819" name="Rectangle 2">
            <a:extLst>
              <a:ext uri="{FF2B5EF4-FFF2-40B4-BE49-F238E27FC236}">
                <a16:creationId xmlns:a16="http://schemas.microsoft.com/office/drawing/2014/main" id="{43D24CA7-22CC-2CAB-37B6-29E4EF94C121}"/>
              </a:ext>
            </a:extLst>
          </p:cNvPr>
          <p:cNvSpPr>
            <a:spLocks noGrp="1" noChangeArrowheads="1"/>
          </p:cNvSpPr>
          <p:nvPr>
            <p:ph type="title"/>
          </p:nvPr>
        </p:nvSpPr>
        <p:spPr/>
        <p:txBody>
          <a:bodyPr/>
          <a:lstStyle/>
          <a:p>
            <a:pPr eaLnBrk="1" hangingPunct="1"/>
            <a:r>
              <a:rPr lang="zh-CN" altLang="en-US"/>
              <a:t>什么是封锁粒度（续）</a:t>
            </a:r>
          </a:p>
        </p:txBody>
      </p:sp>
      <p:sp>
        <p:nvSpPr>
          <p:cNvPr id="34820" name="Rectangle 3">
            <a:extLst>
              <a:ext uri="{FF2B5EF4-FFF2-40B4-BE49-F238E27FC236}">
                <a16:creationId xmlns:a16="http://schemas.microsoft.com/office/drawing/2014/main" id="{10C1B6F6-2185-16FD-12A8-2ACE306ACE0C}"/>
              </a:ext>
            </a:extLst>
          </p:cNvPr>
          <p:cNvSpPr>
            <a:spLocks noGrp="1" noChangeArrowheads="1"/>
          </p:cNvSpPr>
          <p:nvPr>
            <p:ph type="body" idx="1"/>
          </p:nvPr>
        </p:nvSpPr>
        <p:spPr>
          <a:xfrm>
            <a:off x="611188" y="1989138"/>
            <a:ext cx="7772400" cy="4114800"/>
          </a:xfrm>
        </p:spPr>
        <p:txBody>
          <a:bodyPr/>
          <a:lstStyle/>
          <a:p>
            <a:pPr eaLnBrk="1" hangingPunct="1">
              <a:lnSpc>
                <a:spcPct val="90000"/>
              </a:lnSpc>
            </a:pPr>
            <a:r>
              <a:rPr lang="zh-CN" altLang="en-US" sz="2800"/>
              <a:t>封锁对象可以很大也可以很小</a:t>
            </a:r>
          </a:p>
          <a:p>
            <a:pPr eaLnBrk="1" hangingPunct="1">
              <a:lnSpc>
                <a:spcPct val="90000"/>
              </a:lnSpc>
              <a:buFont typeface="Wingdings" panose="05000000000000000000" pitchFamily="2" charset="2"/>
              <a:buNone/>
            </a:pPr>
            <a:r>
              <a:rPr lang="zh-CN" altLang="en-US" sz="2800"/>
              <a:t>    例： 对整个数据库加锁</a:t>
            </a:r>
          </a:p>
          <a:p>
            <a:pPr eaLnBrk="1" hangingPunct="1">
              <a:lnSpc>
                <a:spcPct val="90000"/>
              </a:lnSpc>
              <a:buFont typeface="Wingdings" panose="05000000000000000000" pitchFamily="2" charset="2"/>
              <a:buNone/>
            </a:pPr>
            <a:r>
              <a:rPr lang="zh-CN" altLang="en-US" sz="2800"/>
              <a:t>             对某个属性值加锁</a:t>
            </a:r>
          </a:p>
          <a:p>
            <a:pPr eaLnBrk="1" hangingPunct="1">
              <a:lnSpc>
                <a:spcPct val="90000"/>
              </a:lnSpc>
              <a:buFont typeface="Wingdings" panose="05000000000000000000" pitchFamily="2" charset="2"/>
              <a:buNone/>
            </a:pPr>
            <a:endParaRPr lang="zh-CN" altLang="en-US" sz="2800"/>
          </a:p>
          <a:p>
            <a:pPr eaLnBrk="1" hangingPunct="1">
              <a:lnSpc>
                <a:spcPct val="90000"/>
              </a:lnSpc>
            </a:pPr>
            <a:r>
              <a:rPr lang="zh-CN" altLang="en-US" sz="2800"/>
              <a:t>封锁对象的大小称为封锁的</a:t>
            </a:r>
            <a:r>
              <a:rPr lang="zh-CN" altLang="en-US" sz="2800">
                <a:solidFill>
                  <a:srgbClr val="FF0000"/>
                </a:solidFill>
              </a:rPr>
              <a:t>粒度</a:t>
            </a:r>
            <a:r>
              <a:rPr lang="en-US" altLang="zh-CN" sz="2800"/>
              <a:t>(Granularity)</a:t>
            </a:r>
          </a:p>
          <a:p>
            <a:pPr eaLnBrk="1" hangingPunct="1">
              <a:lnSpc>
                <a:spcPct val="90000"/>
              </a:lnSpc>
            </a:pPr>
            <a:endParaRPr lang="en-US" altLang="zh-CN" sz="2800"/>
          </a:p>
          <a:p>
            <a:pPr eaLnBrk="1" hangingPunct="1">
              <a:lnSpc>
                <a:spcPct val="90000"/>
              </a:lnSpc>
            </a:pPr>
            <a:r>
              <a:rPr lang="zh-CN" altLang="en-US" sz="2800"/>
              <a:t>多粒度封锁</a:t>
            </a:r>
            <a:r>
              <a:rPr lang="en-US" altLang="zh-CN" sz="2800"/>
              <a:t>(multiple granularity locking)</a:t>
            </a:r>
          </a:p>
          <a:p>
            <a:pPr lvl="1" eaLnBrk="1" hangingPunct="1">
              <a:lnSpc>
                <a:spcPct val="90000"/>
              </a:lnSpc>
            </a:pPr>
            <a:r>
              <a:rPr lang="zh-CN" altLang="en-US"/>
              <a:t>在一个系统中同时支持多种封锁粒度供不同的事务选择</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820">
                                            <p:txEl>
                                              <p:pRg st="4" end="4"/>
                                            </p:txEl>
                                          </p:spTgt>
                                        </p:tgtEl>
                                        <p:attrNameLst>
                                          <p:attrName>style.visibility</p:attrName>
                                        </p:attrNameLst>
                                      </p:cBhvr>
                                      <p:to>
                                        <p:strVal val="visible"/>
                                      </p:to>
                                    </p:set>
                                    <p:animEffect transition="in" filter="box(in)">
                                      <p:cBhvr>
                                        <p:cTn id="7" dur="500"/>
                                        <p:tgtEl>
                                          <p:spTgt spid="34820">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4820">
                                            <p:txEl>
                                              <p:pRg st="6" end="6"/>
                                            </p:txEl>
                                          </p:spTgt>
                                        </p:tgtEl>
                                        <p:attrNameLst>
                                          <p:attrName>style.visibility</p:attrName>
                                        </p:attrNameLst>
                                      </p:cBhvr>
                                      <p:to>
                                        <p:strVal val="visible"/>
                                      </p:to>
                                    </p:set>
                                    <p:animEffect transition="in" filter="box(in)">
                                      <p:cBhvr>
                                        <p:cTn id="12" dur="500"/>
                                        <p:tgtEl>
                                          <p:spTgt spid="34820">
                                            <p:txEl>
                                              <p:pRg st="6" end="6"/>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34820">
                                            <p:txEl>
                                              <p:pRg st="7" end="7"/>
                                            </p:txEl>
                                          </p:spTgt>
                                        </p:tgtEl>
                                        <p:attrNameLst>
                                          <p:attrName>style.visibility</p:attrName>
                                        </p:attrNameLst>
                                      </p:cBhvr>
                                      <p:to>
                                        <p:strVal val="visible"/>
                                      </p:to>
                                    </p:set>
                                    <p:animEffect transition="in" filter="box(in)">
                                      <p:cBhvr>
                                        <p:cTn id="15" dur="500"/>
                                        <p:tgtEl>
                                          <p:spTgt spid="3482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页脚占位符 4">
            <a:extLst>
              <a:ext uri="{FF2B5EF4-FFF2-40B4-BE49-F238E27FC236}">
                <a16:creationId xmlns:a16="http://schemas.microsoft.com/office/drawing/2014/main" id="{E0E83674-698F-BCB1-46E8-55A6FFB414C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5843" name="Rectangle 2">
            <a:extLst>
              <a:ext uri="{FF2B5EF4-FFF2-40B4-BE49-F238E27FC236}">
                <a16:creationId xmlns:a16="http://schemas.microsoft.com/office/drawing/2014/main" id="{AA2E92A5-0FEC-C164-5AD1-609732A823F2}"/>
              </a:ext>
            </a:extLst>
          </p:cNvPr>
          <p:cNvSpPr>
            <a:spLocks noGrp="1" noChangeArrowheads="1"/>
          </p:cNvSpPr>
          <p:nvPr>
            <p:ph type="title"/>
          </p:nvPr>
        </p:nvSpPr>
        <p:spPr/>
        <p:txBody>
          <a:bodyPr/>
          <a:lstStyle/>
          <a:p>
            <a:pPr eaLnBrk="1" hangingPunct="1"/>
            <a:r>
              <a:rPr lang="zh-CN" altLang="en-US"/>
              <a:t>二、选择封锁粒度的原则</a:t>
            </a:r>
          </a:p>
        </p:txBody>
      </p:sp>
      <p:sp>
        <p:nvSpPr>
          <p:cNvPr id="35844" name="Rectangle 3">
            <a:extLst>
              <a:ext uri="{FF2B5EF4-FFF2-40B4-BE49-F238E27FC236}">
                <a16:creationId xmlns:a16="http://schemas.microsoft.com/office/drawing/2014/main" id="{D1DAD90D-4653-A96A-4510-400D9909E226}"/>
              </a:ext>
            </a:extLst>
          </p:cNvPr>
          <p:cNvSpPr>
            <a:spLocks noGrp="1" noChangeArrowheads="1"/>
          </p:cNvSpPr>
          <p:nvPr>
            <p:ph type="body" idx="1"/>
          </p:nvPr>
        </p:nvSpPr>
        <p:spPr>
          <a:xfrm>
            <a:off x="755650" y="2060575"/>
            <a:ext cx="7772400" cy="4114800"/>
          </a:xfrm>
        </p:spPr>
        <p:txBody>
          <a:bodyPr/>
          <a:lstStyle/>
          <a:p>
            <a:pPr eaLnBrk="1" hangingPunct="1">
              <a:lnSpc>
                <a:spcPct val="90000"/>
              </a:lnSpc>
            </a:pPr>
            <a:r>
              <a:rPr lang="zh-CN" altLang="en-US"/>
              <a:t>封锁的粒度                 </a:t>
            </a:r>
            <a:r>
              <a:rPr lang="en-US" altLang="zh-CN"/>
              <a:t>	    </a:t>
            </a:r>
            <a:r>
              <a:rPr lang="zh-CN" altLang="en-US"/>
              <a:t>大，小，</a:t>
            </a:r>
          </a:p>
          <a:p>
            <a:pPr eaLnBrk="1" hangingPunct="1">
              <a:lnSpc>
                <a:spcPct val="90000"/>
              </a:lnSpc>
            </a:pPr>
            <a:r>
              <a:rPr lang="zh-CN" altLang="en-US"/>
              <a:t>系统被封锁的对象            少，多，</a:t>
            </a:r>
          </a:p>
          <a:p>
            <a:pPr eaLnBrk="1" hangingPunct="1">
              <a:lnSpc>
                <a:spcPct val="90000"/>
              </a:lnSpc>
            </a:pPr>
            <a:r>
              <a:rPr lang="zh-CN" altLang="en-US"/>
              <a:t>并发度                            低，高，</a:t>
            </a:r>
          </a:p>
          <a:p>
            <a:pPr eaLnBrk="1" hangingPunct="1">
              <a:lnSpc>
                <a:spcPct val="90000"/>
              </a:lnSpc>
            </a:pPr>
            <a:r>
              <a:rPr lang="zh-CN" altLang="en-US"/>
              <a:t>系统开销                         小，大，</a:t>
            </a:r>
          </a:p>
          <a:p>
            <a:pPr eaLnBrk="1" hangingPunct="1">
              <a:lnSpc>
                <a:spcPct val="90000"/>
              </a:lnSpc>
            </a:pPr>
            <a:endParaRPr lang="en-US" altLang="zh-CN" sz="2800"/>
          </a:p>
          <a:p>
            <a:pPr eaLnBrk="1" hangingPunct="1">
              <a:lnSpc>
                <a:spcPct val="90000"/>
              </a:lnSpc>
            </a:pPr>
            <a:r>
              <a:rPr lang="zh-CN" altLang="en-US" sz="2800"/>
              <a:t>选择封锁粒度：</a:t>
            </a:r>
          </a:p>
          <a:p>
            <a:pPr lvl="1" eaLnBrk="1" hangingPunct="1">
              <a:lnSpc>
                <a:spcPct val="90000"/>
              </a:lnSpc>
              <a:buFont typeface="Wingdings" panose="05000000000000000000" pitchFamily="2" charset="2"/>
              <a:buNone/>
            </a:pPr>
            <a:r>
              <a:rPr lang="zh-CN" altLang="en-US" sz="2400"/>
              <a:t>考虑封锁并发度因素</a:t>
            </a:r>
          </a:p>
          <a:p>
            <a:pPr lvl="1" eaLnBrk="1" hangingPunct="1">
              <a:lnSpc>
                <a:spcPct val="90000"/>
              </a:lnSpc>
              <a:buFont typeface="Wingdings" panose="05000000000000000000" pitchFamily="2" charset="2"/>
              <a:buNone/>
            </a:pPr>
            <a:r>
              <a:rPr lang="zh-CN" altLang="en-US" sz="2400"/>
              <a:t>对系统开销与并发度进行权衡</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页脚占位符 4">
            <a:extLst>
              <a:ext uri="{FF2B5EF4-FFF2-40B4-BE49-F238E27FC236}">
                <a16:creationId xmlns:a16="http://schemas.microsoft.com/office/drawing/2014/main" id="{972BAA0E-F78F-86FB-4EF8-5A955A770EE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6867" name="Rectangle 2">
            <a:extLst>
              <a:ext uri="{FF2B5EF4-FFF2-40B4-BE49-F238E27FC236}">
                <a16:creationId xmlns:a16="http://schemas.microsoft.com/office/drawing/2014/main" id="{263372B4-6E88-B06C-65E6-9ACEACADD780}"/>
              </a:ext>
            </a:extLst>
          </p:cNvPr>
          <p:cNvSpPr>
            <a:spLocks noGrp="1" noChangeArrowheads="1"/>
          </p:cNvSpPr>
          <p:nvPr>
            <p:ph type="title"/>
          </p:nvPr>
        </p:nvSpPr>
        <p:spPr/>
        <p:txBody>
          <a:bodyPr/>
          <a:lstStyle/>
          <a:p>
            <a:pPr eaLnBrk="1" hangingPunct="1"/>
            <a:r>
              <a:rPr lang="zh-CN" altLang="en-US"/>
              <a:t>选择封锁粒度的原则（续）</a:t>
            </a:r>
          </a:p>
        </p:txBody>
      </p:sp>
      <p:sp>
        <p:nvSpPr>
          <p:cNvPr id="29700" name="Rectangle 3">
            <a:extLst>
              <a:ext uri="{FF2B5EF4-FFF2-40B4-BE49-F238E27FC236}">
                <a16:creationId xmlns:a16="http://schemas.microsoft.com/office/drawing/2014/main" id="{91CA4649-5C48-A924-BCED-1321753B3D10}"/>
              </a:ext>
            </a:extLst>
          </p:cNvPr>
          <p:cNvSpPr>
            <a:spLocks noGrp="1" noChangeArrowheads="1"/>
          </p:cNvSpPr>
          <p:nvPr>
            <p:ph type="body" idx="1"/>
          </p:nvPr>
        </p:nvSpPr>
        <p:spPr>
          <a:xfrm>
            <a:off x="684213" y="1557338"/>
            <a:ext cx="7772400" cy="4114800"/>
          </a:xfrm>
        </p:spPr>
        <p:txBody>
          <a:bodyPr/>
          <a:lstStyle/>
          <a:p>
            <a:pPr eaLnBrk="1" hangingPunct="1">
              <a:lnSpc>
                <a:spcPct val="110000"/>
              </a:lnSpc>
            </a:pPr>
            <a:endParaRPr lang="en-US" altLang="zh-CN" sz="2800"/>
          </a:p>
          <a:p>
            <a:pPr eaLnBrk="1" hangingPunct="1">
              <a:lnSpc>
                <a:spcPct val="110000"/>
              </a:lnSpc>
            </a:pPr>
            <a:r>
              <a:rPr lang="zh-CN" altLang="en-US" sz="2800"/>
              <a:t>需要处理多个关系的大量元组的用户事务：以</a:t>
            </a:r>
            <a:r>
              <a:rPr lang="zh-CN" altLang="en-US" sz="2800">
                <a:solidFill>
                  <a:srgbClr val="FF0000"/>
                </a:solidFill>
              </a:rPr>
              <a:t>数据库</a:t>
            </a:r>
            <a:r>
              <a:rPr lang="zh-CN" altLang="en-US" sz="2800"/>
              <a:t>为封锁单位；</a:t>
            </a:r>
            <a:endParaRPr lang="en-US" altLang="zh-CN" sz="2800"/>
          </a:p>
          <a:p>
            <a:pPr eaLnBrk="1" hangingPunct="1">
              <a:lnSpc>
                <a:spcPct val="110000"/>
              </a:lnSpc>
            </a:pPr>
            <a:endParaRPr lang="zh-CN" altLang="en-US" sz="2800"/>
          </a:p>
          <a:p>
            <a:pPr eaLnBrk="1" hangingPunct="1">
              <a:lnSpc>
                <a:spcPct val="110000"/>
              </a:lnSpc>
            </a:pPr>
            <a:r>
              <a:rPr lang="zh-CN" altLang="en-US" sz="2800"/>
              <a:t>需要处理大量元组的用户事务：以</a:t>
            </a:r>
            <a:r>
              <a:rPr lang="zh-CN" altLang="en-US" sz="2800">
                <a:solidFill>
                  <a:srgbClr val="FF0000"/>
                </a:solidFill>
              </a:rPr>
              <a:t>关系</a:t>
            </a:r>
            <a:r>
              <a:rPr lang="zh-CN" altLang="en-US" sz="2800"/>
              <a:t>为封锁单元；</a:t>
            </a:r>
            <a:endParaRPr lang="en-US" altLang="zh-CN" sz="2800"/>
          </a:p>
          <a:p>
            <a:pPr eaLnBrk="1" hangingPunct="1">
              <a:lnSpc>
                <a:spcPct val="110000"/>
              </a:lnSpc>
            </a:pPr>
            <a:endParaRPr lang="zh-CN" altLang="en-US" sz="2800"/>
          </a:p>
          <a:p>
            <a:pPr eaLnBrk="1" hangingPunct="1">
              <a:lnSpc>
                <a:spcPct val="110000"/>
              </a:lnSpc>
            </a:pPr>
            <a:r>
              <a:rPr lang="zh-CN" altLang="en-US" sz="2800"/>
              <a:t>只处理少量元组的用户事务：以</a:t>
            </a:r>
            <a:r>
              <a:rPr lang="zh-CN" altLang="en-US" sz="2800">
                <a:solidFill>
                  <a:srgbClr val="FF0000"/>
                </a:solidFill>
              </a:rPr>
              <a:t>元组</a:t>
            </a:r>
            <a:r>
              <a:rPr lang="zh-CN" altLang="en-US" sz="2800"/>
              <a:t>为封锁单位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9700">
                                            <p:txEl>
                                              <p:pRg st="3" end="3"/>
                                            </p:txEl>
                                          </p:spTgt>
                                        </p:tgtEl>
                                        <p:attrNameLst>
                                          <p:attrName>style.visibility</p:attrName>
                                        </p:attrNameLst>
                                      </p:cBhvr>
                                      <p:to>
                                        <p:strVal val="visible"/>
                                      </p:to>
                                    </p:set>
                                    <p:animEffect transition="in" filter="box(in)">
                                      <p:cBhvr>
                                        <p:cTn id="7" dur="500"/>
                                        <p:tgtEl>
                                          <p:spTgt spid="29700">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9700">
                                            <p:txEl>
                                              <p:pRg st="5" end="5"/>
                                            </p:txEl>
                                          </p:spTgt>
                                        </p:tgtEl>
                                        <p:attrNameLst>
                                          <p:attrName>style.visibility</p:attrName>
                                        </p:attrNameLst>
                                      </p:cBhvr>
                                      <p:to>
                                        <p:strVal val="visible"/>
                                      </p:to>
                                    </p:set>
                                    <p:animEffect transition="in" filter="box(in)">
                                      <p:cBhvr>
                                        <p:cTn id="12" dur="500"/>
                                        <p:tgtEl>
                                          <p:spTgt spid="2970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页脚占位符 4">
            <a:extLst>
              <a:ext uri="{FF2B5EF4-FFF2-40B4-BE49-F238E27FC236}">
                <a16:creationId xmlns:a16="http://schemas.microsoft.com/office/drawing/2014/main" id="{29172624-1F1C-CE7D-73D9-03735268D59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7891" name="Rectangle 2">
            <a:extLst>
              <a:ext uri="{FF2B5EF4-FFF2-40B4-BE49-F238E27FC236}">
                <a16:creationId xmlns:a16="http://schemas.microsoft.com/office/drawing/2014/main" id="{2ACE1F03-19B2-8548-DF08-EF21452586A9}"/>
              </a:ext>
            </a:extLst>
          </p:cNvPr>
          <p:cNvSpPr>
            <a:spLocks noGrp="1" noChangeArrowheads="1"/>
          </p:cNvSpPr>
          <p:nvPr>
            <p:ph type="title"/>
          </p:nvPr>
        </p:nvSpPr>
        <p:spPr/>
        <p:txBody>
          <a:bodyPr/>
          <a:lstStyle/>
          <a:p>
            <a:pPr eaLnBrk="1" hangingPunct="1"/>
            <a:r>
              <a:rPr lang="en-US" altLang="zh-CN"/>
              <a:t>12.8.2 </a:t>
            </a:r>
            <a:r>
              <a:rPr lang="zh-CN" altLang="en-US"/>
              <a:t>多粒度封锁</a:t>
            </a:r>
          </a:p>
        </p:txBody>
      </p:sp>
      <p:sp>
        <p:nvSpPr>
          <p:cNvPr id="37892" name="Rectangle 3">
            <a:extLst>
              <a:ext uri="{FF2B5EF4-FFF2-40B4-BE49-F238E27FC236}">
                <a16:creationId xmlns:a16="http://schemas.microsoft.com/office/drawing/2014/main" id="{6E8D72A2-27FA-1C1D-AC9B-DD66089AC186}"/>
              </a:ext>
            </a:extLst>
          </p:cNvPr>
          <p:cNvSpPr>
            <a:spLocks noGrp="1" noChangeArrowheads="1"/>
          </p:cNvSpPr>
          <p:nvPr>
            <p:ph type="body" idx="1"/>
          </p:nvPr>
        </p:nvSpPr>
        <p:spPr>
          <a:xfrm>
            <a:off x="611188" y="2017713"/>
            <a:ext cx="7772400" cy="4114800"/>
          </a:xfrm>
        </p:spPr>
        <p:txBody>
          <a:bodyPr/>
          <a:lstStyle/>
          <a:p>
            <a:pPr eaLnBrk="1" hangingPunct="1">
              <a:lnSpc>
                <a:spcPct val="90000"/>
              </a:lnSpc>
            </a:pPr>
            <a:r>
              <a:rPr lang="zh-CN" altLang="en-US" sz="3600"/>
              <a:t>多粒度树</a:t>
            </a:r>
          </a:p>
          <a:p>
            <a:pPr eaLnBrk="1" hangingPunct="1">
              <a:lnSpc>
                <a:spcPct val="110000"/>
              </a:lnSpc>
              <a:spcBef>
                <a:spcPct val="60000"/>
              </a:spcBef>
            </a:pPr>
            <a:r>
              <a:rPr lang="zh-CN" altLang="en-US"/>
              <a:t>以树形结构来表示多级封锁粒度</a:t>
            </a:r>
          </a:p>
          <a:p>
            <a:pPr lvl="1" eaLnBrk="1" hangingPunct="1">
              <a:lnSpc>
                <a:spcPct val="110000"/>
              </a:lnSpc>
              <a:spcBef>
                <a:spcPct val="60000"/>
              </a:spcBef>
            </a:pPr>
            <a:r>
              <a:rPr lang="zh-CN" altLang="en-US"/>
              <a:t>根结点是整个数据库，表示最大的数据粒度</a:t>
            </a:r>
          </a:p>
          <a:p>
            <a:pPr lvl="1" eaLnBrk="1" hangingPunct="1">
              <a:lnSpc>
                <a:spcPct val="110000"/>
              </a:lnSpc>
              <a:spcBef>
                <a:spcPct val="60000"/>
              </a:spcBef>
            </a:pPr>
            <a:r>
              <a:rPr lang="zh-CN" altLang="en-US"/>
              <a:t>叶结点表示最小的数据粒度</a:t>
            </a:r>
            <a:endParaRPr lang="zh-CN" altLang="en-US" sz="2400"/>
          </a:p>
          <a:p>
            <a:pPr lvl="2" eaLnBrk="1" hangingPunct="1">
              <a:lnSpc>
                <a:spcPct val="90000"/>
              </a:lnSpc>
            </a:pPr>
            <a:endParaRPr lang="zh-CN" altLang="en-US" sz="2000"/>
          </a:p>
          <a:p>
            <a:pPr eaLnBrk="1" hangingPunct="1">
              <a:lnSpc>
                <a:spcPct val="90000"/>
              </a:lnSpc>
              <a:buFont typeface="Wingdings" panose="05000000000000000000" pitchFamily="2" charset="2"/>
              <a:buNone/>
            </a:pPr>
            <a:r>
              <a:rPr lang="zh-CN" altLang="en-US" sz="2800"/>
              <a:t>    </a:t>
            </a:r>
            <a:endParaRPr lang="zh-CN" altLang="en-US"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4">
            <a:extLst>
              <a:ext uri="{FF2B5EF4-FFF2-40B4-BE49-F238E27FC236}">
                <a16:creationId xmlns:a16="http://schemas.microsoft.com/office/drawing/2014/main" id="{B71358C1-4860-134B-6628-2725F819F76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8915" name="Rectangle 2">
            <a:extLst>
              <a:ext uri="{FF2B5EF4-FFF2-40B4-BE49-F238E27FC236}">
                <a16:creationId xmlns:a16="http://schemas.microsoft.com/office/drawing/2014/main" id="{DEB008AE-B756-CA20-9408-1C111DDA74DE}"/>
              </a:ext>
            </a:extLst>
          </p:cNvPr>
          <p:cNvSpPr>
            <a:spLocks noGrp="1" noChangeArrowheads="1"/>
          </p:cNvSpPr>
          <p:nvPr>
            <p:ph type="title"/>
          </p:nvPr>
        </p:nvSpPr>
        <p:spPr/>
        <p:txBody>
          <a:bodyPr/>
          <a:lstStyle/>
          <a:p>
            <a:pPr eaLnBrk="1" hangingPunct="1"/>
            <a:r>
              <a:rPr lang="zh-CN" altLang="en-US"/>
              <a:t>多粒度封锁（续）</a:t>
            </a:r>
          </a:p>
        </p:txBody>
      </p:sp>
      <p:sp>
        <p:nvSpPr>
          <p:cNvPr id="38916" name="Rectangle 3">
            <a:extLst>
              <a:ext uri="{FF2B5EF4-FFF2-40B4-BE49-F238E27FC236}">
                <a16:creationId xmlns:a16="http://schemas.microsoft.com/office/drawing/2014/main" id="{00C6F9B4-E4AB-4B1C-4852-3380E37CE322}"/>
              </a:ext>
            </a:extLst>
          </p:cNvPr>
          <p:cNvSpPr>
            <a:spLocks noGrp="1" noChangeArrowheads="1"/>
          </p:cNvSpPr>
          <p:nvPr>
            <p:ph type="body" idx="1"/>
          </p:nvPr>
        </p:nvSpPr>
        <p:spPr>
          <a:xfrm>
            <a:off x="539750" y="2017713"/>
            <a:ext cx="7772400" cy="4114800"/>
          </a:xfrm>
        </p:spPr>
        <p:txBody>
          <a:bodyPr/>
          <a:lstStyle/>
          <a:p>
            <a:pPr eaLnBrk="1" hangingPunct="1">
              <a:buFont typeface="Wingdings" panose="05000000000000000000" pitchFamily="2" charset="2"/>
              <a:buNone/>
            </a:pPr>
            <a:r>
              <a:rPr lang="zh-CN" altLang="en-US" sz="2800"/>
              <a:t>例：三级粒度树。根结点为数据库，数据库的子结点为关系，关系的子结点为元组。</a:t>
            </a:r>
          </a:p>
        </p:txBody>
      </p:sp>
      <p:grpSp>
        <p:nvGrpSpPr>
          <p:cNvPr id="38917" name="Group 4">
            <a:extLst>
              <a:ext uri="{FF2B5EF4-FFF2-40B4-BE49-F238E27FC236}">
                <a16:creationId xmlns:a16="http://schemas.microsoft.com/office/drawing/2014/main" id="{F945C531-55A4-74F6-E79F-9521E5F1847B}"/>
              </a:ext>
            </a:extLst>
          </p:cNvPr>
          <p:cNvGrpSpPr>
            <a:grpSpLocks/>
          </p:cNvGrpSpPr>
          <p:nvPr/>
        </p:nvGrpSpPr>
        <p:grpSpPr bwMode="auto">
          <a:xfrm>
            <a:off x="1763713" y="3200400"/>
            <a:ext cx="5257800" cy="2536825"/>
            <a:chOff x="3447" y="9625"/>
            <a:chExt cx="3183" cy="1829"/>
          </a:xfrm>
        </p:grpSpPr>
        <p:sp>
          <p:nvSpPr>
            <p:cNvPr id="38918" name="Line 5">
              <a:extLst>
                <a:ext uri="{FF2B5EF4-FFF2-40B4-BE49-F238E27FC236}">
                  <a16:creationId xmlns:a16="http://schemas.microsoft.com/office/drawing/2014/main" id="{BF04C27C-719B-4461-5BD4-B8B21D91E07F}"/>
                </a:ext>
              </a:extLst>
            </p:cNvPr>
            <p:cNvSpPr>
              <a:spLocks noChangeShapeType="1"/>
            </p:cNvSpPr>
            <p:nvPr/>
          </p:nvSpPr>
          <p:spPr bwMode="auto">
            <a:xfrm flipH="1">
              <a:off x="4226" y="9995"/>
              <a:ext cx="510" cy="381"/>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8919" name="Line 6">
              <a:extLst>
                <a:ext uri="{FF2B5EF4-FFF2-40B4-BE49-F238E27FC236}">
                  <a16:creationId xmlns:a16="http://schemas.microsoft.com/office/drawing/2014/main" id="{4E38BA70-F9B3-C12A-5F80-755A94ED9891}"/>
                </a:ext>
              </a:extLst>
            </p:cNvPr>
            <p:cNvSpPr>
              <a:spLocks noChangeShapeType="1"/>
            </p:cNvSpPr>
            <p:nvPr/>
          </p:nvSpPr>
          <p:spPr bwMode="auto">
            <a:xfrm>
              <a:off x="4976" y="9995"/>
              <a:ext cx="645" cy="366"/>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8920" name="Line 7">
              <a:extLst>
                <a:ext uri="{FF2B5EF4-FFF2-40B4-BE49-F238E27FC236}">
                  <a16:creationId xmlns:a16="http://schemas.microsoft.com/office/drawing/2014/main" id="{94B73022-31FD-BE49-BC43-B6968C9B30CC}"/>
                </a:ext>
              </a:extLst>
            </p:cNvPr>
            <p:cNvSpPr>
              <a:spLocks noChangeShapeType="1"/>
            </p:cNvSpPr>
            <p:nvPr/>
          </p:nvSpPr>
          <p:spPr bwMode="auto">
            <a:xfrm flipH="1">
              <a:off x="3761" y="10680"/>
              <a:ext cx="345" cy="436"/>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8921" name="Line 8">
              <a:extLst>
                <a:ext uri="{FF2B5EF4-FFF2-40B4-BE49-F238E27FC236}">
                  <a16:creationId xmlns:a16="http://schemas.microsoft.com/office/drawing/2014/main" id="{B15112D1-B18A-6A8B-5FCA-410C37754F5B}"/>
                </a:ext>
              </a:extLst>
            </p:cNvPr>
            <p:cNvSpPr>
              <a:spLocks noChangeShapeType="1"/>
            </p:cNvSpPr>
            <p:nvPr/>
          </p:nvSpPr>
          <p:spPr bwMode="auto">
            <a:xfrm>
              <a:off x="4271" y="10678"/>
              <a:ext cx="330" cy="443"/>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8922" name="Line 9">
              <a:extLst>
                <a:ext uri="{FF2B5EF4-FFF2-40B4-BE49-F238E27FC236}">
                  <a16:creationId xmlns:a16="http://schemas.microsoft.com/office/drawing/2014/main" id="{AB237796-D324-9820-D166-7C4A483EF698}"/>
                </a:ext>
              </a:extLst>
            </p:cNvPr>
            <p:cNvSpPr>
              <a:spLocks noChangeShapeType="1"/>
            </p:cNvSpPr>
            <p:nvPr/>
          </p:nvSpPr>
          <p:spPr bwMode="auto">
            <a:xfrm flipH="1">
              <a:off x="5201" y="10704"/>
              <a:ext cx="315" cy="390"/>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8923" name="Line 10">
              <a:extLst>
                <a:ext uri="{FF2B5EF4-FFF2-40B4-BE49-F238E27FC236}">
                  <a16:creationId xmlns:a16="http://schemas.microsoft.com/office/drawing/2014/main" id="{7F007F4A-4D84-60D5-F1C9-AE0B5FC37DC7}"/>
                </a:ext>
              </a:extLst>
            </p:cNvPr>
            <p:cNvSpPr>
              <a:spLocks noChangeShapeType="1"/>
            </p:cNvSpPr>
            <p:nvPr/>
          </p:nvSpPr>
          <p:spPr bwMode="auto">
            <a:xfrm>
              <a:off x="5756" y="10715"/>
              <a:ext cx="375" cy="379"/>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8924" name="Text Box 11">
              <a:extLst>
                <a:ext uri="{FF2B5EF4-FFF2-40B4-BE49-F238E27FC236}">
                  <a16:creationId xmlns:a16="http://schemas.microsoft.com/office/drawing/2014/main" id="{14330980-65E3-08D0-0AEC-951EBBFCCC00}"/>
                </a:ext>
              </a:extLst>
            </p:cNvPr>
            <p:cNvSpPr txBox="1">
              <a:spLocks noChangeArrowheads="1"/>
            </p:cNvSpPr>
            <p:nvPr/>
          </p:nvSpPr>
          <p:spPr bwMode="auto">
            <a:xfrm>
              <a:off x="4515" y="9625"/>
              <a:ext cx="795"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lnSpc>
                  <a:spcPct val="96000"/>
                </a:lnSpc>
                <a:spcBef>
                  <a:spcPct val="0"/>
                </a:spcBef>
                <a:buClrTx/>
                <a:buSzTx/>
                <a:buFontTx/>
                <a:buNone/>
              </a:pPr>
              <a:r>
                <a:rPr kumimoji="0" lang="zh-CN" altLang="en-US" sz="2400" b="1">
                  <a:latin typeface="Times New Roman" panose="02020603050405020304" pitchFamily="18" charset="0"/>
                </a:rPr>
                <a:t>数据库</a:t>
              </a:r>
            </a:p>
          </p:txBody>
        </p:sp>
        <p:sp>
          <p:nvSpPr>
            <p:cNvPr id="38925" name="Text Box 12">
              <a:extLst>
                <a:ext uri="{FF2B5EF4-FFF2-40B4-BE49-F238E27FC236}">
                  <a16:creationId xmlns:a16="http://schemas.microsoft.com/office/drawing/2014/main" id="{29A1EAF9-D29F-8303-2414-8F643FFD778F}"/>
                </a:ext>
              </a:extLst>
            </p:cNvPr>
            <p:cNvSpPr txBox="1">
              <a:spLocks noChangeArrowheads="1"/>
            </p:cNvSpPr>
            <p:nvPr/>
          </p:nvSpPr>
          <p:spPr bwMode="auto">
            <a:xfrm>
              <a:off x="5265" y="10315"/>
              <a:ext cx="810"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lnSpc>
                  <a:spcPct val="96000"/>
                </a:lnSpc>
                <a:spcBef>
                  <a:spcPct val="0"/>
                </a:spcBef>
                <a:buClrTx/>
                <a:buSzTx/>
                <a:buFontTx/>
                <a:buNone/>
              </a:pPr>
              <a:r>
                <a:rPr kumimoji="0" lang="zh-CN" altLang="en-US" sz="2400" b="1">
                  <a:latin typeface="Times New Roman" panose="02020603050405020304" pitchFamily="18" charset="0"/>
                </a:rPr>
                <a:t>关系</a:t>
              </a:r>
              <a:r>
                <a:rPr kumimoji="0" lang="en-US" altLang="zh-CN" sz="2400" b="1">
                  <a:latin typeface="Times New Roman" panose="02020603050405020304" pitchFamily="18" charset="0"/>
                </a:rPr>
                <a:t>R</a:t>
              </a:r>
              <a:r>
                <a:rPr kumimoji="0" lang="en-US" altLang="zh-CN" sz="2400" b="1" i="1" baseline="-25000">
                  <a:latin typeface="Times New Roman" panose="02020603050405020304" pitchFamily="18" charset="0"/>
                </a:rPr>
                <a:t>n</a:t>
              </a:r>
              <a:endParaRPr kumimoji="0" lang="en-US" altLang="zh-CN" sz="2400" b="1">
                <a:latin typeface="Times New Roman" panose="02020603050405020304" pitchFamily="18" charset="0"/>
              </a:endParaRPr>
            </a:p>
          </p:txBody>
        </p:sp>
        <p:sp>
          <p:nvSpPr>
            <p:cNvPr id="38926" name="Text Box 13">
              <a:extLst>
                <a:ext uri="{FF2B5EF4-FFF2-40B4-BE49-F238E27FC236}">
                  <a16:creationId xmlns:a16="http://schemas.microsoft.com/office/drawing/2014/main" id="{FE8EAD51-C616-F6A2-8926-65BC52FA99AB}"/>
                </a:ext>
              </a:extLst>
            </p:cNvPr>
            <p:cNvSpPr txBox="1">
              <a:spLocks noChangeArrowheads="1"/>
            </p:cNvSpPr>
            <p:nvPr/>
          </p:nvSpPr>
          <p:spPr bwMode="auto">
            <a:xfrm>
              <a:off x="3810" y="10315"/>
              <a:ext cx="93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lnSpc>
                  <a:spcPct val="96000"/>
                </a:lnSpc>
                <a:spcBef>
                  <a:spcPct val="0"/>
                </a:spcBef>
                <a:buClrTx/>
                <a:buSzTx/>
                <a:buFontTx/>
                <a:buNone/>
              </a:pPr>
              <a:r>
                <a:rPr kumimoji="0" lang="zh-CN" altLang="en-US" sz="2000" b="1">
                  <a:latin typeface="Times New Roman" panose="02020603050405020304" pitchFamily="18" charset="0"/>
                </a:rPr>
                <a:t>关系</a:t>
              </a:r>
              <a:r>
                <a:rPr kumimoji="0" lang="en-US" altLang="zh-CN" sz="2000" b="1">
                  <a:latin typeface="Times New Roman" panose="02020603050405020304" pitchFamily="18" charset="0"/>
                </a:rPr>
                <a:t>R</a:t>
              </a:r>
              <a:r>
                <a:rPr kumimoji="0" lang="en-US" altLang="zh-CN" sz="2000" b="1" baseline="-25000">
                  <a:latin typeface="Times New Roman" panose="02020603050405020304" pitchFamily="18" charset="0"/>
                </a:rPr>
                <a:t>1</a:t>
              </a:r>
              <a:endParaRPr kumimoji="0" lang="en-US" altLang="zh-CN" sz="2000" b="1">
                <a:latin typeface="Times New Roman" panose="02020603050405020304" pitchFamily="18" charset="0"/>
              </a:endParaRPr>
            </a:p>
          </p:txBody>
        </p:sp>
        <p:sp>
          <p:nvSpPr>
            <p:cNvPr id="38927" name="Text Box 14">
              <a:extLst>
                <a:ext uri="{FF2B5EF4-FFF2-40B4-BE49-F238E27FC236}">
                  <a16:creationId xmlns:a16="http://schemas.microsoft.com/office/drawing/2014/main" id="{BEBD29F1-9269-0EA5-1192-C4C95092DC69}"/>
                </a:ext>
              </a:extLst>
            </p:cNvPr>
            <p:cNvSpPr txBox="1">
              <a:spLocks noChangeArrowheads="1"/>
            </p:cNvSpPr>
            <p:nvPr/>
          </p:nvSpPr>
          <p:spPr bwMode="auto">
            <a:xfrm>
              <a:off x="3447" y="11005"/>
              <a:ext cx="630"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lnSpc>
                  <a:spcPct val="96000"/>
                </a:lnSpc>
                <a:spcBef>
                  <a:spcPct val="0"/>
                </a:spcBef>
                <a:buClrTx/>
                <a:buSzTx/>
                <a:buFontTx/>
                <a:buNone/>
              </a:pPr>
              <a:r>
                <a:rPr kumimoji="0" lang="zh-CN" altLang="en-US" sz="2400" b="1">
                  <a:latin typeface="Times New Roman" panose="02020603050405020304" pitchFamily="18" charset="0"/>
                </a:rPr>
                <a:t>元组</a:t>
              </a:r>
            </a:p>
          </p:txBody>
        </p:sp>
        <p:sp>
          <p:nvSpPr>
            <p:cNvPr id="38928" name="Text Box 15">
              <a:extLst>
                <a:ext uri="{FF2B5EF4-FFF2-40B4-BE49-F238E27FC236}">
                  <a16:creationId xmlns:a16="http://schemas.microsoft.com/office/drawing/2014/main" id="{853F2724-9163-C427-06C1-E7EDFC4B59F3}"/>
                </a:ext>
              </a:extLst>
            </p:cNvPr>
            <p:cNvSpPr txBox="1">
              <a:spLocks noChangeArrowheads="1"/>
            </p:cNvSpPr>
            <p:nvPr/>
          </p:nvSpPr>
          <p:spPr bwMode="auto">
            <a:xfrm>
              <a:off x="5835" y="11005"/>
              <a:ext cx="795"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lnSpc>
                  <a:spcPct val="96000"/>
                </a:lnSpc>
                <a:spcBef>
                  <a:spcPct val="0"/>
                </a:spcBef>
                <a:buClrTx/>
                <a:buSzTx/>
                <a:buFontTx/>
                <a:buNone/>
              </a:pPr>
              <a:r>
                <a:rPr kumimoji="0" lang="zh-CN" altLang="en-US" sz="2400" b="1">
                  <a:latin typeface="Times New Roman" panose="02020603050405020304" pitchFamily="18" charset="0"/>
                </a:rPr>
                <a:t>元组</a:t>
              </a:r>
            </a:p>
          </p:txBody>
        </p:sp>
        <p:sp>
          <p:nvSpPr>
            <p:cNvPr id="38929" name="Text Box 16">
              <a:extLst>
                <a:ext uri="{FF2B5EF4-FFF2-40B4-BE49-F238E27FC236}">
                  <a16:creationId xmlns:a16="http://schemas.microsoft.com/office/drawing/2014/main" id="{8A2A64AA-373C-88EA-680B-E0B848F601AA}"/>
                </a:ext>
              </a:extLst>
            </p:cNvPr>
            <p:cNvSpPr txBox="1">
              <a:spLocks noChangeArrowheads="1"/>
            </p:cNvSpPr>
            <p:nvPr/>
          </p:nvSpPr>
          <p:spPr bwMode="auto">
            <a:xfrm>
              <a:off x="4257" y="11023"/>
              <a:ext cx="630"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lnSpc>
                  <a:spcPct val="96000"/>
                </a:lnSpc>
                <a:spcBef>
                  <a:spcPct val="0"/>
                </a:spcBef>
                <a:buClrTx/>
                <a:buSzTx/>
                <a:buFontTx/>
                <a:buNone/>
              </a:pPr>
              <a:r>
                <a:rPr kumimoji="0" lang="zh-CN" altLang="en-US" sz="2400" b="1">
                  <a:latin typeface="Times New Roman" panose="02020603050405020304" pitchFamily="18" charset="0"/>
                </a:rPr>
                <a:t>元组</a:t>
              </a:r>
            </a:p>
          </p:txBody>
        </p:sp>
        <p:sp>
          <p:nvSpPr>
            <p:cNvPr id="38930" name="Text Box 17">
              <a:extLst>
                <a:ext uri="{FF2B5EF4-FFF2-40B4-BE49-F238E27FC236}">
                  <a16:creationId xmlns:a16="http://schemas.microsoft.com/office/drawing/2014/main" id="{8354B988-B420-E61C-C04B-5DBD2946189E}"/>
                </a:ext>
              </a:extLst>
            </p:cNvPr>
            <p:cNvSpPr txBox="1">
              <a:spLocks noChangeArrowheads="1"/>
            </p:cNvSpPr>
            <p:nvPr/>
          </p:nvSpPr>
          <p:spPr bwMode="auto">
            <a:xfrm>
              <a:off x="4902" y="11023"/>
              <a:ext cx="630"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lnSpc>
                  <a:spcPct val="96000"/>
                </a:lnSpc>
                <a:spcBef>
                  <a:spcPct val="0"/>
                </a:spcBef>
                <a:buClrTx/>
                <a:buSzTx/>
                <a:buFontTx/>
                <a:buNone/>
              </a:pPr>
              <a:r>
                <a:rPr kumimoji="0" lang="zh-CN" altLang="en-US" sz="2400" b="1">
                  <a:latin typeface="Times New Roman" panose="02020603050405020304" pitchFamily="18" charset="0"/>
                </a:rPr>
                <a:t>元组</a:t>
              </a:r>
            </a:p>
          </p:txBody>
        </p:sp>
        <p:sp>
          <p:nvSpPr>
            <p:cNvPr id="38931" name="Text Box 18">
              <a:extLst>
                <a:ext uri="{FF2B5EF4-FFF2-40B4-BE49-F238E27FC236}">
                  <a16:creationId xmlns:a16="http://schemas.microsoft.com/office/drawing/2014/main" id="{94FBA897-0FAC-06EA-FDFB-3F8299A33A5D}"/>
                </a:ext>
              </a:extLst>
            </p:cNvPr>
            <p:cNvSpPr txBox="1">
              <a:spLocks noChangeArrowheads="1"/>
            </p:cNvSpPr>
            <p:nvPr/>
          </p:nvSpPr>
          <p:spPr bwMode="auto">
            <a:xfrm>
              <a:off x="4692" y="10405"/>
              <a:ext cx="1170" cy="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a:lnSpc>
                  <a:spcPct val="96000"/>
                </a:lnSpc>
                <a:spcBef>
                  <a:spcPct val="0"/>
                </a:spcBef>
                <a:buClrTx/>
                <a:buSzTx/>
                <a:buFontTx/>
                <a:buNone/>
              </a:pPr>
              <a:endParaRPr kumimoji="0" lang="zh-CN" altLang="zh-CN" sz="700">
                <a:latin typeface="Times New Roman" panose="02020603050405020304" pitchFamily="18" charset="0"/>
              </a:endParaRPr>
            </a:p>
          </p:txBody>
        </p:sp>
        <p:sp>
          <p:nvSpPr>
            <p:cNvPr id="38932" name="Text Box 19">
              <a:extLst>
                <a:ext uri="{FF2B5EF4-FFF2-40B4-BE49-F238E27FC236}">
                  <a16:creationId xmlns:a16="http://schemas.microsoft.com/office/drawing/2014/main" id="{CCCF5283-D45D-1B3C-DE09-C818DEEEEE54}"/>
                </a:ext>
              </a:extLst>
            </p:cNvPr>
            <p:cNvSpPr txBox="1">
              <a:spLocks noChangeArrowheads="1"/>
            </p:cNvSpPr>
            <p:nvPr/>
          </p:nvSpPr>
          <p:spPr bwMode="auto">
            <a:xfrm>
              <a:off x="4665" y="10330"/>
              <a:ext cx="810"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a:lnSpc>
                  <a:spcPct val="96000"/>
                </a:lnSpc>
                <a:spcBef>
                  <a:spcPct val="0"/>
                </a:spcBef>
                <a:buClrTx/>
                <a:buSzTx/>
                <a:buFontTx/>
                <a:buNone/>
              </a:pPr>
              <a:r>
                <a:rPr kumimoji="0" lang="en-US" altLang="zh-CN" sz="2400">
                  <a:latin typeface="Times New Roman" panose="02020603050405020304" pitchFamily="18" charset="0"/>
                </a:rPr>
                <a:t>……</a:t>
              </a:r>
            </a:p>
          </p:txBody>
        </p:sp>
        <p:sp>
          <p:nvSpPr>
            <p:cNvPr id="38933" name="Text Box 20">
              <a:extLst>
                <a:ext uri="{FF2B5EF4-FFF2-40B4-BE49-F238E27FC236}">
                  <a16:creationId xmlns:a16="http://schemas.microsoft.com/office/drawing/2014/main" id="{63FEE0AD-CA63-5414-458E-7FFA0734C9F7}"/>
                </a:ext>
              </a:extLst>
            </p:cNvPr>
            <p:cNvSpPr txBox="1">
              <a:spLocks noChangeArrowheads="1"/>
            </p:cNvSpPr>
            <p:nvPr/>
          </p:nvSpPr>
          <p:spPr bwMode="auto">
            <a:xfrm>
              <a:off x="5355" y="11020"/>
              <a:ext cx="810"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a:lnSpc>
                  <a:spcPct val="96000"/>
                </a:lnSpc>
                <a:spcBef>
                  <a:spcPct val="0"/>
                </a:spcBef>
                <a:buClrTx/>
                <a:buSzTx/>
                <a:buFontTx/>
                <a:buNone/>
              </a:pPr>
              <a:r>
                <a:rPr kumimoji="0" lang="en-US" altLang="zh-CN" sz="2000">
                  <a:latin typeface="Times New Roman" panose="02020603050405020304" pitchFamily="18" charset="0"/>
                </a:rPr>
                <a:t>……</a:t>
              </a:r>
            </a:p>
          </p:txBody>
        </p:sp>
        <p:sp>
          <p:nvSpPr>
            <p:cNvPr id="38934" name="Text Box 21">
              <a:extLst>
                <a:ext uri="{FF2B5EF4-FFF2-40B4-BE49-F238E27FC236}">
                  <a16:creationId xmlns:a16="http://schemas.microsoft.com/office/drawing/2014/main" id="{7A7A3398-BF0E-728A-5388-FC838D69B61F}"/>
                </a:ext>
              </a:extLst>
            </p:cNvPr>
            <p:cNvSpPr txBox="1">
              <a:spLocks noChangeArrowheads="1"/>
            </p:cNvSpPr>
            <p:nvPr/>
          </p:nvSpPr>
          <p:spPr bwMode="auto">
            <a:xfrm>
              <a:off x="3840" y="11020"/>
              <a:ext cx="810"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a:lnSpc>
                  <a:spcPct val="96000"/>
                </a:lnSpc>
                <a:spcBef>
                  <a:spcPct val="0"/>
                </a:spcBef>
                <a:buClrTx/>
                <a:buSzTx/>
                <a:buFontTx/>
                <a:buNone/>
              </a:pPr>
              <a:r>
                <a:rPr kumimoji="0" lang="en-US" altLang="zh-CN" sz="2000">
                  <a:latin typeface="Times New Roman" panose="02020603050405020304" pitchFamily="18" charset="0"/>
                </a:rPr>
                <a:t>……</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页脚占位符 4">
            <a:extLst>
              <a:ext uri="{FF2B5EF4-FFF2-40B4-BE49-F238E27FC236}">
                <a16:creationId xmlns:a16="http://schemas.microsoft.com/office/drawing/2014/main" id="{B2244E20-B5F4-780E-3A61-8DAD541180A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9939" name="Rectangle 2">
            <a:extLst>
              <a:ext uri="{FF2B5EF4-FFF2-40B4-BE49-F238E27FC236}">
                <a16:creationId xmlns:a16="http://schemas.microsoft.com/office/drawing/2014/main" id="{3AA1964A-DC65-FCB0-1484-2F74B91ED6E4}"/>
              </a:ext>
            </a:extLst>
          </p:cNvPr>
          <p:cNvSpPr>
            <a:spLocks noGrp="1" noChangeArrowheads="1"/>
          </p:cNvSpPr>
          <p:nvPr>
            <p:ph type="title"/>
          </p:nvPr>
        </p:nvSpPr>
        <p:spPr/>
        <p:txBody>
          <a:bodyPr/>
          <a:lstStyle/>
          <a:p>
            <a:pPr eaLnBrk="1" hangingPunct="1"/>
            <a:r>
              <a:rPr lang="zh-CN" altLang="en-US" sz="4000"/>
              <a:t>多粒度封锁协议</a:t>
            </a:r>
          </a:p>
        </p:txBody>
      </p:sp>
      <p:sp>
        <p:nvSpPr>
          <p:cNvPr id="32772" name="Rectangle 3">
            <a:extLst>
              <a:ext uri="{FF2B5EF4-FFF2-40B4-BE49-F238E27FC236}">
                <a16:creationId xmlns:a16="http://schemas.microsoft.com/office/drawing/2014/main" id="{830F2884-7CD2-251E-9703-9744876DD80A}"/>
              </a:ext>
            </a:extLst>
          </p:cNvPr>
          <p:cNvSpPr>
            <a:spLocks noGrp="1" noChangeArrowheads="1"/>
          </p:cNvSpPr>
          <p:nvPr>
            <p:ph type="body" idx="1"/>
          </p:nvPr>
        </p:nvSpPr>
        <p:spPr>
          <a:xfrm>
            <a:off x="468313" y="2060575"/>
            <a:ext cx="8280400" cy="4114800"/>
          </a:xfrm>
        </p:spPr>
        <p:txBody>
          <a:bodyPr/>
          <a:lstStyle/>
          <a:p>
            <a:pPr eaLnBrk="1" hangingPunct="1"/>
            <a:r>
              <a:rPr lang="zh-CN" altLang="en-US" sz="2800"/>
              <a:t>允许多粒度树中的每个结点被独立地加锁</a:t>
            </a:r>
          </a:p>
          <a:p>
            <a:pPr eaLnBrk="1" hangingPunct="1">
              <a:lnSpc>
                <a:spcPct val="120000"/>
              </a:lnSpc>
              <a:spcBef>
                <a:spcPct val="60000"/>
              </a:spcBef>
            </a:pPr>
            <a:r>
              <a:rPr lang="zh-CN" altLang="en-US" sz="2800"/>
              <a:t>对一个结点加锁意味着这个结点的所有后继结点也被加以同样类型的锁</a:t>
            </a:r>
          </a:p>
          <a:p>
            <a:pPr eaLnBrk="1" hangingPunct="1">
              <a:lnSpc>
                <a:spcPct val="120000"/>
              </a:lnSpc>
              <a:spcBef>
                <a:spcPct val="60000"/>
              </a:spcBef>
            </a:pPr>
            <a:r>
              <a:rPr lang="zh-CN" altLang="en-US" sz="2800"/>
              <a:t>在多粒度封锁中一个数据对象可能以两种方式封锁：</a:t>
            </a:r>
            <a:r>
              <a:rPr lang="zh-CN" altLang="en-US" sz="2800">
                <a:solidFill>
                  <a:schemeClr val="accent2"/>
                </a:solidFill>
              </a:rPr>
              <a:t>显式封锁和隐式封锁</a:t>
            </a:r>
            <a:endParaRPr lang="zh-CN" altLang="en-US">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2772">
                                            <p:txEl>
                                              <p:pRg st="1" end="1"/>
                                            </p:txEl>
                                          </p:spTgt>
                                        </p:tgtEl>
                                        <p:attrNameLst>
                                          <p:attrName>style.visibility</p:attrName>
                                        </p:attrNameLst>
                                      </p:cBhvr>
                                      <p:to>
                                        <p:strVal val="visible"/>
                                      </p:to>
                                    </p:set>
                                    <p:animEffect transition="in" filter="box(in)">
                                      <p:cBhvr>
                                        <p:cTn id="7" dur="500"/>
                                        <p:tgtEl>
                                          <p:spTgt spid="3277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2772">
                                            <p:txEl>
                                              <p:pRg st="2" end="2"/>
                                            </p:txEl>
                                          </p:spTgt>
                                        </p:tgtEl>
                                        <p:attrNameLst>
                                          <p:attrName>style.visibility</p:attrName>
                                        </p:attrNameLst>
                                      </p:cBhvr>
                                      <p:to>
                                        <p:strVal val="visible"/>
                                      </p:to>
                                    </p:set>
                                    <p:animEffect transition="in" filter="box(in)">
                                      <p:cBhvr>
                                        <p:cTn id="12" dur="500"/>
                                        <p:tgtEl>
                                          <p:spTgt spid="327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4">
            <a:extLst>
              <a:ext uri="{FF2B5EF4-FFF2-40B4-BE49-F238E27FC236}">
                <a16:creationId xmlns:a16="http://schemas.microsoft.com/office/drawing/2014/main" id="{D8B72938-1F1F-7DAF-8447-F21DFDFD60D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0963" name="Rectangle 2">
            <a:extLst>
              <a:ext uri="{FF2B5EF4-FFF2-40B4-BE49-F238E27FC236}">
                <a16:creationId xmlns:a16="http://schemas.microsoft.com/office/drawing/2014/main" id="{652F2144-3D3E-5A52-9288-4F70DB9E1BFB}"/>
              </a:ext>
            </a:extLst>
          </p:cNvPr>
          <p:cNvSpPr>
            <a:spLocks noGrp="1" noChangeArrowheads="1"/>
          </p:cNvSpPr>
          <p:nvPr>
            <p:ph type="title"/>
          </p:nvPr>
        </p:nvSpPr>
        <p:spPr/>
        <p:txBody>
          <a:bodyPr/>
          <a:lstStyle/>
          <a:p>
            <a:pPr eaLnBrk="1" hangingPunct="1"/>
            <a:r>
              <a:rPr lang="zh-CN" altLang="en-US" sz="4000"/>
              <a:t>显式封锁和隐式封锁</a:t>
            </a:r>
          </a:p>
        </p:txBody>
      </p:sp>
      <p:sp>
        <p:nvSpPr>
          <p:cNvPr id="40964" name="Rectangle 3">
            <a:extLst>
              <a:ext uri="{FF2B5EF4-FFF2-40B4-BE49-F238E27FC236}">
                <a16:creationId xmlns:a16="http://schemas.microsoft.com/office/drawing/2014/main" id="{344DFDDA-8B43-FCE6-E060-FFF8DC9C9984}"/>
              </a:ext>
            </a:extLst>
          </p:cNvPr>
          <p:cNvSpPr>
            <a:spLocks noGrp="1" noChangeArrowheads="1"/>
          </p:cNvSpPr>
          <p:nvPr>
            <p:ph type="body" idx="1"/>
          </p:nvPr>
        </p:nvSpPr>
        <p:spPr>
          <a:xfrm>
            <a:off x="611188" y="2051050"/>
            <a:ext cx="7772400" cy="4114800"/>
          </a:xfrm>
        </p:spPr>
        <p:txBody>
          <a:bodyPr/>
          <a:lstStyle/>
          <a:p>
            <a:pPr eaLnBrk="1" hangingPunct="1"/>
            <a:r>
              <a:rPr lang="zh-CN" altLang="en-US" sz="2800"/>
              <a:t>显式封锁</a:t>
            </a:r>
            <a:r>
              <a:rPr lang="en-US" altLang="zh-CN" sz="2800"/>
              <a:t>: </a:t>
            </a:r>
            <a:r>
              <a:rPr lang="zh-CN" altLang="en-US" sz="2800"/>
              <a:t>直接加到数据对象上的封锁</a:t>
            </a:r>
          </a:p>
          <a:p>
            <a:pPr eaLnBrk="1" hangingPunct="1">
              <a:lnSpc>
                <a:spcPct val="120000"/>
              </a:lnSpc>
              <a:spcBef>
                <a:spcPct val="60000"/>
              </a:spcBef>
            </a:pPr>
            <a:r>
              <a:rPr lang="zh-CN" altLang="en-US" sz="2800"/>
              <a:t>隐式封锁</a:t>
            </a:r>
            <a:r>
              <a:rPr lang="en-US" altLang="zh-CN" sz="2800"/>
              <a:t>: </a:t>
            </a:r>
            <a:r>
              <a:rPr lang="zh-CN" altLang="en-US" sz="2800"/>
              <a:t>由于其上级结点加锁而使该数据对象加上了锁</a:t>
            </a:r>
          </a:p>
          <a:p>
            <a:pPr eaLnBrk="1" hangingPunct="1">
              <a:lnSpc>
                <a:spcPct val="120000"/>
              </a:lnSpc>
              <a:spcBef>
                <a:spcPct val="60000"/>
              </a:spcBef>
            </a:pPr>
            <a:r>
              <a:rPr lang="zh-CN" altLang="en-US" sz="2800"/>
              <a:t>显式封锁和隐式封锁的效果是一样的</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页脚占位符 4">
            <a:extLst>
              <a:ext uri="{FF2B5EF4-FFF2-40B4-BE49-F238E27FC236}">
                <a16:creationId xmlns:a16="http://schemas.microsoft.com/office/drawing/2014/main" id="{CE25490A-8D10-B37D-FA6C-1A73C94974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1987" name="Rectangle 2">
            <a:extLst>
              <a:ext uri="{FF2B5EF4-FFF2-40B4-BE49-F238E27FC236}">
                <a16:creationId xmlns:a16="http://schemas.microsoft.com/office/drawing/2014/main" id="{B4447BE4-E6CF-AA8B-29EB-36816EA5FDEC}"/>
              </a:ext>
            </a:extLst>
          </p:cNvPr>
          <p:cNvSpPr>
            <a:spLocks noGrp="1" noChangeArrowheads="1"/>
          </p:cNvSpPr>
          <p:nvPr>
            <p:ph type="title"/>
          </p:nvPr>
        </p:nvSpPr>
        <p:spPr/>
        <p:txBody>
          <a:bodyPr/>
          <a:lstStyle/>
          <a:p>
            <a:pPr eaLnBrk="1" hangingPunct="1"/>
            <a:r>
              <a:rPr lang="zh-CN" altLang="en-US" sz="4400"/>
              <a:t>小结</a:t>
            </a:r>
          </a:p>
        </p:txBody>
      </p:sp>
      <p:sp>
        <p:nvSpPr>
          <p:cNvPr id="34820" name="Rectangle 3">
            <a:extLst>
              <a:ext uri="{FF2B5EF4-FFF2-40B4-BE49-F238E27FC236}">
                <a16:creationId xmlns:a16="http://schemas.microsoft.com/office/drawing/2014/main" id="{C201EAC4-F24F-7C39-F442-43FFAEC6053D}"/>
              </a:ext>
            </a:extLst>
          </p:cNvPr>
          <p:cNvSpPr>
            <a:spLocks noGrp="1" noChangeArrowheads="1"/>
          </p:cNvSpPr>
          <p:nvPr>
            <p:ph type="body" idx="1"/>
          </p:nvPr>
        </p:nvSpPr>
        <p:spPr>
          <a:xfrm>
            <a:off x="539750" y="1989138"/>
            <a:ext cx="7772400" cy="4114800"/>
          </a:xfrm>
        </p:spPr>
        <p:txBody>
          <a:bodyPr/>
          <a:lstStyle/>
          <a:p>
            <a:pPr eaLnBrk="1" hangingPunct="1"/>
            <a:r>
              <a:rPr lang="zh-CN" altLang="en-US" sz="2400"/>
              <a:t>数据共享与数据一致性是一对矛盾</a:t>
            </a:r>
          </a:p>
          <a:p>
            <a:pPr eaLnBrk="1" hangingPunct="1"/>
            <a:r>
              <a:rPr lang="zh-CN" altLang="en-US" sz="2400"/>
              <a:t>数据库的价值在很大程度上取决于它所能提供的数据共享度。</a:t>
            </a:r>
          </a:p>
          <a:p>
            <a:pPr eaLnBrk="1" hangingPunct="1">
              <a:lnSpc>
                <a:spcPct val="110000"/>
              </a:lnSpc>
              <a:spcBef>
                <a:spcPct val="40000"/>
              </a:spcBef>
            </a:pPr>
            <a:r>
              <a:rPr lang="zh-CN" altLang="en-US" sz="2400"/>
              <a:t>数据共享在很大程度上取决于系统允许对数据并发操作的程度。</a:t>
            </a:r>
          </a:p>
          <a:p>
            <a:pPr eaLnBrk="1" hangingPunct="1">
              <a:lnSpc>
                <a:spcPct val="110000"/>
              </a:lnSpc>
              <a:spcBef>
                <a:spcPct val="40000"/>
              </a:spcBef>
            </a:pPr>
            <a:r>
              <a:rPr lang="zh-CN" altLang="en-US" sz="2400"/>
              <a:t>数据并发程度又取决于数据库中的并发控制机制</a:t>
            </a:r>
            <a:endParaRPr lang="en-US" altLang="zh-CN" sz="2400"/>
          </a:p>
          <a:p>
            <a:pPr eaLnBrk="1" hangingPunct="1">
              <a:lnSpc>
                <a:spcPct val="110000"/>
              </a:lnSpc>
              <a:spcBef>
                <a:spcPct val="40000"/>
              </a:spcBef>
            </a:pPr>
            <a:endParaRPr lang="zh-CN" altLang="en-US" sz="2400"/>
          </a:p>
          <a:p>
            <a:pPr eaLnBrk="1" hangingPunct="1">
              <a:lnSpc>
                <a:spcPct val="110000"/>
              </a:lnSpc>
              <a:spcBef>
                <a:spcPct val="40000"/>
              </a:spcBef>
            </a:pPr>
            <a:r>
              <a:rPr lang="zh-CN" altLang="en-US" sz="2400"/>
              <a:t>另一方面，数据的一致性也取决于并发控制的程度。施加的并发控制愈多，数据的一致性往往愈好。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820">
                                            <p:txEl>
                                              <p:pRg st="2" end="2"/>
                                            </p:txEl>
                                          </p:spTgt>
                                        </p:tgtEl>
                                        <p:attrNameLst>
                                          <p:attrName>style.visibility</p:attrName>
                                        </p:attrNameLst>
                                      </p:cBhvr>
                                      <p:to>
                                        <p:strVal val="visible"/>
                                      </p:to>
                                    </p:set>
                                    <p:animEffect transition="in" filter="box(in)">
                                      <p:cBhvr>
                                        <p:cTn id="7" dur="500"/>
                                        <p:tgtEl>
                                          <p:spTgt spid="34820">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4820">
                                            <p:txEl>
                                              <p:pRg st="3" end="3"/>
                                            </p:txEl>
                                          </p:spTgt>
                                        </p:tgtEl>
                                        <p:attrNameLst>
                                          <p:attrName>style.visibility</p:attrName>
                                        </p:attrNameLst>
                                      </p:cBhvr>
                                      <p:to>
                                        <p:strVal val="visible"/>
                                      </p:to>
                                    </p:set>
                                    <p:animEffect transition="in" filter="box(in)">
                                      <p:cBhvr>
                                        <p:cTn id="10" dur="500"/>
                                        <p:tgtEl>
                                          <p:spTgt spid="34820">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4820">
                                            <p:txEl>
                                              <p:pRg st="5" end="5"/>
                                            </p:txEl>
                                          </p:spTgt>
                                        </p:tgtEl>
                                        <p:attrNameLst>
                                          <p:attrName>style.visibility</p:attrName>
                                        </p:attrNameLst>
                                      </p:cBhvr>
                                      <p:to>
                                        <p:strVal val="visible"/>
                                      </p:to>
                                    </p:set>
                                    <p:animEffect transition="in" filter="box(in)">
                                      <p:cBhvr>
                                        <p:cTn id="13" dur="500"/>
                                        <p:tgtEl>
                                          <p:spTgt spid="3482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4">
            <a:extLst>
              <a:ext uri="{FF2B5EF4-FFF2-40B4-BE49-F238E27FC236}">
                <a16:creationId xmlns:a16="http://schemas.microsoft.com/office/drawing/2014/main" id="{1C791E62-1E3E-D01D-5B49-64E8C3B9614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3011" name="Rectangle 2">
            <a:extLst>
              <a:ext uri="{FF2B5EF4-FFF2-40B4-BE49-F238E27FC236}">
                <a16:creationId xmlns:a16="http://schemas.microsoft.com/office/drawing/2014/main" id="{7773F66D-2A9E-5EAC-135A-3F69B87B726C}"/>
              </a:ext>
            </a:extLst>
          </p:cNvPr>
          <p:cNvSpPr>
            <a:spLocks noGrp="1" noChangeArrowheads="1"/>
          </p:cNvSpPr>
          <p:nvPr>
            <p:ph type="title"/>
          </p:nvPr>
        </p:nvSpPr>
        <p:spPr/>
        <p:txBody>
          <a:bodyPr/>
          <a:lstStyle/>
          <a:p>
            <a:pPr eaLnBrk="1" hangingPunct="1"/>
            <a:r>
              <a:rPr lang="zh-CN" altLang="en-US" sz="4400"/>
              <a:t>小结（续）</a:t>
            </a:r>
          </a:p>
        </p:txBody>
      </p:sp>
      <p:sp>
        <p:nvSpPr>
          <p:cNvPr id="43012" name="Rectangle 3">
            <a:extLst>
              <a:ext uri="{FF2B5EF4-FFF2-40B4-BE49-F238E27FC236}">
                <a16:creationId xmlns:a16="http://schemas.microsoft.com/office/drawing/2014/main" id="{E1038004-E4C7-7EBD-24CF-167804B2B8EB}"/>
              </a:ext>
            </a:extLst>
          </p:cNvPr>
          <p:cNvSpPr>
            <a:spLocks noGrp="1" noChangeArrowheads="1"/>
          </p:cNvSpPr>
          <p:nvPr>
            <p:ph type="body" idx="1"/>
          </p:nvPr>
        </p:nvSpPr>
        <p:spPr>
          <a:xfrm>
            <a:off x="684213" y="2133600"/>
            <a:ext cx="7772400" cy="4114800"/>
          </a:xfrm>
        </p:spPr>
        <p:txBody>
          <a:bodyPr/>
          <a:lstStyle/>
          <a:p>
            <a:pPr eaLnBrk="1" hangingPunct="1"/>
            <a:r>
              <a:rPr lang="zh-CN" altLang="en-US" sz="2800"/>
              <a:t>数据库的并发控制以</a:t>
            </a:r>
            <a:r>
              <a:rPr lang="zh-CN" altLang="en-US" sz="2800">
                <a:solidFill>
                  <a:srgbClr val="FF0000"/>
                </a:solidFill>
              </a:rPr>
              <a:t>事务</a:t>
            </a:r>
            <a:r>
              <a:rPr lang="zh-CN" altLang="en-US" sz="2800"/>
              <a:t>为单位</a:t>
            </a:r>
          </a:p>
          <a:p>
            <a:pPr eaLnBrk="1" hangingPunct="1"/>
            <a:endParaRPr lang="zh-CN" altLang="en-US" sz="2800"/>
          </a:p>
          <a:p>
            <a:pPr eaLnBrk="1" hangingPunct="1"/>
            <a:r>
              <a:rPr lang="zh-CN" altLang="en-US" sz="2800"/>
              <a:t>数据库的并发控制通常使用封锁机制</a:t>
            </a:r>
          </a:p>
          <a:p>
            <a:pPr lvl="1" eaLnBrk="1" hangingPunct="1"/>
            <a:r>
              <a:rPr lang="zh-CN" altLang="en-US"/>
              <a:t>两类最常用的封锁</a:t>
            </a:r>
          </a:p>
          <a:p>
            <a:pPr eaLnBrk="1" hangingPunct="1"/>
            <a:endParaRPr lang="zh-CN" altLang="en-US" sz="2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页脚占位符 4">
            <a:extLst>
              <a:ext uri="{FF2B5EF4-FFF2-40B4-BE49-F238E27FC236}">
                <a16:creationId xmlns:a16="http://schemas.microsoft.com/office/drawing/2014/main" id="{BFDA0292-D0EE-5DA1-2C3B-2E03B55CB3A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4035" name="Rectangle 2">
            <a:extLst>
              <a:ext uri="{FF2B5EF4-FFF2-40B4-BE49-F238E27FC236}">
                <a16:creationId xmlns:a16="http://schemas.microsoft.com/office/drawing/2014/main" id="{EBAA689B-7932-BA64-3620-A844AC3869AE}"/>
              </a:ext>
            </a:extLst>
          </p:cNvPr>
          <p:cNvSpPr>
            <a:spLocks noGrp="1" noChangeArrowheads="1"/>
          </p:cNvSpPr>
          <p:nvPr>
            <p:ph type="title"/>
          </p:nvPr>
        </p:nvSpPr>
        <p:spPr/>
        <p:txBody>
          <a:bodyPr/>
          <a:lstStyle/>
          <a:p>
            <a:pPr eaLnBrk="1" hangingPunct="1"/>
            <a:r>
              <a:rPr lang="zh-CN" altLang="en-US" sz="4400"/>
              <a:t>小结（续）</a:t>
            </a:r>
          </a:p>
        </p:txBody>
      </p:sp>
      <p:sp>
        <p:nvSpPr>
          <p:cNvPr id="44036" name="Rectangle 3">
            <a:extLst>
              <a:ext uri="{FF2B5EF4-FFF2-40B4-BE49-F238E27FC236}">
                <a16:creationId xmlns:a16="http://schemas.microsoft.com/office/drawing/2014/main" id="{04388DDF-ABBB-DC2D-8CD5-66033DB19C38}"/>
              </a:ext>
            </a:extLst>
          </p:cNvPr>
          <p:cNvSpPr>
            <a:spLocks noGrp="1" noChangeArrowheads="1"/>
          </p:cNvSpPr>
          <p:nvPr>
            <p:ph type="body" idx="1"/>
          </p:nvPr>
        </p:nvSpPr>
        <p:spPr>
          <a:xfrm>
            <a:off x="395288" y="1978025"/>
            <a:ext cx="7993062" cy="4114800"/>
          </a:xfrm>
        </p:spPr>
        <p:txBody>
          <a:bodyPr/>
          <a:lstStyle/>
          <a:p>
            <a:pPr eaLnBrk="1" hangingPunct="1">
              <a:lnSpc>
                <a:spcPct val="90000"/>
              </a:lnSpc>
            </a:pPr>
            <a:r>
              <a:rPr lang="zh-CN" altLang="en-US" sz="2800"/>
              <a:t>活锁： 先来先服务</a:t>
            </a:r>
          </a:p>
          <a:p>
            <a:pPr eaLnBrk="1" hangingPunct="1">
              <a:lnSpc>
                <a:spcPct val="90000"/>
              </a:lnSpc>
            </a:pPr>
            <a:r>
              <a:rPr lang="zh-CN" altLang="en-US" sz="2800"/>
              <a:t>死锁：</a:t>
            </a:r>
          </a:p>
          <a:p>
            <a:pPr lvl="1" eaLnBrk="1" hangingPunct="1">
              <a:lnSpc>
                <a:spcPct val="90000"/>
              </a:lnSpc>
            </a:pPr>
            <a:r>
              <a:rPr lang="zh-CN" altLang="en-US" sz="2400"/>
              <a:t>预防方法</a:t>
            </a:r>
          </a:p>
          <a:p>
            <a:pPr lvl="2" eaLnBrk="1" hangingPunct="1">
              <a:lnSpc>
                <a:spcPct val="90000"/>
              </a:lnSpc>
            </a:pPr>
            <a:r>
              <a:rPr lang="zh-CN" altLang="en-US"/>
              <a:t>一次封锁法</a:t>
            </a:r>
          </a:p>
          <a:p>
            <a:pPr lvl="2" eaLnBrk="1" hangingPunct="1">
              <a:lnSpc>
                <a:spcPct val="90000"/>
              </a:lnSpc>
            </a:pPr>
            <a:r>
              <a:rPr lang="zh-CN" altLang="en-US"/>
              <a:t>顺序封锁法</a:t>
            </a:r>
          </a:p>
          <a:p>
            <a:pPr lvl="1" eaLnBrk="1" hangingPunct="1">
              <a:lnSpc>
                <a:spcPct val="90000"/>
              </a:lnSpc>
            </a:pPr>
            <a:r>
              <a:rPr lang="zh-CN" altLang="en-US" sz="2400"/>
              <a:t> 死锁的诊断与解除</a:t>
            </a:r>
          </a:p>
          <a:p>
            <a:pPr lvl="2" eaLnBrk="1" hangingPunct="1">
              <a:lnSpc>
                <a:spcPct val="90000"/>
              </a:lnSpc>
            </a:pPr>
            <a:r>
              <a:rPr lang="zh-CN" altLang="en-US"/>
              <a:t>超时法</a:t>
            </a:r>
          </a:p>
          <a:p>
            <a:pPr lvl="2" eaLnBrk="1" hangingPunct="1">
              <a:lnSpc>
                <a:spcPct val="90000"/>
              </a:lnSpc>
            </a:pPr>
            <a:r>
              <a:rPr lang="zh-CN" altLang="en-US"/>
              <a:t>等待图法</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页脚占位符 4">
            <a:extLst>
              <a:ext uri="{FF2B5EF4-FFF2-40B4-BE49-F238E27FC236}">
                <a16:creationId xmlns:a16="http://schemas.microsoft.com/office/drawing/2014/main" id="{4EA02408-D2F9-47CF-DC36-3BD42A2CAA3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5059" name="Rectangle 2">
            <a:extLst>
              <a:ext uri="{FF2B5EF4-FFF2-40B4-BE49-F238E27FC236}">
                <a16:creationId xmlns:a16="http://schemas.microsoft.com/office/drawing/2014/main" id="{4F675151-C0E9-4D0B-5AAE-9B77E9B01BD1}"/>
              </a:ext>
            </a:extLst>
          </p:cNvPr>
          <p:cNvSpPr>
            <a:spLocks noGrp="1" noChangeArrowheads="1"/>
          </p:cNvSpPr>
          <p:nvPr>
            <p:ph type="title"/>
          </p:nvPr>
        </p:nvSpPr>
        <p:spPr/>
        <p:txBody>
          <a:bodyPr/>
          <a:lstStyle/>
          <a:p>
            <a:pPr eaLnBrk="1" hangingPunct="1"/>
            <a:r>
              <a:rPr lang="zh-CN" altLang="en-US" sz="4400"/>
              <a:t>小结（续）</a:t>
            </a:r>
          </a:p>
        </p:txBody>
      </p:sp>
      <p:sp>
        <p:nvSpPr>
          <p:cNvPr id="45060" name="Rectangle 3">
            <a:extLst>
              <a:ext uri="{FF2B5EF4-FFF2-40B4-BE49-F238E27FC236}">
                <a16:creationId xmlns:a16="http://schemas.microsoft.com/office/drawing/2014/main" id="{34312964-9186-9672-02BE-087510163197}"/>
              </a:ext>
            </a:extLst>
          </p:cNvPr>
          <p:cNvSpPr>
            <a:spLocks noGrp="1" noChangeArrowheads="1"/>
          </p:cNvSpPr>
          <p:nvPr>
            <p:ph type="body" idx="1"/>
          </p:nvPr>
        </p:nvSpPr>
        <p:spPr>
          <a:xfrm>
            <a:off x="684213" y="2060575"/>
            <a:ext cx="7772400" cy="4114800"/>
          </a:xfrm>
        </p:spPr>
        <p:txBody>
          <a:bodyPr/>
          <a:lstStyle/>
          <a:p>
            <a:pPr eaLnBrk="1" hangingPunct="1">
              <a:lnSpc>
                <a:spcPct val="160000"/>
              </a:lnSpc>
            </a:pPr>
            <a:r>
              <a:rPr lang="zh-CN" altLang="en-US" sz="2400"/>
              <a:t>不同的数据库管理系统提供的封锁类型、封锁协议、达到的系统一致性级别不尽相同。</a:t>
            </a:r>
            <a:endParaRPr lang="en-US" altLang="zh-CN" sz="2400"/>
          </a:p>
          <a:p>
            <a:pPr eaLnBrk="1" hangingPunct="1">
              <a:lnSpc>
                <a:spcPct val="160000"/>
              </a:lnSpc>
            </a:pPr>
            <a:r>
              <a:rPr lang="zh-CN" altLang="en-US" sz="2400"/>
              <a:t>但是其依据的基本原理和技术是相同的。</a:t>
            </a:r>
          </a:p>
        </p:txBody>
      </p:sp>
    </p:spTree>
  </p:cSld>
  <p:clrMapOvr>
    <a:masterClrMapping/>
  </p:clrMapOvr>
</p:sld>
</file>

<file path=ppt/theme/theme1.xml><?xml version="1.0" encoding="utf-8"?>
<a:theme xmlns:a="http://schemas.openxmlformats.org/drawingml/2006/main" name="zq">
  <a:themeElements>
    <a:clrScheme name="zq 8">
      <a:dk1>
        <a:srgbClr val="000000"/>
      </a:dk1>
      <a:lt1>
        <a:srgbClr val="FEE8F7"/>
      </a:lt1>
      <a:dk2>
        <a:srgbClr val="333399"/>
      </a:dk2>
      <a:lt2>
        <a:srgbClr val="1C1C1C"/>
      </a:lt2>
      <a:accent1>
        <a:srgbClr val="00E4A8"/>
      </a:accent1>
      <a:accent2>
        <a:srgbClr val="F6200A"/>
      </a:accent2>
      <a:accent3>
        <a:srgbClr val="FEF2FA"/>
      </a:accent3>
      <a:accent4>
        <a:srgbClr val="000000"/>
      </a:accent4>
      <a:accent5>
        <a:srgbClr val="AAEFD1"/>
      </a:accent5>
      <a:accent6>
        <a:srgbClr val="DF1C08"/>
      </a:accent6>
      <a:hlink>
        <a:srgbClr val="FF0000"/>
      </a:hlink>
      <a:folHlink>
        <a:srgbClr val="3333CC"/>
      </a:folHlink>
    </a:clrScheme>
    <a:fontScheme name="zq">
      <a:majorFont>
        <a:latin typeface="Tahoma"/>
        <a:ea typeface="仿宋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zq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zq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zq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zq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zq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zq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zq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zq 8">
        <a:dk1>
          <a:srgbClr val="000000"/>
        </a:dk1>
        <a:lt1>
          <a:srgbClr val="FEE8F7"/>
        </a:lt1>
        <a:dk2>
          <a:srgbClr val="333399"/>
        </a:dk2>
        <a:lt2>
          <a:srgbClr val="1C1C1C"/>
        </a:lt2>
        <a:accent1>
          <a:srgbClr val="00E4A8"/>
        </a:accent1>
        <a:accent2>
          <a:srgbClr val="F6200A"/>
        </a:accent2>
        <a:accent3>
          <a:srgbClr val="FEF2FA"/>
        </a:accent3>
        <a:accent4>
          <a:srgbClr val="000000"/>
        </a:accent4>
        <a:accent5>
          <a:srgbClr val="AAEFD1"/>
        </a:accent5>
        <a:accent6>
          <a:srgbClr val="DF1C08"/>
        </a:accent6>
        <a:hlink>
          <a:srgbClr val="FF0000"/>
        </a:hlink>
        <a:folHlink>
          <a:srgbClr val="3333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2744</TotalTime>
  <Words>1915</Words>
  <Application>Microsoft Office PowerPoint</Application>
  <PresentationFormat>全屏显示(4:3)</PresentationFormat>
  <Paragraphs>342</Paragraphs>
  <Slides>39</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39</vt:i4>
      </vt:variant>
    </vt:vector>
  </HeadingPairs>
  <TitlesOfParts>
    <vt:vector size="51" baseType="lpstr">
      <vt:lpstr>Times New Roman</vt:lpstr>
      <vt:lpstr>宋体</vt:lpstr>
      <vt:lpstr>Arial</vt:lpstr>
      <vt:lpstr>Tahoma</vt:lpstr>
      <vt:lpstr>仿宋_GB2312</vt:lpstr>
      <vt:lpstr>Wingdings</vt:lpstr>
      <vt:lpstr>Principals of Database System</vt:lpstr>
      <vt:lpstr>Arial Black</vt:lpstr>
      <vt:lpstr>隶书</vt:lpstr>
      <vt:lpstr>楷体_GB2312</vt:lpstr>
      <vt:lpstr>黑体</vt:lpstr>
      <vt:lpstr>zq</vt:lpstr>
      <vt:lpstr>PowerPoint 演示文稿</vt:lpstr>
      <vt:lpstr>并发控制概述</vt:lpstr>
      <vt:lpstr>T1的修改被T2覆盖了！</vt:lpstr>
      <vt:lpstr>并发操作带来的数据不一致性</vt:lpstr>
      <vt:lpstr>1. 丢失修改</vt:lpstr>
      <vt:lpstr>图12.1  三种数据不一致性 </vt:lpstr>
      <vt:lpstr>2. 不可重复读</vt:lpstr>
      <vt:lpstr>图12.1  三种数据不一致性(续) </vt:lpstr>
      <vt:lpstr>三类不可重复读</vt:lpstr>
      <vt:lpstr>3. 读“脏”数据</vt:lpstr>
      <vt:lpstr>图12.1  三种数据不一致性(续)</vt:lpstr>
      <vt:lpstr>一、什么是封锁</vt:lpstr>
      <vt:lpstr>二、基本封锁类型</vt:lpstr>
      <vt:lpstr> 排他锁</vt:lpstr>
      <vt:lpstr>共享锁</vt:lpstr>
      <vt:lpstr>实例</vt:lpstr>
      <vt:lpstr>12.5  活锁和死锁</vt:lpstr>
      <vt:lpstr>（1）活锁</vt:lpstr>
      <vt:lpstr>如何避免活锁</vt:lpstr>
      <vt:lpstr>（2）  死锁</vt:lpstr>
      <vt:lpstr> 解决死锁的方法</vt:lpstr>
      <vt:lpstr>死锁的预防（续）</vt:lpstr>
      <vt:lpstr>2. 死锁的诊断与解除</vt:lpstr>
      <vt:lpstr>检测死锁：超时法</vt:lpstr>
      <vt:lpstr>并发调度的可串行性</vt:lpstr>
      <vt:lpstr>12.8  封锁的粒度</vt:lpstr>
      <vt:lpstr>12.8.1 封锁粒度</vt:lpstr>
      <vt:lpstr>一、什么是封锁粒度</vt:lpstr>
      <vt:lpstr>什么是封锁粒度（续）</vt:lpstr>
      <vt:lpstr>二、选择封锁粒度的原则</vt:lpstr>
      <vt:lpstr>选择封锁粒度的原则（续）</vt:lpstr>
      <vt:lpstr>12.8.2 多粒度封锁</vt:lpstr>
      <vt:lpstr>多粒度封锁（续）</vt:lpstr>
      <vt:lpstr>多粒度封锁协议</vt:lpstr>
      <vt:lpstr>显式封锁和隐式封锁</vt:lpstr>
      <vt:lpstr>小结</vt:lpstr>
      <vt:lpstr>小结（续）</vt:lpstr>
      <vt:lpstr>小结（续）</vt:lpstr>
      <vt:lpstr>小结（续）</vt:lpstr>
    </vt:vector>
  </TitlesOfParts>
  <Company>idke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课程名称：数据库系统概论</dc:title>
  <dc:creator>RUC IDKE</dc:creator>
  <cp:lastModifiedBy>trAshbaG Smile</cp:lastModifiedBy>
  <cp:revision>167</cp:revision>
  <dcterms:created xsi:type="dcterms:W3CDTF">2000-08-09T08:19:19Z</dcterms:created>
  <dcterms:modified xsi:type="dcterms:W3CDTF">2025-12-24T11:31:00Z</dcterms:modified>
</cp:coreProperties>
</file>