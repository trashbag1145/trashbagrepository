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8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86"/>
  </p:notesMasterIdLst>
  <p:sldIdLst>
    <p:sldId id="257" r:id="rId2"/>
    <p:sldId id="263" r:id="rId3"/>
    <p:sldId id="508" r:id="rId4"/>
    <p:sldId id="271" r:id="rId5"/>
    <p:sldId id="535" r:id="rId6"/>
    <p:sldId id="272" r:id="rId7"/>
    <p:sldId id="619" r:id="rId8"/>
    <p:sldId id="273" r:id="rId9"/>
    <p:sldId id="536" r:id="rId10"/>
    <p:sldId id="274" r:id="rId11"/>
    <p:sldId id="276" r:id="rId12"/>
    <p:sldId id="538" r:id="rId13"/>
    <p:sldId id="555" r:id="rId14"/>
    <p:sldId id="653" r:id="rId15"/>
    <p:sldId id="654" r:id="rId16"/>
    <p:sldId id="655" r:id="rId17"/>
    <p:sldId id="660" r:id="rId18"/>
    <p:sldId id="737" r:id="rId19"/>
    <p:sldId id="658" r:id="rId20"/>
    <p:sldId id="539" r:id="rId21"/>
    <p:sldId id="534" r:id="rId22"/>
    <p:sldId id="662" r:id="rId23"/>
    <p:sldId id="513" r:id="rId24"/>
    <p:sldId id="659" r:id="rId25"/>
    <p:sldId id="667" r:id="rId26"/>
    <p:sldId id="666" r:id="rId27"/>
    <p:sldId id="649" r:id="rId28"/>
    <p:sldId id="620" r:id="rId29"/>
    <p:sldId id="621" r:id="rId30"/>
    <p:sldId id="622" r:id="rId31"/>
    <p:sldId id="668" r:id="rId32"/>
    <p:sldId id="669" r:id="rId33"/>
    <p:sldId id="623" r:id="rId34"/>
    <p:sldId id="283" r:id="rId35"/>
    <p:sldId id="520" r:id="rId36"/>
    <p:sldId id="564" r:id="rId37"/>
    <p:sldId id="522" r:id="rId38"/>
    <p:sldId id="521" r:id="rId39"/>
    <p:sldId id="650" r:id="rId40"/>
    <p:sldId id="568" r:id="rId41"/>
    <p:sldId id="569" r:id="rId42"/>
    <p:sldId id="570" r:id="rId43"/>
    <p:sldId id="571" r:id="rId44"/>
    <p:sldId id="572" r:id="rId45"/>
    <p:sldId id="573" r:id="rId46"/>
    <p:sldId id="574" r:id="rId47"/>
    <p:sldId id="524" r:id="rId48"/>
    <p:sldId id="525" r:id="rId49"/>
    <p:sldId id="526" r:id="rId50"/>
    <p:sldId id="527" r:id="rId51"/>
    <p:sldId id="652" r:id="rId52"/>
    <p:sldId id="584" r:id="rId53"/>
    <p:sldId id="589" r:id="rId54"/>
    <p:sldId id="591" r:id="rId55"/>
    <p:sldId id="592" r:id="rId56"/>
    <p:sldId id="593" r:id="rId57"/>
    <p:sldId id="594" r:id="rId58"/>
    <p:sldId id="595" r:id="rId59"/>
    <p:sldId id="598" r:id="rId60"/>
    <p:sldId id="599" r:id="rId61"/>
    <p:sldId id="600" r:id="rId62"/>
    <p:sldId id="544" r:id="rId63"/>
    <p:sldId id="545" r:id="rId64"/>
    <p:sldId id="546" r:id="rId65"/>
    <p:sldId id="648" r:id="rId66"/>
    <p:sldId id="644" r:id="rId67"/>
    <p:sldId id="603" r:id="rId68"/>
    <p:sldId id="646" r:id="rId69"/>
    <p:sldId id="647" r:id="rId70"/>
    <p:sldId id="427" r:id="rId71"/>
    <p:sldId id="428" r:id="rId72"/>
    <p:sldId id="474" r:id="rId73"/>
    <p:sldId id="429" r:id="rId74"/>
    <p:sldId id="430" r:id="rId75"/>
    <p:sldId id="431" r:id="rId76"/>
    <p:sldId id="432" r:id="rId77"/>
    <p:sldId id="433" r:id="rId78"/>
    <p:sldId id="434" r:id="rId79"/>
    <p:sldId id="435" r:id="rId80"/>
    <p:sldId id="436" r:id="rId81"/>
    <p:sldId id="518" r:id="rId82"/>
    <p:sldId id="664" r:id="rId83"/>
    <p:sldId id="665" r:id="rId84"/>
    <p:sldId id="499" r:id="rId85"/>
  </p:sldIdLst>
  <p:sldSz cx="9144000" cy="6858000" type="screen4x3"/>
  <p:notesSz cx="6797675" cy="9926638"/>
  <p:defaultTextStyle>
    <a:defPPr>
      <a:defRPr lang="zh-CN"/>
    </a:defPPr>
    <a:lvl1pPr algn="l" rtl="0" fontAlgn="base">
      <a:lnSpc>
        <a:spcPct val="170000"/>
      </a:lnSpc>
      <a:spcBef>
        <a:spcPct val="20000"/>
      </a:spcBef>
      <a:spcAft>
        <a:spcPct val="0"/>
      </a:spcAft>
      <a:buClr>
        <a:schemeClr val="hlink"/>
      </a:buClr>
      <a:buSzPct val="55000"/>
      <a:buFont typeface="Wingdings" panose="05000000000000000000" pitchFamily="2" charset="2"/>
      <a:defRPr kumimoji="1" sz="2800" b="1" kern="1200">
        <a:solidFill>
          <a:schemeClr val="tx1"/>
        </a:solidFill>
        <a:latin typeface="Tahoma" panose="020B0604030504040204" pitchFamily="34" charset="0"/>
        <a:ea typeface="宋体" panose="02010600030101010101" pitchFamily="2" charset="-122"/>
        <a:cs typeface="+mn-cs"/>
      </a:defRPr>
    </a:lvl1pPr>
    <a:lvl2pPr marL="457200" algn="l" rtl="0" fontAlgn="base">
      <a:lnSpc>
        <a:spcPct val="170000"/>
      </a:lnSpc>
      <a:spcBef>
        <a:spcPct val="20000"/>
      </a:spcBef>
      <a:spcAft>
        <a:spcPct val="0"/>
      </a:spcAft>
      <a:buClr>
        <a:schemeClr val="hlink"/>
      </a:buClr>
      <a:buSzPct val="55000"/>
      <a:buFont typeface="Wingdings" panose="05000000000000000000" pitchFamily="2" charset="2"/>
      <a:defRPr kumimoji="1" sz="2800" b="1" kern="1200">
        <a:solidFill>
          <a:schemeClr val="tx1"/>
        </a:solidFill>
        <a:latin typeface="Tahoma" panose="020B0604030504040204" pitchFamily="34" charset="0"/>
        <a:ea typeface="宋体" panose="02010600030101010101" pitchFamily="2" charset="-122"/>
        <a:cs typeface="+mn-cs"/>
      </a:defRPr>
    </a:lvl2pPr>
    <a:lvl3pPr marL="914400" algn="l" rtl="0" fontAlgn="base">
      <a:lnSpc>
        <a:spcPct val="170000"/>
      </a:lnSpc>
      <a:spcBef>
        <a:spcPct val="20000"/>
      </a:spcBef>
      <a:spcAft>
        <a:spcPct val="0"/>
      </a:spcAft>
      <a:buClr>
        <a:schemeClr val="hlink"/>
      </a:buClr>
      <a:buSzPct val="55000"/>
      <a:buFont typeface="Wingdings" panose="05000000000000000000" pitchFamily="2" charset="2"/>
      <a:defRPr kumimoji="1" sz="2800" b="1" kern="1200">
        <a:solidFill>
          <a:schemeClr val="tx1"/>
        </a:solidFill>
        <a:latin typeface="Tahoma" panose="020B0604030504040204" pitchFamily="34" charset="0"/>
        <a:ea typeface="宋体" panose="02010600030101010101" pitchFamily="2" charset="-122"/>
        <a:cs typeface="+mn-cs"/>
      </a:defRPr>
    </a:lvl3pPr>
    <a:lvl4pPr marL="1371600" algn="l" rtl="0" fontAlgn="base">
      <a:lnSpc>
        <a:spcPct val="170000"/>
      </a:lnSpc>
      <a:spcBef>
        <a:spcPct val="20000"/>
      </a:spcBef>
      <a:spcAft>
        <a:spcPct val="0"/>
      </a:spcAft>
      <a:buClr>
        <a:schemeClr val="hlink"/>
      </a:buClr>
      <a:buSzPct val="55000"/>
      <a:buFont typeface="Wingdings" panose="05000000000000000000" pitchFamily="2" charset="2"/>
      <a:defRPr kumimoji="1" sz="2800" b="1" kern="1200">
        <a:solidFill>
          <a:schemeClr val="tx1"/>
        </a:solidFill>
        <a:latin typeface="Tahoma" panose="020B0604030504040204" pitchFamily="34" charset="0"/>
        <a:ea typeface="宋体" panose="02010600030101010101" pitchFamily="2" charset="-122"/>
        <a:cs typeface="+mn-cs"/>
      </a:defRPr>
    </a:lvl4pPr>
    <a:lvl5pPr marL="1828800" algn="l" rtl="0" fontAlgn="base">
      <a:lnSpc>
        <a:spcPct val="170000"/>
      </a:lnSpc>
      <a:spcBef>
        <a:spcPct val="20000"/>
      </a:spcBef>
      <a:spcAft>
        <a:spcPct val="0"/>
      </a:spcAft>
      <a:buClr>
        <a:schemeClr val="hlink"/>
      </a:buClr>
      <a:buSzPct val="55000"/>
      <a:buFont typeface="Wingdings" panose="05000000000000000000" pitchFamily="2" charset="2"/>
      <a:defRPr kumimoji="1" sz="28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8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8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8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800"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0000FF"/>
    <a:srgbClr val="FFFF99"/>
    <a:srgbClr val="993300"/>
    <a:srgbClr val="FF3300"/>
    <a:srgbClr val="990099"/>
    <a:srgbClr val="D60093"/>
    <a:srgbClr val="FC6A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92875" autoAdjust="0"/>
  </p:normalViewPr>
  <p:slideViewPr>
    <p:cSldViewPr>
      <p:cViewPr>
        <p:scale>
          <a:sx n="66" d="100"/>
          <a:sy n="66" d="100"/>
        </p:scale>
        <p:origin x="85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50" d="100"/>
          <a:sy n="50" d="100"/>
        </p:scale>
        <p:origin x="-1915" y="-42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C3781D-B1C6-4357-B589-ECE08236D003}"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D8E1F4B0-888F-46F9-804C-487358EF83E2}">
      <dgm:prSet phldrT="[文本]"/>
      <dgm:spPr/>
      <dgm:t>
        <a:bodyPr/>
        <a:lstStyle/>
        <a:p>
          <a:r>
            <a:rPr lang="zh-CN" altLang="en-US" b="1" dirty="0">
              <a:solidFill>
                <a:schemeClr val="tx1"/>
              </a:solidFill>
            </a:rPr>
            <a:t>数据模型</a:t>
          </a:r>
        </a:p>
      </dgm:t>
    </dgm:pt>
    <dgm:pt modelId="{75EB97A6-7908-46FF-8F73-4173B85F11F9}" type="parTrans" cxnId="{62272D39-96AD-419C-A410-46F41A0AC16B}">
      <dgm:prSet/>
      <dgm:spPr/>
      <dgm:t>
        <a:bodyPr/>
        <a:lstStyle/>
        <a:p>
          <a:endParaRPr lang="zh-CN" altLang="en-US" b="1">
            <a:solidFill>
              <a:schemeClr val="tx1"/>
            </a:solidFill>
          </a:endParaRPr>
        </a:p>
      </dgm:t>
    </dgm:pt>
    <dgm:pt modelId="{205C98C8-6CF1-4076-9616-7B4806DC6FB2}" type="sibTrans" cxnId="{62272D39-96AD-419C-A410-46F41A0AC16B}">
      <dgm:prSet/>
      <dgm:spPr/>
      <dgm:t>
        <a:bodyPr/>
        <a:lstStyle/>
        <a:p>
          <a:endParaRPr lang="zh-CN" altLang="en-US" b="1">
            <a:solidFill>
              <a:schemeClr val="tx1"/>
            </a:solidFill>
          </a:endParaRPr>
        </a:p>
      </dgm:t>
    </dgm:pt>
    <dgm:pt modelId="{FEECFD6D-FC15-4C6F-BB12-EC70756A3558}">
      <dgm:prSet phldrT="[文本]"/>
      <dgm:spPr/>
      <dgm:t>
        <a:bodyPr/>
        <a:lstStyle/>
        <a:p>
          <a:r>
            <a:rPr lang="zh-CN" altLang="en-US" b="1" dirty="0">
              <a:solidFill>
                <a:schemeClr val="tx1"/>
              </a:solidFill>
            </a:rPr>
            <a:t>逻辑数据模型</a:t>
          </a:r>
        </a:p>
      </dgm:t>
    </dgm:pt>
    <dgm:pt modelId="{B318DB0D-5D5E-4EA2-9C1E-828490A16885}" type="parTrans" cxnId="{484CB417-5FF9-4C5B-B498-1E8B054DF85A}">
      <dgm:prSet/>
      <dgm:spPr/>
      <dgm:t>
        <a:bodyPr/>
        <a:lstStyle/>
        <a:p>
          <a:endParaRPr lang="zh-CN" altLang="en-US" b="1">
            <a:solidFill>
              <a:schemeClr val="tx1"/>
            </a:solidFill>
          </a:endParaRPr>
        </a:p>
      </dgm:t>
    </dgm:pt>
    <dgm:pt modelId="{ECD38BA7-3B1F-4C18-AAA9-4B16B2C114DF}" type="sibTrans" cxnId="{484CB417-5FF9-4C5B-B498-1E8B054DF85A}">
      <dgm:prSet/>
      <dgm:spPr/>
      <dgm:t>
        <a:bodyPr/>
        <a:lstStyle/>
        <a:p>
          <a:endParaRPr lang="zh-CN" altLang="en-US" b="1">
            <a:solidFill>
              <a:schemeClr val="tx1"/>
            </a:solidFill>
          </a:endParaRPr>
        </a:p>
      </dgm:t>
    </dgm:pt>
    <dgm:pt modelId="{8C41D9F9-BFA3-4726-B916-E3A9B6D1E5F8}">
      <dgm:prSet phldrT="[文本]"/>
      <dgm:spPr/>
      <dgm:t>
        <a:bodyPr/>
        <a:lstStyle/>
        <a:p>
          <a:r>
            <a:rPr lang="zh-CN" altLang="en-US" b="1" dirty="0">
              <a:solidFill>
                <a:schemeClr val="tx1"/>
              </a:solidFill>
            </a:rPr>
            <a:t>基于对象</a:t>
          </a:r>
        </a:p>
      </dgm:t>
    </dgm:pt>
    <dgm:pt modelId="{5DBC54C8-CF75-4676-8082-0515B7C4CAB5}" type="parTrans" cxnId="{4C06BC66-57BF-4B10-8D64-639CB6CBD217}">
      <dgm:prSet/>
      <dgm:spPr/>
      <dgm:t>
        <a:bodyPr/>
        <a:lstStyle/>
        <a:p>
          <a:endParaRPr lang="zh-CN" altLang="en-US" b="1">
            <a:solidFill>
              <a:schemeClr val="tx1"/>
            </a:solidFill>
          </a:endParaRPr>
        </a:p>
      </dgm:t>
    </dgm:pt>
    <dgm:pt modelId="{10A04467-92C6-414A-8DF3-DEB02DC8A8FE}" type="sibTrans" cxnId="{4C06BC66-57BF-4B10-8D64-639CB6CBD217}">
      <dgm:prSet/>
      <dgm:spPr/>
      <dgm:t>
        <a:bodyPr/>
        <a:lstStyle/>
        <a:p>
          <a:endParaRPr lang="zh-CN" altLang="en-US" b="1">
            <a:solidFill>
              <a:schemeClr val="tx1"/>
            </a:solidFill>
          </a:endParaRPr>
        </a:p>
      </dgm:t>
    </dgm:pt>
    <dgm:pt modelId="{C08133DE-EA54-4803-AB1A-7E0E6E28BD30}">
      <dgm:prSet phldrT="[文本]"/>
      <dgm:spPr/>
      <dgm:t>
        <a:bodyPr/>
        <a:lstStyle/>
        <a:p>
          <a:r>
            <a:rPr lang="zh-CN" altLang="en-US" b="1" dirty="0">
              <a:solidFill>
                <a:schemeClr val="tx1"/>
              </a:solidFill>
            </a:rPr>
            <a:t>基于记录</a:t>
          </a:r>
        </a:p>
      </dgm:t>
    </dgm:pt>
    <dgm:pt modelId="{E8C8B638-B832-4F60-9536-EB58B769503A}" type="parTrans" cxnId="{AB557275-AABE-42F6-BAD1-1D7F98EAB684}">
      <dgm:prSet/>
      <dgm:spPr/>
      <dgm:t>
        <a:bodyPr/>
        <a:lstStyle/>
        <a:p>
          <a:endParaRPr lang="zh-CN" altLang="en-US" b="1">
            <a:solidFill>
              <a:schemeClr val="tx1"/>
            </a:solidFill>
          </a:endParaRPr>
        </a:p>
      </dgm:t>
    </dgm:pt>
    <dgm:pt modelId="{47E75017-74E4-45AD-9970-CB130D25EE86}" type="sibTrans" cxnId="{AB557275-AABE-42F6-BAD1-1D7F98EAB684}">
      <dgm:prSet/>
      <dgm:spPr/>
      <dgm:t>
        <a:bodyPr/>
        <a:lstStyle/>
        <a:p>
          <a:endParaRPr lang="zh-CN" altLang="en-US" b="1">
            <a:solidFill>
              <a:schemeClr val="tx1"/>
            </a:solidFill>
          </a:endParaRPr>
        </a:p>
      </dgm:t>
    </dgm:pt>
    <dgm:pt modelId="{A9997443-7A4B-4CF0-8642-19B46FC9B715}">
      <dgm:prSet phldrT="[文本]"/>
      <dgm:spPr/>
      <dgm:t>
        <a:bodyPr/>
        <a:lstStyle/>
        <a:p>
          <a:r>
            <a:rPr lang="zh-CN" altLang="en-US" b="1" dirty="0">
              <a:solidFill>
                <a:schemeClr val="tx1"/>
              </a:solidFill>
            </a:rPr>
            <a:t>物理数据模型</a:t>
          </a:r>
        </a:p>
      </dgm:t>
    </dgm:pt>
    <dgm:pt modelId="{E660A4B1-B21C-4F6A-AF21-30F26851892D}" type="parTrans" cxnId="{81A4FE46-FDDF-43F5-82E7-DD5F2614C686}">
      <dgm:prSet/>
      <dgm:spPr/>
      <dgm:t>
        <a:bodyPr/>
        <a:lstStyle/>
        <a:p>
          <a:endParaRPr lang="zh-CN" altLang="en-US" b="1">
            <a:solidFill>
              <a:schemeClr val="tx1"/>
            </a:solidFill>
          </a:endParaRPr>
        </a:p>
      </dgm:t>
    </dgm:pt>
    <dgm:pt modelId="{5032C197-829F-450F-AD96-F77DE9123684}" type="sibTrans" cxnId="{81A4FE46-FDDF-43F5-82E7-DD5F2614C686}">
      <dgm:prSet/>
      <dgm:spPr/>
      <dgm:t>
        <a:bodyPr/>
        <a:lstStyle/>
        <a:p>
          <a:endParaRPr lang="zh-CN" altLang="en-US" b="1">
            <a:solidFill>
              <a:schemeClr val="tx1"/>
            </a:solidFill>
          </a:endParaRPr>
        </a:p>
      </dgm:t>
    </dgm:pt>
    <dgm:pt modelId="{743427D5-DB92-45E4-A090-04558C5A6CD0}">
      <dgm:prSet phldrT="[文本]"/>
      <dgm:spPr/>
      <dgm:t>
        <a:bodyPr/>
        <a:lstStyle/>
        <a:p>
          <a:r>
            <a:rPr lang="zh-CN" altLang="en-US" b="1" dirty="0">
              <a:solidFill>
                <a:schemeClr val="tx1"/>
              </a:solidFill>
            </a:rPr>
            <a:t>实体关系模型</a:t>
          </a:r>
        </a:p>
      </dgm:t>
    </dgm:pt>
    <dgm:pt modelId="{B08EC730-0B77-4598-9777-8185C75FBE38}" type="parTrans" cxnId="{8B581618-4115-413D-B4A7-1F007A2DF699}">
      <dgm:prSet/>
      <dgm:spPr/>
      <dgm:t>
        <a:bodyPr/>
        <a:lstStyle/>
        <a:p>
          <a:endParaRPr lang="zh-CN" altLang="en-US" b="1">
            <a:solidFill>
              <a:schemeClr val="tx1"/>
            </a:solidFill>
          </a:endParaRPr>
        </a:p>
      </dgm:t>
    </dgm:pt>
    <dgm:pt modelId="{65A9B3F9-7D35-447C-B2D2-1BEFA2B75028}" type="sibTrans" cxnId="{8B581618-4115-413D-B4A7-1F007A2DF699}">
      <dgm:prSet/>
      <dgm:spPr/>
      <dgm:t>
        <a:bodyPr/>
        <a:lstStyle/>
        <a:p>
          <a:endParaRPr lang="zh-CN" altLang="en-US" b="1">
            <a:solidFill>
              <a:schemeClr val="tx1"/>
            </a:solidFill>
          </a:endParaRPr>
        </a:p>
      </dgm:t>
    </dgm:pt>
    <dgm:pt modelId="{2CE9C0BD-E13B-4E04-A598-00D3C38D0D84}">
      <dgm:prSet phldrT="[文本]"/>
      <dgm:spPr/>
      <dgm:t>
        <a:bodyPr/>
        <a:lstStyle/>
        <a:p>
          <a:r>
            <a:rPr lang="zh-CN" altLang="en-US" b="1" dirty="0">
              <a:solidFill>
                <a:schemeClr val="tx1"/>
              </a:solidFill>
            </a:rPr>
            <a:t>面向对象</a:t>
          </a:r>
        </a:p>
      </dgm:t>
    </dgm:pt>
    <dgm:pt modelId="{D7608426-1973-4672-A058-2FD4552A936A}" type="parTrans" cxnId="{29491848-3BBA-4315-930E-588205690AA5}">
      <dgm:prSet/>
      <dgm:spPr/>
      <dgm:t>
        <a:bodyPr/>
        <a:lstStyle/>
        <a:p>
          <a:endParaRPr lang="zh-CN" altLang="en-US" b="1">
            <a:solidFill>
              <a:schemeClr val="tx1"/>
            </a:solidFill>
          </a:endParaRPr>
        </a:p>
      </dgm:t>
    </dgm:pt>
    <dgm:pt modelId="{F894BD86-DBA6-4ED7-BB07-9ECB5AEE156C}" type="sibTrans" cxnId="{29491848-3BBA-4315-930E-588205690AA5}">
      <dgm:prSet/>
      <dgm:spPr/>
      <dgm:t>
        <a:bodyPr/>
        <a:lstStyle/>
        <a:p>
          <a:endParaRPr lang="zh-CN" altLang="en-US" b="1">
            <a:solidFill>
              <a:schemeClr val="tx1"/>
            </a:solidFill>
          </a:endParaRPr>
        </a:p>
      </dgm:t>
    </dgm:pt>
    <dgm:pt modelId="{F5B58512-9EB2-40FC-AD82-368C28755B6C}">
      <dgm:prSet phldrT="[文本]"/>
      <dgm:spPr/>
      <dgm:t>
        <a:bodyPr/>
        <a:lstStyle/>
        <a:p>
          <a:r>
            <a:rPr lang="zh-CN" altLang="en-US" b="1" dirty="0">
              <a:solidFill>
                <a:schemeClr val="tx1"/>
              </a:solidFill>
            </a:rPr>
            <a:t>关系模型</a:t>
          </a:r>
        </a:p>
      </dgm:t>
    </dgm:pt>
    <dgm:pt modelId="{2DE23233-0DBC-4928-B0E7-865CF8335AF9}" type="parTrans" cxnId="{1370E146-E94B-46B8-86AD-1A2C5AEDC626}">
      <dgm:prSet/>
      <dgm:spPr/>
      <dgm:t>
        <a:bodyPr/>
        <a:lstStyle/>
        <a:p>
          <a:endParaRPr lang="zh-CN" altLang="en-US" b="1">
            <a:solidFill>
              <a:schemeClr val="tx1"/>
            </a:solidFill>
          </a:endParaRPr>
        </a:p>
      </dgm:t>
    </dgm:pt>
    <dgm:pt modelId="{A50DA702-0824-4A5D-BA51-35D714CD8B73}" type="sibTrans" cxnId="{1370E146-E94B-46B8-86AD-1A2C5AEDC626}">
      <dgm:prSet/>
      <dgm:spPr/>
      <dgm:t>
        <a:bodyPr/>
        <a:lstStyle/>
        <a:p>
          <a:endParaRPr lang="zh-CN" altLang="en-US" b="1">
            <a:solidFill>
              <a:schemeClr val="tx1"/>
            </a:solidFill>
          </a:endParaRPr>
        </a:p>
      </dgm:t>
    </dgm:pt>
    <dgm:pt modelId="{D37760B8-31EC-44C9-A9A3-2F79B720C366}">
      <dgm:prSet phldrT="[文本]"/>
      <dgm:spPr/>
      <dgm:t>
        <a:bodyPr/>
        <a:lstStyle/>
        <a:p>
          <a:r>
            <a:rPr lang="zh-CN" altLang="en-US" b="1" dirty="0">
              <a:solidFill>
                <a:schemeClr val="tx1"/>
              </a:solidFill>
            </a:rPr>
            <a:t>网状模型</a:t>
          </a:r>
        </a:p>
      </dgm:t>
    </dgm:pt>
    <dgm:pt modelId="{D3D3D9FA-E797-4061-95FE-73C35FECC6B4}" type="parTrans" cxnId="{17B039F4-746D-495C-89A9-7FECDD910311}">
      <dgm:prSet/>
      <dgm:spPr/>
      <dgm:t>
        <a:bodyPr/>
        <a:lstStyle/>
        <a:p>
          <a:endParaRPr lang="zh-CN" altLang="en-US" b="1">
            <a:solidFill>
              <a:schemeClr val="tx1"/>
            </a:solidFill>
          </a:endParaRPr>
        </a:p>
      </dgm:t>
    </dgm:pt>
    <dgm:pt modelId="{F30BB879-5343-4C18-833B-178D6D14DA06}" type="sibTrans" cxnId="{17B039F4-746D-495C-89A9-7FECDD910311}">
      <dgm:prSet/>
      <dgm:spPr/>
      <dgm:t>
        <a:bodyPr/>
        <a:lstStyle/>
        <a:p>
          <a:endParaRPr lang="zh-CN" altLang="en-US" b="1">
            <a:solidFill>
              <a:schemeClr val="tx1"/>
            </a:solidFill>
          </a:endParaRPr>
        </a:p>
      </dgm:t>
    </dgm:pt>
    <dgm:pt modelId="{F6535B56-64AB-4C03-85EE-79D2625AF9A1}">
      <dgm:prSet phldrT="[文本]"/>
      <dgm:spPr/>
      <dgm:t>
        <a:bodyPr/>
        <a:lstStyle/>
        <a:p>
          <a:r>
            <a:rPr lang="zh-CN" altLang="en-US" b="1" dirty="0">
              <a:solidFill>
                <a:schemeClr val="tx1"/>
              </a:solidFill>
            </a:rPr>
            <a:t>层次模型</a:t>
          </a:r>
        </a:p>
      </dgm:t>
    </dgm:pt>
    <dgm:pt modelId="{82D5E65A-31B1-4831-959F-9D5F4B04AA31}" type="parTrans" cxnId="{F81BE5B6-4917-4533-B3D2-0E4C4ACDF0CA}">
      <dgm:prSet/>
      <dgm:spPr/>
      <dgm:t>
        <a:bodyPr/>
        <a:lstStyle/>
        <a:p>
          <a:endParaRPr lang="zh-CN" altLang="en-US" b="1">
            <a:solidFill>
              <a:schemeClr val="tx1"/>
            </a:solidFill>
          </a:endParaRPr>
        </a:p>
      </dgm:t>
    </dgm:pt>
    <dgm:pt modelId="{201A6654-287A-40F3-AEFB-5540E75904BD}" type="sibTrans" cxnId="{F81BE5B6-4917-4533-B3D2-0E4C4ACDF0CA}">
      <dgm:prSet/>
      <dgm:spPr/>
      <dgm:t>
        <a:bodyPr/>
        <a:lstStyle/>
        <a:p>
          <a:endParaRPr lang="zh-CN" altLang="en-US" b="1">
            <a:solidFill>
              <a:schemeClr val="tx1"/>
            </a:solidFill>
          </a:endParaRPr>
        </a:p>
      </dgm:t>
    </dgm:pt>
    <dgm:pt modelId="{74863395-A680-490B-B438-B3F5F9F09EB7}" type="pres">
      <dgm:prSet presAssocID="{D6C3781D-B1C6-4357-B589-ECE08236D003}" presName="diagram" presStyleCnt="0">
        <dgm:presLayoutVars>
          <dgm:chPref val="1"/>
          <dgm:dir/>
          <dgm:animOne val="branch"/>
          <dgm:animLvl val="lvl"/>
          <dgm:resizeHandles val="exact"/>
        </dgm:presLayoutVars>
      </dgm:prSet>
      <dgm:spPr/>
    </dgm:pt>
    <dgm:pt modelId="{0BE6918E-FB2A-4498-A174-E7382F6AEAE1}" type="pres">
      <dgm:prSet presAssocID="{D8E1F4B0-888F-46F9-804C-487358EF83E2}" presName="root1" presStyleCnt="0"/>
      <dgm:spPr/>
    </dgm:pt>
    <dgm:pt modelId="{32535202-EC7A-4460-9472-3B26C92E746F}" type="pres">
      <dgm:prSet presAssocID="{D8E1F4B0-888F-46F9-804C-487358EF83E2}" presName="LevelOneTextNode" presStyleLbl="node0" presStyleIdx="0" presStyleCnt="1" custLinFactNeighborX="-29661" custLinFactNeighborY="-11990">
        <dgm:presLayoutVars>
          <dgm:chPref val="3"/>
        </dgm:presLayoutVars>
      </dgm:prSet>
      <dgm:spPr/>
    </dgm:pt>
    <dgm:pt modelId="{3C6D074C-05BA-4BFD-BAC6-0FE16634BAFE}" type="pres">
      <dgm:prSet presAssocID="{D8E1F4B0-888F-46F9-804C-487358EF83E2}" presName="level2hierChild" presStyleCnt="0"/>
      <dgm:spPr/>
    </dgm:pt>
    <dgm:pt modelId="{879B5D2F-7594-4660-92EB-C6B011DC3AB4}" type="pres">
      <dgm:prSet presAssocID="{B318DB0D-5D5E-4EA2-9C1E-828490A16885}" presName="conn2-1" presStyleLbl="parChTrans1D2" presStyleIdx="0" presStyleCnt="2"/>
      <dgm:spPr/>
    </dgm:pt>
    <dgm:pt modelId="{622BE30D-93DC-44B4-93B4-7AC684F2E2B6}" type="pres">
      <dgm:prSet presAssocID="{B318DB0D-5D5E-4EA2-9C1E-828490A16885}" presName="connTx" presStyleLbl="parChTrans1D2" presStyleIdx="0" presStyleCnt="2"/>
      <dgm:spPr/>
    </dgm:pt>
    <dgm:pt modelId="{17A97370-D90A-4611-8A73-CDE90D86F4E6}" type="pres">
      <dgm:prSet presAssocID="{FEECFD6D-FC15-4C6F-BB12-EC70756A3558}" presName="root2" presStyleCnt="0"/>
      <dgm:spPr/>
    </dgm:pt>
    <dgm:pt modelId="{87A7B610-F04D-448D-8855-AA58DF582B95}" type="pres">
      <dgm:prSet presAssocID="{FEECFD6D-FC15-4C6F-BB12-EC70756A3558}" presName="LevelTwoTextNode" presStyleLbl="node2" presStyleIdx="0" presStyleCnt="2" custLinFactNeighborX="-22456" custLinFactNeighborY="-1975">
        <dgm:presLayoutVars>
          <dgm:chPref val="3"/>
        </dgm:presLayoutVars>
      </dgm:prSet>
      <dgm:spPr/>
    </dgm:pt>
    <dgm:pt modelId="{1B599515-C74A-4A68-B1CF-2886515826A5}" type="pres">
      <dgm:prSet presAssocID="{FEECFD6D-FC15-4C6F-BB12-EC70756A3558}" presName="level3hierChild" presStyleCnt="0"/>
      <dgm:spPr/>
    </dgm:pt>
    <dgm:pt modelId="{E9777523-3B42-44F2-9066-C677E77D90BB}" type="pres">
      <dgm:prSet presAssocID="{5DBC54C8-CF75-4676-8082-0515B7C4CAB5}" presName="conn2-1" presStyleLbl="parChTrans1D3" presStyleIdx="0" presStyleCnt="2"/>
      <dgm:spPr/>
    </dgm:pt>
    <dgm:pt modelId="{39EC321C-B55D-4698-9FB6-0F285F7D281D}" type="pres">
      <dgm:prSet presAssocID="{5DBC54C8-CF75-4676-8082-0515B7C4CAB5}" presName="connTx" presStyleLbl="parChTrans1D3" presStyleIdx="0" presStyleCnt="2"/>
      <dgm:spPr/>
    </dgm:pt>
    <dgm:pt modelId="{4C767B0B-49E1-4F9C-B17C-8DF3AC10CE7E}" type="pres">
      <dgm:prSet presAssocID="{8C41D9F9-BFA3-4726-B916-E3A9B6D1E5F8}" presName="root2" presStyleCnt="0"/>
      <dgm:spPr/>
    </dgm:pt>
    <dgm:pt modelId="{0546864D-C247-42C2-94CE-3F8A515444AF}" type="pres">
      <dgm:prSet presAssocID="{8C41D9F9-BFA3-4726-B916-E3A9B6D1E5F8}" presName="LevelTwoTextNode" presStyleLbl="node3" presStyleIdx="0" presStyleCnt="2" custLinFactNeighborX="-15251" custLinFactNeighborY="18313">
        <dgm:presLayoutVars>
          <dgm:chPref val="3"/>
        </dgm:presLayoutVars>
      </dgm:prSet>
      <dgm:spPr/>
    </dgm:pt>
    <dgm:pt modelId="{E38DF726-4B10-430B-B636-3F3C483C0176}" type="pres">
      <dgm:prSet presAssocID="{8C41D9F9-BFA3-4726-B916-E3A9B6D1E5F8}" presName="level3hierChild" presStyleCnt="0"/>
      <dgm:spPr/>
    </dgm:pt>
    <dgm:pt modelId="{A2B791AC-27F6-4241-83D0-9ED7273C9974}" type="pres">
      <dgm:prSet presAssocID="{B08EC730-0B77-4598-9777-8185C75FBE38}" presName="conn2-1" presStyleLbl="parChTrans1D4" presStyleIdx="0" presStyleCnt="5"/>
      <dgm:spPr/>
    </dgm:pt>
    <dgm:pt modelId="{F08B19EB-33E6-4A7B-A6A4-5ADCDA1E1CB0}" type="pres">
      <dgm:prSet presAssocID="{B08EC730-0B77-4598-9777-8185C75FBE38}" presName="connTx" presStyleLbl="parChTrans1D4" presStyleIdx="0" presStyleCnt="5"/>
      <dgm:spPr/>
    </dgm:pt>
    <dgm:pt modelId="{8A8B535E-0446-44F8-B4AB-A2364FB04F80}" type="pres">
      <dgm:prSet presAssocID="{743427D5-DB92-45E4-A090-04558C5A6CD0}" presName="root2" presStyleCnt="0"/>
      <dgm:spPr/>
    </dgm:pt>
    <dgm:pt modelId="{13AB6A0F-5B59-456C-B00F-A3D929E0C624}" type="pres">
      <dgm:prSet presAssocID="{743427D5-DB92-45E4-A090-04558C5A6CD0}" presName="LevelTwoTextNode" presStyleLbl="node4" presStyleIdx="0" presStyleCnt="5">
        <dgm:presLayoutVars>
          <dgm:chPref val="3"/>
        </dgm:presLayoutVars>
      </dgm:prSet>
      <dgm:spPr/>
    </dgm:pt>
    <dgm:pt modelId="{D868172E-9DD3-4513-984E-33EFEBE90034}" type="pres">
      <dgm:prSet presAssocID="{743427D5-DB92-45E4-A090-04558C5A6CD0}" presName="level3hierChild" presStyleCnt="0"/>
      <dgm:spPr/>
    </dgm:pt>
    <dgm:pt modelId="{B26C117E-9888-4CC0-A62E-ED23D55864F7}" type="pres">
      <dgm:prSet presAssocID="{D7608426-1973-4672-A058-2FD4552A936A}" presName="conn2-1" presStyleLbl="parChTrans1D4" presStyleIdx="1" presStyleCnt="5"/>
      <dgm:spPr/>
    </dgm:pt>
    <dgm:pt modelId="{6E7E9D85-0AA0-49C3-86CD-89D4A55134AD}" type="pres">
      <dgm:prSet presAssocID="{D7608426-1973-4672-A058-2FD4552A936A}" presName="connTx" presStyleLbl="parChTrans1D4" presStyleIdx="1" presStyleCnt="5"/>
      <dgm:spPr/>
    </dgm:pt>
    <dgm:pt modelId="{A31DA920-EBEB-4D6D-82A4-88535898D4AB}" type="pres">
      <dgm:prSet presAssocID="{2CE9C0BD-E13B-4E04-A598-00D3C38D0D84}" presName="root2" presStyleCnt="0"/>
      <dgm:spPr/>
    </dgm:pt>
    <dgm:pt modelId="{1AB4B1A2-9DB1-41A3-9A6E-31ACDE138E84}" type="pres">
      <dgm:prSet presAssocID="{2CE9C0BD-E13B-4E04-A598-00D3C38D0D84}" presName="LevelTwoTextNode" presStyleLbl="node4" presStyleIdx="1" presStyleCnt="5">
        <dgm:presLayoutVars>
          <dgm:chPref val="3"/>
        </dgm:presLayoutVars>
      </dgm:prSet>
      <dgm:spPr/>
    </dgm:pt>
    <dgm:pt modelId="{7845F1A8-8D47-496D-8304-3C1710D569DF}" type="pres">
      <dgm:prSet presAssocID="{2CE9C0BD-E13B-4E04-A598-00D3C38D0D84}" presName="level3hierChild" presStyleCnt="0"/>
      <dgm:spPr/>
    </dgm:pt>
    <dgm:pt modelId="{D9760183-9EBC-456C-9675-121A12644189}" type="pres">
      <dgm:prSet presAssocID="{E8C8B638-B832-4F60-9536-EB58B769503A}" presName="conn2-1" presStyleLbl="parChTrans1D3" presStyleIdx="1" presStyleCnt="2"/>
      <dgm:spPr/>
    </dgm:pt>
    <dgm:pt modelId="{6C634C3A-7ABF-438B-BD22-AA25EDE2EF4B}" type="pres">
      <dgm:prSet presAssocID="{E8C8B638-B832-4F60-9536-EB58B769503A}" presName="connTx" presStyleLbl="parChTrans1D3" presStyleIdx="1" presStyleCnt="2"/>
      <dgm:spPr/>
    </dgm:pt>
    <dgm:pt modelId="{7F5EFA32-B348-4A13-A187-1031C68DA060}" type="pres">
      <dgm:prSet presAssocID="{C08133DE-EA54-4803-AB1A-7E0E6E28BD30}" presName="root2" presStyleCnt="0"/>
      <dgm:spPr/>
    </dgm:pt>
    <dgm:pt modelId="{AA593215-E13F-430D-9F80-40796411D437}" type="pres">
      <dgm:prSet presAssocID="{C08133DE-EA54-4803-AB1A-7E0E6E28BD30}" presName="LevelTwoTextNode" presStyleLbl="node3" presStyleIdx="1" presStyleCnt="2" custLinFactNeighborX="-5754" custLinFactNeighborY="-22263">
        <dgm:presLayoutVars>
          <dgm:chPref val="3"/>
        </dgm:presLayoutVars>
      </dgm:prSet>
      <dgm:spPr/>
    </dgm:pt>
    <dgm:pt modelId="{D675C80D-CA7D-47BB-A13A-A9CC8967C507}" type="pres">
      <dgm:prSet presAssocID="{C08133DE-EA54-4803-AB1A-7E0E6E28BD30}" presName="level3hierChild" presStyleCnt="0"/>
      <dgm:spPr/>
    </dgm:pt>
    <dgm:pt modelId="{83A02502-4896-4624-ADC8-EC3652B0769D}" type="pres">
      <dgm:prSet presAssocID="{2DE23233-0DBC-4928-B0E7-865CF8335AF9}" presName="conn2-1" presStyleLbl="parChTrans1D4" presStyleIdx="2" presStyleCnt="5"/>
      <dgm:spPr/>
    </dgm:pt>
    <dgm:pt modelId="{19510923-C97B-4F38-BE3D-655343DC666E}" type="pres">
      <dgm:prSet presAssocID="{2DE23233-0DBC-4928-B0E7-865CF8335AF9}" presName="connTx" presStyleLbl="parChTrans1D4" presStyleIdx="2" presStyleCnt="5"/>
      <dgm:spPr/>
    </dgm:pt>
    <dgm:pt modelId="{8CF1DE8E-C906-4426-BD19-960A1D74F634}" type="pres">
      <dgm:prSet presAssocID="{F5B58512-9EB2-40FC-AD82-368C28755B6C}" presName="root2" presStyleCnt="0"/>
      <dgm:spPr/>
    </dgm:pt>
    <dgm:pt modelId="{93909B49-F2F4-4DC3-975D-EBB2F06E25E8}" type="pres">
      <dgm:prSet presAssocID="{F5B58512-9EB2-40FC-AD82-368C28755B6C}" presName="LevelTwoTextNode" presStyleLbl="node4" presStyleIdx="2" presStyleCnt="5">
        <dgm:presLayoutVars>
          <dgm:chPref val="3"/>
        </dgm:presLayoutVars>
      </dgm:prSet>
      <dgm:spPr/>
    </dgm:pt>
    <dgm:pt modelId="{FBC2B40A-52A8-48E5-AE34-85E266D3734F}" type="pres">
      <dgm:prSet presAssocID="{F5B58512-9EB2-40FC-AD82-368C28755B6C}" presName="level3hierChild" presStyleCnt="0"/>
      <dgm:spPr/>
    </dgm:pt>
    <dgm:pt modelId="{7E7DD403-F3CD-4C0F-80FA-BB5C80C79DE4}" type="pres">
      <dgm:prSet presAssocID="{D3D3D9FA-E797-4061-95FE-73C35FECC6B4}" presName="conn2-1" presStyleLbl="parChTrans1D4" presStyleIdx="3" presStyleCnt="5"/>
      <dgm:spPr/>
    </dgm:pt>
    <dgm:pt modelId="{7FDD42BF-3FAD-471C-91D5-6E7B2D2A761E}" type="pres">
      <dgm:prSet presAssocID="{D3D3D9FA-E797-4061-95FE-73C35FECC6B4}" presName="connTx" presStyleLbl="parChTrans1D4" presStyleIdx="3" presStyleCnt="5"/>
      <dgm:spPr/>
    </dgm:pt>
    <dgm:pt modelId="{77D5AB90-1FA9-4E63-8A62-BE3FBF3AA710}" type="pres">
      <dgm:prSet presAssocID="{D37760B8-31EC-44C9-A9A3-2F79B720C366}" presName="root2" presStyleCnt="0"/>
      <dgm:spPr/>
    </dgm:pt>
    <dgm:pt modelId="{704AC999-B3BA-49DA-87D6-504221C4ED31}" type="pres">
      <dgm:prSet presAssocID="{D37760B8-31EC-44C9-A9A3-2F79B720C366}" presName="LevelTwoTextNode" presStyleLbl="node4" presStyleIdx="3" presStyleCnt="5">
        <dgm:presLayoutVars>
          <dgm:chPref val="3"/>
        </dgm:presLayoutVars>
      </dgm:prSet>
      <dgm:spPr/>
    </dgm:pt>
    <dgm:pt modelId="{427D6EB7-D924-4BD4-AF06-CE2C07A0F9FF}" type="pres">
      <dgm:prSet presAssocID="{D37760B8-31EC-44C9-A9A3-2F79B720C366}" presName="level3hierChild" presStyleCnt="0"/>
      <dgm:spPr/>
    </dgm:pt>
    <dgm:pt modelId="{BF9936ED-199A-4676-8D7D-530E9A09AB00}" type="pres">
      <dgm:prSet presAssocID="{82D5E65A-31B1-4831-959F-9D5F4B04AA31}" presName="conn2-1" presStyleLbl="parChTrans1D4" presStyleIdx="4" presStyleCnt="5"/>
      <dgm:spPr/>
    </dgm:pt>
    <dgm:pt modelId="{22B74335-D9B3-4DE0-8868-8F1366099C91}" type="pres">
      <dgm:prSet presAssocID="{82D5E65A-31B1-4831-959F-9D5F4B04AA31}" presName="connTx" presStyleLbl="parChTrans1D4" presStyleIdx="4" presStyleCnt="5"/>
      <dgm:spPr/>
    </dgm:pt>
    <dgm:pt modelId="{29EDC899-A23F-4766-8058-EB41E489D617}" type="pres">
      <dgm:prSet presAssocID="{F6535B56-64AB-4C03-85EE-79D2625AF9A1}" presName="root2" presStyleCnt="0"/>
      <dgm:spPr/>
    </dgm:pt>
    <dgm:pt modelId="{6F3F6D3F-BEFC-4883-B9B2-3315797950A3}" type="pres">
      <dgm:prSet presAssocID="{F6535B56-64AB-4C03-85EE-79D2625AF9A1}" presName="LevelTwoTextNode" presStyleLbl="node4" presStyleIdx="4" presStyleCnt="5">
        <dgm:presLayoutVars>
          <dgm:chPref val="3"/>
        </dgm:presLayoutVars>
      </dgm:prSet>
      <dgm:spPr/>
    </dgm:pt>
    <dgm:pt modelId="{0F3C8353-D50B-478C-978A-6A4745AA6A84}" type="pres">
      <dgm:prSet presAssocID="{F6535B56-64AB-4C03-85EE-79D2625AF9A1}" presName="level3hierChild" presStyleCnt="0"/>
      <dgm:spPr/>
    </dgm:pt>
    <dgm:pt modelId="{CE87BDC8-43F6-4074-BC66-52F2470D4077}" type="pres">
      <dgm:prSet presAssocID="{E660A4B1-B21C-4F6A-AF21-30F26851892D}" presName="conn2-1" presStyleLbl="parChTrans1D2" presStyleIdx="1" presStyleCnt="2"/>
      <dgm:spPr/>
    </dgm:pt>
    <dgm:pt modelId="{B44E5F62-B5D7-45BC-A481-8C3F60E4281A}" type="pres">
      <dgm:prSet presAssocID="{E660A4B1-B21C-4F6A-AF21-30F26851892D}" presName="connTx" presStyleLbl="parChTrans1D2" presStyleIdx="1" presStyleCnt="2"/>
      <dgm:spPr/>
    </dgm:pt>
    <dgm:pt modelId="{8E92D164-0943-4AE0-AB41-1645B88D5916}" type="pres">
      <dgm:prSet presAssocID="{A9997443-7A4B-4CF0-8642-19B46FC9B715}" presName="root2" presStyleCnt="0"/>
      <dgm:spPr/>
    </dgm:pt>
    <dgm:pt modelId="{E1B71145-A362-4A4D-8FD7-B415793251DD}" type="pres">
      <dgm:prSet presAssocID="{A9997443-7A4B-4CF0-8642-19B46FC9B715}" presName="LevelTwoTextNode" presStyleLbl="node2" presStyleIdx="1" presStyleCnt="2" custLinFactNeighborX="-22456" custLinFactNeighborY="-3010">
        <dgm:presLayoutVars>
          <dgm:chPref val="3"/>
        </dgm:presLayoutVars>
      </dgm:prSet>
      <dgm:spPr/>
    </dgm:pt>
    <dgm:pt modelId="{000CB8D8-EFA6-4C7D-A1BB-011918D8CA1B}" type="pres">
      <dgm:prSet presAssocID="{A9997443-7A4B-4CF0-8642-19B46FC9B715}" presName="level3hierChild" presStyleCnt="0"/>
      <dgm:spPr/>
    </dgm:pt>
  </dgm:ptLst>
  <dgm:cxnLst>
    <dgm:cxn modelId="{DE68D216-A0E2-456C-A534-1D33F31237BB}" type="presOf" srcId="{2DE23233-0DBC-4928-B0E7-865CF8335AF9}" destId="{19510923-C97B-4F38-BE3D-655343DC666E}" srcOrd="1" destOrd="0" presId="urn:microsoft.com/office/officeart/2005/8/layout/hierarchy2"/>
    <dgm:cxn modelId="{484CB417-5FF9-4C5B-B498-1E8B054DF85A}" srcId="{D8E1F4B0-888F-46F9-804C-487358EF83E2}" destId="{FEECFD6D-FC15-4C6F-BB12-EC70756A3558}" srcOrd="0" destOrd="0" parTransId="{B318DB0D-5D5E-4EA2-9C1E-828490A16885}" sibTransId="{ECD38BA7-3B1F-4C18-AAA9-4B16B2C114DF}"/>
    <dgm:cxn modelId="{8B581618-4115-413D-B4A7-1F007A2DF699}" srcId="{8C41D9F9-BFA3-4726-B916-E3A9B6D1E5F8}" destId="{743427D5-DB92-45E4-A090-04558C5A6CD0}" srcOrd="0" destOrd="0" parTransId="{B08EC730-0B77-4598-9777-8185C75FBE38}" sibTransId="{65A9B3F9-7D35-447C-B2D2-1BEFA2B75028}"/>
    <dgm:cxn modelId="{435A141D-3182-442A-B556-00F3EE49F36A}" type="presOf" srcId="{82D5E65A-31B1-4831-959F-9D5F4B04AA31}" destId="{22B74335-D9B3-4DE0-8868-8F1366099C91}" srcOrd="1" destOrd="0" presId="urn:microsoft.com/office/officeart/2005/8/layout/hierarchy2"/>
    <dgm:cxn modelId="{2DE7701D-92B2-4BA3-AC12-A7C88E7498E1}" type="presOf" srcId="{B318DB0D-5D5E-4EA2-9C1E-828490A16885}" destId="{622BE30D-93DC-44B4-93B4-7AC684F2E2B6}" srcOrd="1" destOrd="0" presId="urn:microsoft.com/office/officeart/2005/8/layout/hierarchy2"/>
    <dgm:cxn modelId="{9C7F9B26-7187-4DAD-A4D3-6A64B55906B7}" type="presOf" srcId="{A9997443-7A4B-4CF0-8642-19B46FC9B715}" destId="{E1B71145-A362-4A4D-8FD7-B415793251DD}" srcOrd="0" destOrd="0" presId="urn:microsoft.com/office/officeart/2005/8/layout/hierarchy2"/>
    <dgm:cxn modelId="{1586B529-933A-4A69-85AC-5D535A1ED432}" type="presOf" srcId="{82D5E65A-31B1-4831-959F-9D5F4B04AA31}" destId="{BF9936ED-199A-4676-8D7D-530E9A09AB00}" srcOrd="0" destOrd="0" presId="urn:microsoft.com/office/officeart/2005/8/layout/hierarchy2"/>
    <dgm:cxn modelId="{E517D333-D212-4C9B-9AE7-7A73FE41EC02}" type="presOf" srcId="{E8C8B638-B832-4F60-9536-EB58B769503A}" destId="{D9760183-9EBC-456C-9675-121A12644189}" srcOrd="0" destOrd="0" presId="urn:microsoft.com/office/officeart/2005/8/layout/hierarchy2"/>
    <dgm:cxn modelId="{95FFA234-287D-4719-9270-334AC9892500}" type="presOf" srcId="{D7608426-1973-4672-A058-2FD4552A936A}" destId="{B26C117E-9888-4CC0-A62E-ED23D55864F7}" srcOrd="0" destOrd="0" presId="urn:microsoft.com/office/officeart/2005/8/layout/hierarchy2"/>
    <dgm:cxn modelId="{5D658537-51EB-426F-B20A-6E435738A004}" type="presOf" srcId="{FEECFD6D-FC15-4C6F-BB12-EC70756A3558}" destId="{87A7B610-F04D-448D-8855-AA58DF582B95}" srcOrd="0" destOrd="0" presId="urn:microsoft.com/office/officeart/2005/8/layout/hierarchy2"/>
    <dgm:cxn modelId="{62272D39-96AD-419C-A410-46F41A0AC16B}" srcId="{D6C3781D-B1C6-4357-B589-ECE08236D003}" destId="{D8E1F4B0-888F-46F9-804C-487358EF83E2}" srcOrd="0" destOrd="0" parTransId="{75EB97A6-7908-46FF-8F73-4173B85F11F9}" sibTransId="{205C98C8-6CF1-4076-9616-7B4806DC6FB2}"/>
    <dgm:cxn modelId="{88D2FD3E-5F67-4D8B-8EED-769477EA1BBC}" type="presOf" srcId="{2DE23233-0DBC-4928-B0E7-865CF8335AF9}" destId="{83A02502-4896-4624-ADC8-EC3652B0769D}" srcOrd="0" destOrd="0" presId="urn:microsoft.com/office/officeart/2005/8/layout/hierarchy2"/>
    <dgm:cxn modelId="{E13F0E5B-BBF6-4D58-AA2E-0E879B912D0E}" type="presOf" srcId="{5DBC54C8-CF75-4676-8082-0515B7C4CAB5}" destId="{E9777523-3B42-44F2-9066-C677E77D90BB}" srcOrd="0" destOrd="0" presId="urn:microsoft.com/office/officeart/2005/8/layout/hierarchy2"/>
    <dgm:cxn modelId="{B734A943-4F75-4218-8B02-49FBDF2C8CB4}" type="presOf" srcId="{E660A4B1-B21C-4F6A-AF21-30F26851892D}" destId="{B44E5F62-B5D7-45BC-A481-8C3F60E4281A}" srcOrd="1" destOrd="0" presId="urn:microsoft.com/office/officeart/2005/8/layout/hierarchy2"/>
    <dgm:cxn modelId="{B7CE5066-AD17-48A5-8940-1804C69488D6}" type="presOf" srcId="{B318DB0D-5D5E-4EA2-9C1E-828490A16885}" destId="{879B5D2F-7594-4660-92EB-C6B011DC3AB4}" srcOrd="0" destOrd="0" presId="urn:microsoft.com/office/officeart/2005/8/layout/hierarchy2"/>
    <dgm:cxn modelId="{4C06BC66-57BF-4B10-8D64-639CB6CBD217}" srcId="{FEECFD6D-FC15-4C6F-BB12-EC70756A3558}" destId="{8C41D9F9-BFA3-4726-B916-E3A9B6D1E5F8}" srcOrd="0" destOrd="0" parTransId="{5DBC54C8-CF75-4676-8082-0515B7C4CAB5}" sibTransId="{10A04467-92C6-414A-8DF3-DEB02DC8A8FE}"/>
    <dgm:cxn modelId="{1370E146-E94B-46B8-86AD-1A2C5AEDC626}" srcId="{C08133DE-EA54-4803-AB1A-7E0E6E28BD30}" destId="{F5B58512-9EB2-40FC-AD82-368C28755B6C}" srcOrd="0" destOrd="0" parTransId="{2DE23233-0DBC-4928-B0E7-865CF8335AF9}" sibTransId="{A50DA702-0824-4A5D-BA51-35D714CD8B73}"/>
    <dgm:cxn modelId="{81A4FE46-FDDF-43F5-82E7-DD5F2614C686}" srcId="{D8E1F4B0-888F-46F9-804C-487358EF83E2}" destId="{A9997443-7A4B-4CF0-8642-19B46FC9B715}" srcOrd="1" destOrd="0" parTransId="{E660A4B1-B21C-4F6A-AF21-30F26851892D}" sibTransId="{5032C197-829F-450F-AD96-F77DE9123684}"/>
    <dgm:cxn modelId="{29491848-3BBA-4315-930E-588205690AA5}" srcId="{8C41D9F9-BFA3-4726-B916-E3A9B6D1E5F8}" destId="{2CE9C0BD-E13B-4E04-A598-00D3C38D0D84}" srcOrd="1" destOrd="0" parTransId="{D7608426-1973-4672-A058-2FD4552A936A}" sibTransId="{F894BD86-DBA6-4ED7-BB07-9ECB5AEE156C}"/>
    <dgm:cxn modelId="{A4BA0251-A66B-467C-A19F-409E01E2FE80}" type="presOf" srcId="{D8E1F4B0-888F-46F9-804C-487358EF83E2}" destId="{32535202-EC7A-4460-9472-3B26C92E746F}" srcOrd="0" destOrd="0" presId="urn:microsoft.com/office/officeart/2005/8/layout/hierarchy2"/>
    <dgm:cxn modelId="{AB557275-AABE-42F6-BAD1-1D7F98EAB684}" srcId="{FEECFD6D-FC15-4C6F-BB12-EC70756A3558}" destId="{C08133DE-EA54-4803-AB1A-7E0E6E28BD30}" srcOrd="1" destOrd="0" parTransId="{E8C8B638-B832-4F60-9536-EB58B769503A}" sibTransId="{47E75017-74E4-45AD-9970-CB130D25EE86}"/>
    <dgm:cxn modelId="{10C97F85-75B1-4157-97B4-051938581A32}" type="presOf" srcId="{D6C3781D-B1C6-4357-B589-ECE08236D003}" destId="{74863395-A680-490B-B438-B3F5F9F09EB7}" srcOrd="0" destOrd="0" presId="urn:microsoft.com/office/officeart/2005/8/layout/hierarchy2"/>
    <dgm:cxn modelId="{A2E0E688-F1EB-4D17-A02D-A8FA29708FC6}" type="presOf" srcId="{2CE9C0BD-E13B-4E04-A598-00D3C38D0D84}" destId="{1AB4B1A2-9DB1-41A3-9A6E-31ACDE138E84}" srcOrd="0" destOrd="0" presId="urn:microsoft.com/office/officeart/2005/8/layout/hierarchy2"/>
    <dgm:cxn modelId="{0B679290-F161-4108-89ED-EF7BE3EFADB3}" type="presOf" srcId="{B08EC730-0B77-4598-9777-8185C75FBE38}" destId="{F08B19EB-33E6-4A7B-A6A4-5ADCDA1E1CB0}" srcOrd="1" destOrd="0" presId="urn:microsoft.com/office/officeart/2005/8/layout/hierarchy2"/>
    <dgm:cxn modelId="{24615B96-42DE-4BD2-A275-9D16AD89C1D2}" type="presOf" srcId="{5DBC54C8-CF75-4676-8082-0515B7C4CAB5}" destId="{39EC321C-B55D-4698-9FB6-0F285F7D281D}" srcOrd="1" destOrd="0" presId="urn:microsoft.com/office/officeart/2005/8/layout/hierarchy2"/>
    <dgm:cxn modelId="{EF734CA4-012E-48DD-8986-7FC0BE6E4246}" type="presOf" srcId="{E8C8B638-B832-4F60-9536-EB58B769503A}" destId="{6C634C3A-7ABF-438B-BD22-AA25EDE2EF4B}" srcOrd="1" destOrd="0" presId="urn:microsoft.com/office/officeart/2005/8/layout/hierarchy2"/>
    <dgm:cxn modelId="{B5A284AD-9E2C-4B30-BDC7-7CDED2D3FA84}" type="presOf" srcId="{D37760B8-31EC-44C9-A9A3-2F79B720C366}" destId="{704AC999-B3BA-49DA-87D6-504221C4ED31}" srcOrd="0" destOrd="0" presId="urn:microsoft.com/office/officeart/2005/8/layout/hierarchy2"/>
    <dgm:cxn modelId="{D74A65B1-9037-4552-9262-F2CE6C2B10FD}" type="presOf" srcId="{E660A4B1-B21C-4F6A-AF21-30F26851892D}" destId="{CE87BDC8-43F6-4074-BC66-52F2470D4077}" srcOrd="0" destOrd="0" presId="urn:microsoft.com/office/officeart/2005/8/layout/hierarchy2"/>
    <dgm:cxn modelId="{F81BE5B6-4917-4533-B3D2-0E4C4ACDF0CA}" srcId="{C08133DE-EA54-4803-AB1A-7E0E6E28BD30}" destId="{F6535B56-64AB-4C03-85EE-79D2625AF9A1}" srcOrd="2" destOrd="0" parTransId="{82D5E65A-31B1-4831-959F-9D5F4B04AA31}" sibTransId="{201A6654-287A-40F3-AEFB-5540E75904BD}"/>
    <dgm:cxn modelId="{6A7CF1BF-C8C2-4F08-9356-6DAB6A61A7C8}" type="presOf" srcId="{C08133DE-EA54-4803-AB1A-7E0E6E28BD30}" destId="{AA593215-E13F-430D-9F80-40796411D437}" srcOrd="0" destOrd="0" presId="urn:microsoft.com/office/officeart/2005/8/layout/hierarchy2"/>
    <dgm:cxn modelId="{493F86C1-C182-4CAB-9FE5-788BE0293297}" type="presOf" srcId="{743427D5-DB92-45E4-A090-04558C5A6CD0}" destId="{13AB6A0F-5B59-456C-B00F-A3D929E0C624}" srcOrd="0" destOrd="0" presId="urn:microsoft.com/office/officeart/2005/8/layout/hierarchy2"/>
    <dgm:cxn modelId="{3B3A03CC-52E9-4653-8AAD-B6E0A1584FA7}" type="presOf" srcId="{D3D3D9FA-E797-4061-95FE-73C35FECC6B4}" destId="{7E7DD403-F3CD-4C0F-80FA-BB5C80C79DE4}" srcOrd="0" destOrd="0" presId="urn:microsoft.com/office/officeart/2005/8/layout/hierarchy2"/>
    <dgm:cxn modelId="{8133ADE2-9571-473B-9C21-ADD6AB278736}" type="presOf" srcId="{D3D3D9FA-E797-4061-95FE-73C35FECC6B4}" destId="{7FDD42BF-3FAD-471C-91D5-6E7B2D2A761E}" srcOrd="1" destOrd="0" presId="urn:microsoft.com/office/officeart/2005/8/layout/hierarchy2"/>
    <dgm:cxn modelId="{5E9551EA-B0E3-48B5-881E-88B81D85AC16}" type="presOf" srcId="{8C41D9F9-BFA3-4726-B916-E3A9B6D1E5F8}" destId="{0546864D-C247-42C2-94CE-3F8A515444AF}" srcOrd="0" destOrd="0" presId="urn:microsoft.com/office/officeart/2005/8/layout/hierarchy2"/>
    <dgm:cxn modelId="{FC022FF4-6C6B-4698-AB71-A4FE8AEA2E2D}" type="presOf" srcId="{F6535B56-64AB-4C03-85EE-79D2625AF9A1}" destId="{6F3F6D3F-BEFC-4883-B9B2-3315797950A3}" srcOrd="0" destOrd="0" presId="urn:microsoft.com/office/officeart/2005/8/layout/hierarchy2"/>
    <dgm:cxn modelId="{17B039F4-746D-495C-89A9-7FECDD910311}" srcId="{C08133DE-EA54-4803-AB1A-7E0E6E28BD30}" destId="{D37760B8-31EC-44C9-A9A3-2F79B720C366}" srcOrd="1" destOrd="0" parTransId="{D3D3D9FA-E797-4061-95FE-73C35FECC6B4}" sibTransId="{F30BB879-5343-4C18-833B-178D6D14DA06}"/>
    <dgm:cxn modelId="{45D661F8-0142-4ED7-BDCF-F78E5691752D}" type="presOf" srcId="{D7608426-1973-4672-A058-2FD4552A936A}" destId="{6E7E9D85-0AA0-49C3-86CD-89D4A55134AD}" srcOrd="1" destOrd="0" presId="urn:microsoft.com/office/officeart/2005/8/layout/hierarchy2"/>
    <dgm:cxn modelId="{B24E59F9-77A0-404D-9580-4F1E300307B0}" type="presOf" srcId="{B08EC730-0B77-4598-9777-8185C75FBE38}" destId="{A2B791AC-27F6-4241-83D0-9ED7273C9974}" srcOrd="0" destOrd="0" presId="urn:microsoft.com/office/officeart/2005/8/layout/hierarchy2"/>
    <dgm:cxn modelId="{8C91F5FF-804B-4648-BA5E-73BF40210B30}" type="presOf" srcId="{F5B58512-9EB2-40FC-AD82-368C28755B6C}" destId="{93909B49-F2F4-4DC3-975D-EBB2F06E25E8}" srcOrd="0" destOrd="0" presId="urn:microsoft.com/office/officeart/2005/8/layout/hierarchy2"/>
    <dgm:cxn modelId="{D0A0C778-E6F6-43D5-896F-EC7441F0241D}" type="presParOf" srcId="{74863395-A680-490B-B438-B3F5F9F09EB7}" destId="{0BE6918E-FB2A-4498-A174-E7382F6AEAE1}" srcOrd="0" destOrd="0" presId="urn:microsoft.com/office/officeart/2005/8/layout/hierarchy2"/>
    <dgm:cxn modelId="{E384E785-D297-44D6-8F7E-45E3F0BBB430}" type="presParOf" srcId="{0BE6918E-FB2A-4498-A174-E7382F6AEAE1}" destId="{32535202-EC7A-4460-9472-3B26C92E746F}" srcOrd="0" destOrd="0" presId="urn:microsoft.com/office/officeart/2005/8/layout/hierarchy2"/>
    <dgm:cxn modelId="{08ADCBF0-2A34-4B69-B112-E7B3C29B9403}" type="presParOf" srcId="{0BE6918E-FB2A-4498-A174-E7382F6AEAE1}" destId="{3C6D074C-05BA-4BFD-BAC6-0FE16634BAFE}" srcOrd="1" destOrd="0" presId="urn:microsoft.com/office/officeart/2005/8/layout/hierarchy2"/>
    <dgm:cxn modelId="{D18631D8-8FCD-477A-A631-F7411AB0824F}" type="presParOf" srcId="{3C6D074C-05BA-4BFD-BAC6-0FE16634BAFE}" destId="{879B5D2F-7594-4660-92EB-C6B011DC3AB4}" srcOrd="0" destOrd="0" presId="urn:microsoft.com/office/officeart/2005/8/layout/hierarchy2"/>
    <dgm:cxn modelId="{83688A9D-ACC6-476C-838F-8DFE646E7C61}" type="presParOf" srcId="{879B5D2F-7594-4660-92EB-C6B011DC3AB4}" destId="{622BE30D-93DC-44B4-93B4-7AC684F2E2B6}" srcOrd="0" destOrd="0" presId="urn:microsoft.com/office/officeart/2005/8/layout/hierarchy2"/>
    <dgm:cxn modelId="{968CCAD6-4825-4766-8D95-15E76DE6BD61}" type="presParOf" srcId="{3C6D074C-05BA-4BFD-BAC6-0FE16634BAFE}" destId="{17A97370-D90A-4611-8A73-CDE90D86F4E6}" srcOrd="1" destOrd="0" presId="urn:microsoft.com/office/officeart/2005/8/layout/hierarchy2"/>
    <dgm:cxn modelId="{C49935B8-3D9F-4414-AF9C-B544C17DA632}" type="presParOf" srcId="{17A97370-D90A-4611-8A73-CDE90D86F4E6}" destId="{87A7B610-F04D-448D-8855-AA58DF582B95}" srcOrd="0" destOrd="0" presId="urn:microsoft.com/office/officeart/2005/8/layout/hierarchy2"/>
    <dgm:cxn modelId="{CEE86F7B-571F-45F7-8EE2-A5CF2798D010}" type="presParOf" srcId="{17A97370-D90A-4611-8A73-CDE90D86F4E6}" destId="{1B599515-C74A-4A68-B1CF-2886515826A5}" srcOrd="1" destOrd="0" presId="urn:microsoft.com/office/officeart/2005/8/layout/hierarchy2"/>
    <dgm:cxn modelId="{7E0C4357-7DAE-48D3-A7E2-01AF563C9BA0}" type="presParOf" srcId="{1B599515-C74A-4A68-B1CF-2886515826A5}" destId="{E9777523-3B42-44F2-9066-C677E77D90BB}" srcOrd="0" destOrd="0" presId="urn:microsoft.com/office/officeart/2005/8/layout/hierarchy2"/>
    <dgm:cxn modelId="{6349B626-67FB-4CCF-B0F6-368F976F667B}" type="presParOf" srcId="{E9777523-3B42-44F2-9066-C677E77D90BB}" destId="{39EC321C-B55D-4698-9FB6-0F285F7D281D}" srcOrd="0" destOrd="0" presId="urn:microsoft.com/office/officeart/2005/8/layout/hierarchy2"/>
    <dgm:cxn modelId="{810729E7-B1BC-4168-B0CB-7EE1A2B4226D}" type="presParOf" srcId="{1B599515-C74A-4A68-B1CF-2886515826A5}" destId="{4C767B0B-49E1-4F9C-B17C-8DF3AC10CE7E}" srcOrd="1" destOrd="0" presId="urn:microsoft.com/office/officeart/2005/8/layout/hierarchy2"/>
    <dgm:cxn modelId="{D9D60B74-80ED-4B41-975E-07AFAD7C679D}" type="presParOf" srcId="{4C767B0B-49E1-4F9C-B17C-8DF3AC10CE7E}" destId="{0546864D-C247-42C2-94CE-3F8A515444AF}" srcOrd="0" destOrd="0" presId="urn:microsoft.com/office/officeart/2005/8/layout/hierarchy2"/>
    <dgm:cxn modelId="{A6B9A3F8-9335-4F0D-B749-6E5D7B6521E1}" type="presParOf" srcId="{4C767B0B-49E1-4F9C-B17C-8DF3AC10CE7E}" destId="{E38DF726-4B10-430B-B636-3F3C483C0176}" srcOrd="1" destOrd="0" presId="urn:microsoft.com/office/officeart/2005/8/layout/hierarchy2"/>
    <dgm:cxn modelId="{08362C8C-E211-4A2C-A049-DEE68A0EE7B7}" type="presParOf" srcId="{E38DF726-4B10-430B-B636-3F3C483C0176}" destId="{A2B791AC-27F6-4241-83D0-9ED7273C9974}" srcOrd="0" destOrd="0" presId="urn:microsoft.com/office/officeart/2005/8/layout/hierarchy2"/>
    <dgm:cxn modelId="{A899E056-8111-4B70-B32F-44C385682D0A}" type="presParOf" srcId="{A2B791AC-27F6-4241-83D0-9ED7273C9974}" destId="{F08B19EB-33E6-4A7B-A6A4-5ADCDA1E1CB0}" srcOrd="0" destOrd="0" presId="urn:microsoft.com/office/officeart/2005/8/layout/hierarchy2"/>
    <dgm:cxn modelId="{586F70B5-CE8C-44E6-A678-DEF368092853}" type="presParOf" srcId="{E38DF726-4B10-430B-B636-3F3C483C0176}" destId="{8A8B535E-0446-44F8-B4AB-A2364FB04F80}" srcOrd="1" destOrd="0" presId="urn:microsoft.com/office/officeart/2005/8/layout/hierarchy2"/>
    <dgm:cxn modelId="{4A5B9EAC-87E0-4F72-8CED-40D306E52C73}" type="presParOf" srcId="{8A8B535E-0446-44F8-B4AB-A2364FB04F80}" destId="{13AB6A0F-5B59-456C-B00F-A3D929E0C624}" srcOrd="0" destOrd="0" presId="urn:microsoft.com/office/officeart/2005/8/layout/hierarchy2"/>
    <dgm:cxn modelId="{2BB9E962-B13C-4DE7-98B5-050BEDBE3643}" type="presParOf" srcId="{8A8B535E-0446-44F8-B4AB-A2364FB04F80}" destId="{D868172E-9DD3-4513-984E-33EFEBE90034}" srcOrd="1" destOrd="0" presId="urn:microsoft.com/office/officeart/2005/8/layout/hierarchy2"/>
    <dgm:cxn modelId="{0FFDF4B7-AF15-4C7C-93DA-23A6257D3088}" type="presParOf" srcId="{E38DF726-4B10-430B-B636-3F3C483C0176}" destId="{B26C117E-9888-4CC0-A62E-ED23D55864F7}" srcOrd="2" destOrd="0" presId="urn:microsoft.com/office/officeart/2005/8/layout/hierarchy2"/>
    <dgm:cxn modelId="{BB5C1208-3B74-45CA-A4D5-B9A58FBDCFCF}" type="presParOf" srcId="{B26C117E-9888-4CC0-A62E-ED23D55864F7}" destId="{6E7E9D85-0AA0-49C3-86CD-89D4A55134AD}" srcOrd="0" destOrd="0" presId="urn:microsoft.com/office/officeart/2005/8/layout/hierarchy2"/>
    <dgm:cxn modelId="{25AFA17B-5520-4617-BB70-EA01799A32A6}" type="presParOf" srcId="{E38DF726-4B10-430B-B636-3F3C483C0176}" destId="{A31DA920-EBEB-4D6D-82A4-88535898D4AB}" srcOrd="3" destOrd="0" presId="urn:microsoft.com/office/officeart/2005/8/layout/hierarchy2"/>
    <dgm:cxn modelId="{1020A8ED-5A64-43F6-AB09-C41D9963108D}" type="presParOf" srcId="{A31DA920-EBEB-4D6D-82A4-88535898D4AB}" destId="{1AB4B1A2-9DB1-41A3-9A6E-31ACDE138E84}" srcOrd="0" destOrd="0" presId="urn:microsoft.com/office/officeart/2005/8/layout/hierarchy2"/>
    <dgm:cxn modelId="{E62EF557-D533-4C1F-AF15-0A7D2CD61B61}" type="presParOf" srcId="{A31DA920-EBEB-4D6D-82A4-88535898D4AB}" destId="{7845F1A8-8D47-496D-8304-3C1710D569DF}" srcOrd="1" destOrd="0" presId="urn:microsoft.com/office/officeart/2005/8/layout/hierarchy2"/>
    <dgm:cxn modelId="{D6D99472-03A8-42AE-9DE4-086B5E33CFA8}" type="presParOf" srcId="{1B599515-C74A-4A68-B1CF-2886515826A5}" destId="{D9760183-9EBC-456C-9675-121A12644189}" srcOrd="2" destOrd="0" presId="urn:microsoft.com/office/officeart/2005/8/layout/hierarchy2"/>
    <dgm:cxn modelId="{97C2755F-00FA-44F2-9B20-FEBF3800DE88}" type="presParOf" srcId="{D9760183-9EBC-456C-9675-121A12644189}" destId="{6C634C3A-7ABF-438B-BD22-AA25EDE2EF4B}" srcOrd="0" destOrd="0" presId="urn:microsoft.com/office/officeart/2005/8/layout/hierarchy2"/>
    <dgm:cxn modelId="{9BEF1EE8-F4C4-42BA-A6C9-F9E161017045}" type="presParOf" srcId="{1B599515-C74A-4A68-B1CF-2886515826A5}" destId="{7F5EFA32-B348-4A13-A187-1031C68DA060}" srcOrd="3" destOrd="0" presId="urn:microsoft.com/office/officeart/2005/8/layout/hierarchy2"/>
    <dgm:cxn modelId="{CFAB1F6A-BA9C-42D1-AC52-6C953E043F35}" type="presParOf" srcId="{7F5EFA32-B348-4A13-A187-1031C68DA060}" destId="{AA593215-E13F-430D-9F80-40796411D437}" srcOrd="0" destOrd="0" presId="urn:microsoft.com/office/officeart/2005/8/layout/hierarchy2"/>
    <dgm:cxn modelId="{D6387955-22CE-498F-B0EB-FD3A3ED318A1}" type="presParOf" srcId="{7F5EFA32-B348-4A13-A187-1031C68DA060}" destId="{D675C80D-CA7D-47BB-A13A-A9CC8967C507}" srcOrd="1" destOrd="0" presId="urn:microsoft.com/office/officeart/2005/8/layout/hierarchy2"/>
    <dgm:cxn modelId="{C941CA64-7EBE-4B09-BDCE-003512CACE91}" type="presParOf" srcId="{D675C80D-CA7D-47BB-A13A-A9CC8967C507}" destId="{83A02502-4896-4624-ADC8-EC3652B0769D}" srcOrd="0" destOrd="0" presId="urn:microsoft.com/office/officeart/2005/8/layout/hierarchy2"/>
    <dgm:cxn modelId="{5D3383BF-7B88-4D9F-880D-DC90698A654F}" type="presParOf" srcId="{83A02502-4896-4624-ADC8-EC3652B0769D}" destId="{19510923-C97B-4F38-BE3D-655343DC666E}" srcOrd="0" destOrd="0" presId="urn:microsoft.com/office/officeart/2005/8/layout/hierarchy2"/>
    <dgm:cxn modelId="{E165BFD7-6240-429F-AE59-FF6CF484155B}" type="presParOf" srcId="{D675C80D-CA7D-47BB-A13A-A9CC8967C507}" destId="{8CF1DE8E-C906-4426-BD19-960A1D74F634}" srcOrd="1" destOrd="0" presId="urn:microsoft.com/office/officeart/2005/8/layout/hierarchy2"/>
    <dgm:cxn modelId="{68026A32-E225-4E36-B72E-E3CFEFFF6C03}" type="presParOf" srcId="{8CF1DE8E-C906-4426-BD19-960A1D74F634}" destId="{93909B49-F2F4-4DC3-975D-EBB2F06E25E8}" srcOrd="0" destOrd="0" presId="urn:microsoft.com/office/officeart/2005/8/layout/hierarchy2"/>
    <dgm:cxn modelId="{83C84D4C-B585-4168-A833-28F3204FC37D}" type="presParOf" srcId="{8CF1DE8E-C906-4426-BD19-960A1D74F634}" destId="{FBC2B40A-52A8-48E5-AE34-85E266D3734F}" srcOrd="1" destOrd="0" presId="urn:microsoft.com/office/officeart/2005/8/layout/hierarchy2"/>
    <dgm:cxn modelId="{7BF06A66-B815-4333-9477-D458B6FB15D1}" type="presParOf" srcId="{D675C80D-CA7D-47BB-A13A-A9CC8967C507}" destId="{7E7DD403-F3CD-4C0F-80FA-BB5C80C79DE4}" srcOrd="2" destOrd="0" presId="urn:microsoft.com/office/officeart/2005/8/layout/hierarchy2"/>
    <dgm:cxn modelId="{C177795D-C65A-49D4-8502-833AFFE88B20}" type="presParOf" srcId="{7E7DD403-F3CD-4C0F-80FA-BB5C80C79DE4}" destId="{7FDD42BF-3FAD-471C-91D5-6E7B2D2A761E}" srcOrd="0" destOrd="0" presId="urn:microsoft.com/office/officeart/2005/8/layout/hierarchy2"/>
    <dgm:cxn modelId="{B9777390-5C4B-4106-9A5F-373CE902B408}" type="presParOf" srcId="{D675C80D-CA7D-47BB-A13A-A9CC8967C507}" destId="{77D5AB90-1FA9-4E63-8A62-BE3FBF3AA710}" srcOrd="3" destOrd="0" presId="urn:microsoft.com/office/officeart/2005/8/layout/hierarchy2"/>
    <dgm:cxn modelId="{F8290E41-7E10-4203-9AC5-967DD8714439}" type="presParOf" srcId="{77D5AB90-1FA9-4E63-8A62-BE3FBF3AA710}" destId="{704AC999-B3BA-49DA-87D6-504221C4ED31}" srcOrd="0" destOrd="0" presId="urn:microsoft.com/office/officeart/2005/8/layout/hierarchy2"/>
    <dgm:cxn modelId="{34957D25-9ECE-4C8C-8AB8-DE592BDC7DB7}" type="presParOf" srcId="{77D5AB90-1FA9-4E63-8A62-BE3FBF3AA710}" destId="{427D6EB7-D924-4BD4-AF06-CE2C07A0F9FF}" srcOrd="1" destOrd="0" presId="urn:microsoft.com/office/officeart/2005/8/layout/hierarchy2"/>
    <dgm:cxn modelId="{08F45E74-5C14-45E6-B0B5-F9C330F0B5DF}" type="presParOf" srcId="{D675C80D-CA7D-47BB-A13A-A9CC8967C507}" destId="{BF9936ED-199A-4676-8D7D-530E9A09AB00}" srcOrd="4" destOrd="0" presId="urn:microsoft.com/office/officeart/2005/8/layout/hierarchy2"/>
    <dgm:cxn modelId="{A9849119-F3A5-4173-8202-42272727E710}" type="presParOf" srcId="{BF9936ED-199A-4676-8D7D-530E9A09AB00}" destId="{22B74335-D9B3-4DE0-8868-8F1366099C91}" srcOrd="0" destOrd="0" presId="urn:microsoft.com/office/officeart/2005/8/layout/hierarchy2"/>
    <dgm:cxn modelId="{6AA008BF-2A5D-4492-9A8C-61E42C6B3ACF}" type="presParOf" srcId="{D675C80D-CA7D-47BB-A13A-A9CC8967C507}" destId="{29EDC899-A23F-4766-8058-EB41E489D617}" srcOrd="5" destOrd="0" presId="urn:microsoft.com/office/officeart/2005/8/layout/hierarchy2"/>
    <dgm:cxn modelId="{4D04D3B0-0A8E-45AB-8A0B-808A108F5473}" type="presParOf" srcId="{29EDC899-A23F-4766-8058-EB41E489D617}" destId="{6F3F6D3F-BEFC-4883-B9B2-3315797950A3}" srcOrd="0" destOrd="0" presId="urn:microsoft.com/office/officeart/2005/8/layout/hierarchy2"/>
    <dgm:cxn modelId="{4A220E0E-F6C1-424C-8419-3B2E5E760C7D}" type="presParOf" srcId="{29EDC899-A23F-4766-8058-EB41E489D617}" destId="{0F3C8353-D50B-478C-978A-6A4745AA6A84}" srcOrd="1" destOrd="0" presId="urn:microsoft.com/office/officeart/2005/8/layout/hierarchy2"/>
    <dgm:cxn modelId="{88FEB7B7-6F04-4562-A76F-D9B9ECCD5436}" type="presParOf" srcId="{3C6D074C-05BA-4BFD-BAC6-0FE16634BAFE}" destId="{CE87BDC8-43F6-4074-BC66-52F2470D4077}" srcOrd="2" destOrd="0" presId="urn:microsoft.com/office/officeart/2005/8/layout/hierarchy2"/>
    <dgm:cxn modelId="{224E4A98-4188-457D-9BD5-887153FC31BC}" type="presParOf" srcId="{CE87BDC8-43F6-4074-BC66-52F2470D4077}" destId="{B44E5F62-B5D7-45BC-A481-8C3F60E4281A}" srcOrd="0" destOrd="0" presId="urn:microsoft.com/office/officeart/2005/8/layout/hierarchy2"/>
    <dgm:cxn modelId="{84B6C962-61D9-4108-A68D-A5449FCB9213}" type="presParOf" srcId="{3C6D074C-05BA-4BFD-BAC6-0FE16634BAFE}" destId="{8E92D164-0943-4AE0-AB41-1645B88D5916}" srcOrd="3" destOrd="0" presId="urn:microsoft.com/office/officeart/2005/8/layout/hierarchy2"/>
    <dgm:cxn modelId="{148136EE-DEE0-4687-8D69-17E30EF69ED1}" type="presParOf" srcId="{8E92D164-0943-4AE0-AB41-1645B88D5916}" destId="{E1B71145-A362-4A4D-8FD7-B415793251DD}" srcOrd="0" destOrd="0" presId="urn:microsoft.com/office/officeart/2005/8/layout/hierarchy2"/>
    <dgm:cxn modelId="{CD0793EE-D7E6-4534-B186-D7C093F3DD69}" type="presParOf" srcId="{8E92D164-0943-4AE0-AB41-1645B88D5916}" destId="{000CB8D8-EFA6-4C7D-A1BB-011918D8CA1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C3781D-B1C6-4357-B589-ECE08236D003}"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D8E1F4B0-888F-46F9-804C-487358EF83E2}">
      <dgm:prSet phldrT="[文本]"/>
      <dgm:spPr/>
      <dgm:t>
        <a:bodyPr/>
        <a:lstStyle/>
        <a:p>
          <a:r>
            <a:rPr lang="zh-CN" altLang="en-US" b="1" dirty="0">
              <a:solidFill>
                <a:schemeClr val="tx1"/>
              </a:solidFill>
            </a:rPr>
            <a:t>数据模型</a:t>
          </a:r>
        </a:p>
      </dgm:t>
    </dgm:pt>
    <dgm:pt modelId="{75EB97A6-7908-46FF-8F73-4173B85F11F9}" type="parTrans" cxnId="{62272D39-96AD-419C-A410-46F41A0AC16B}">
      <dgm:prSet/>
      <dgm:spPr/>
      <dgm:t>
        <a:bodyPr/>
        <a:lstStyle/>
        <a:p>
          <a:endParaRPr lang="zh-CN" altLang="en-US" b="1">
            <a:solidFill>
              <a:schemeClr val="tx1"/>
            </a:solidFill>
          </a:endParaRPr>
        </a:p>
      </dgm:t>
    </dgm:pt>
    <dgm:pt modelId="{205C98C8-6CF1-4076-9616-7B4806DC6FB2}" type="sibTrans" cxnId="{62272D39-96AD-419C-A410-46F41A0AC16B}">
      <dgm:prSet/>
      <dgm:spPr/>
      <dgm:t>
        <a:bodyPr/>
        <a:lstStyle/>
        <a:p>
          <a:endParaRPr lang="zh-CN" altLang="en-US" b="1">
            <a:solidFill>
              <a:schemeClr val="tx1"/>
            </a:solidFill>
          </a:endParaRPr>
        </a:p>
      </dgm:t>
    </dgm:pt>
    <dgm:pt modelId="{FEECFD6D-FC15-4C6F-BB12-EC70756A3558}">
      <dgm:prSet phldrT="[文本]"/>
      <dgm:spPr/>
      <dgm:t>
        <a:bodyPr/>
        <a:lstStyle/>
        <a:p>
          <a:r>
            <a:rPr lang="zh-CN" altLang="en-US" b="1" dirty="0">
              <a:solidFill>
                <a:schemeClr val="tx1"/>
              </a:solidFill>
            </a:rPr>
            <a:t>逻辑数据模型</a:t>
          </a:r>
        </a:p>
      </dgm:t>
    </dgm:pt>
    <dgm:pt modelId="{B318DB0D-5D5E-4EA2-9C1E-828490A16885}" type="parTrans" cxnId="{484CB417-5FF9-4C5B-B498-1E8B054DF85A}">
      <dgm:prSet/>
      <dgm:spPr/>
      <dgm:t>
        <a:bodyPr/>
        <a:lstStyle/>
        <a:p>
          <a:endParaRPr lang="zh-CN" altLang="en-US" b="1">
            <a:solidFill>
              <a:schemeClr val="tx1"/>
            </a:solidFill>
          </a:endParaRPr>
        </a:p>
      </dgm:t>
    </dgm:pt>
    <dgm:pt modelId="{ECD38BA7-3B1F-4C18-AAA9-4B16B2C114DF}" type="sibTrans" cxnId="{484CB417-5FF9-4C5B-B498-1E8B054DF85A}">
      <dgm:prSet/>
      <dgm:spPr/>
      <dgm:t>
        <a:bodyPr/>
        <a:lstStyle/>
        <a:p>
          <a:endParaRPr lang="zh-CN" altLang="en-US" b="1">
            <a:solidFill>
              <a:schemeClr val="tx1"/>
            </a:solidFill>
          </a:endParaRPr>
        </a:p>
      </dgm:t>
    </dgm:pt>
    <dgm:pt modelId="{8C41D9F9-BFA3-4726-B916-E3A9B6D1E5F8}">
      <dgm:prSet phldrT="[文本]"/>
      <dgm:spPr/>
      <dgm:t>
        <a:bodyPr/>
        <a:lstStyle/>
        <a:p>
          <a:r>
            <a:rPr lang="zh-CN" altLang="en-US" b="1" dirty="0">
              <a:solidFill>
                <a:schemeClr val="tx1"/>
              </a:solidFill>
            </a:rPr>
            <a:t>基于对象</a:t>
          </a:r>
        </a:p>
      </dgm:t>
    </dgm:pt>
    <dgm:pt modelId="{5DBC54C8-CF75-4676-8082-0515B7C4CAB5}" type="parTrans" cxnId="{4C06BC66-57BF-4B10-8D64-639CB6CBD217}">
      <dgm:prSet/>
      <dgm:spPr/>
      <dgm:t>
        <a:bodyPr/>
        <a:lstStyle/>
        <a:p>
          <a:endParaRPr lang="zh-CN" altLang="en-US" b="1">
            <a:solidFill>
              <a:schemeClr val="tx1"/>
            </a:solidFill>
          </a:endParaRPr>
        </a:p>
      </dgm:t>
    </dgm:pt>
    <dgm:pt modelId="{10A04467-92C6-414A-8DF3-DEB02DC8A8FE}" type="sibTrans" cxnId="{4C06BC66-57BF-4B10-8D64-639CB6CBD217}">
      <dgm:prSet/>
      <dgm:spPr/>
      <dgm:t>
        <a:bodyPr/>
        <a:lstStyle/>
        <a:p>
          <a:endParaRPr lang="zh-CN" altLang="en-US" b="1">
            <a:solidFill>
              <a:schemeClr val="tx1"/>
            </a:solidFill>
          </a:endParaRPr>
        </a:p>
      </dgm:t>
    </dgm:pt>
    <dgm:pt modelId="{C08133DE-EA54-4803-AB1A-7E0E6E28BD30}">
      <dgm:prSet phldrT="[文本]"/>
      <dgm:spPr/>
      <dgm:t>
        <a:bodyPr/>
        <a:lstStyle/>
        <a:p>
          <a:r>
            <a:rPr lang="zh-CN" altLang="en-US" b="1" dirty="0">
              <a:solidFill>
                <a:schemeClr val="tx1"/>
              </a:solidFill>
            </a:rPr>
            <a:t>基于记录</a:t>
          </a:r>
        </a:p>
      </dgm:t>
    </dgm:pt>
    <dgm:pt modelId="{E8C8B638-B832-4F60-9536-EB58B769503A}" type="parTrans" cxnId="{AB557275-AABE-42F6-BAD1-1D7F98EAB684}">
      <dgm:prSet/>
      <dgm:spPr/>
      <dgm:t>
        <a:bodyPr/>
        <a:lstStyle/>
        <a:p>
          <a:endParaRPr lang="zh-CN" altLang="en-US" b="1">
            <a:solidFill>
              <a:schemeClr val="tx1"/>
            </a:solidFill>
          </a:endParaRPr>
        </a:p>
      </dgm:t>
    </dgm:pt>
    <dgm:pt modelId="{47E75017-74E4-45AD-9970-CB130D25EE86}" type="sibTrans" cxnId="{AB557275-AABE-42F6-BAD1-1D7F98EAB684}">
      <dgm:prSet/>
      <dgm:spPr/>
      <dgm:t>
        <a:bodyPr/>
        <a:lstStyle/>
        <a:p>
          <a:endParaRPr lang="zh-CN" altLang="en-US" b="1">
            <a:solidFill>
              <a:schemeClr val="tx1"/>
            </a:solidFill>
          </a:endParaRPr>
        </a:p>
      </dgm:t>
    </dgm:pt>
    <dgm:pt modelId="{A9997443-7A4B-4CF0-8642-19B46FC9B715}">
      <dgm:prSet phldrT="[文本]"/>
      <dgm:spPr/>
      <dgm:t>
        <a:bodyPr/>
        <a:lstStyle/>
        <a:p>
          <a:r>
            <a:rPr lang="zh-CN" altLang="en-US" b="1" dirty="0">
              <a:solidFill>
                <a:schemeClr val="tx1"/>
              </a:solidFill>
            </a:rPr>
            <a:t>物理数据模型</a:t>
          </a:r>
        </a:p>
      </dgm:t>
    </dgm:pt>
    <dgm:pt modelId="{E660A4B1-B21C-4F6A-AF21-30F26851892D}" type="parTrans" cxnId="{81A4FE46-FDDF-43F5-82E7-DD5F2614C686}">
      <dgm:prSet/>
      <dgm:spPr/>
      <dgm:t>
        <a:bodyPr/>
        <a:lstStyle/>
        <a:p>
          <a:endParaRPr lang="zh-CN" altLang="en-US" b="1">
            <a:solidFill>
              <a:schemeClr val="tx1"/>
            </a:solidFill>
          </a:endParaRPr>
        </a:p>
      </dgm:t>
    </dgm:pt>
    <dgm:pt modelId="{5032C197-829F-450F-AD96-F77DE9123684}" type="sibTrans" cxnId="{81A4FE46-FDDF-43F5-82E7-DD5F2614C686}">
      <dgm:prSet/>
      <dgm:spPr/>
      <dgm:t>
        <a:bodyPr/>
        <a:lstStyle/>
        <a:p>
          <a:endParaRPr lang="zh-CN" altLang="en-US" b="1">
            <a:solidFill>
              <a:schemeClr val="tx1"/>
            </a:solidFill>
          </a:endParaRPr>
        </a:p>
      </dgm:t>
    </dgm:pt>
    <dgm:pt modelId="{743427D5-DB92-45E4-A090-04558C5A6CD0}">
      <dgm:prSet phldrT="[文本]"/>
      <dgm:spPr/>
      <dgm:t>
        <a:bodyPr/>
        <a:lstStyle/>
        <a:p>
          <a:r>
            <a:rPr lang="zh-CN" altLang="en-US" b="1" dirty="0">
              <a:solidFill>
                <a:schemeClr val="tx1"/>
              </a:solidFill>
            </a:rPr>
            <a:t>实体关系模型</a:t>
          </a:r>
        </a:p>
      </dgm:t>
    </dgm:pt>
    <dgm:pt modelId="{B08EC730-0B77-4598-9777-8185C75FBE38}" type="parTrans" cxnId="{8B581618-4115-413D-B4A7-1F007A2DF699}">
      <dgm:prSet/>
      <dgm:spPr/>
      <dgm:t>
        <a:bodyPr/>
        <a:lstStyle/>
        <a:p>
          <a:endParaRPr lang="zh-CN" altLang="en-US" b="1">
            <a:solidFill>
              <a:schemeClr val="tx1"/>
            </a:solidFill>
          </a:endParaRPr>
        </a:p>
      </dgm:t>
    </dgm:pt>
    <dgm:pt modelId="{65A9B3F9-7D35-447C-B2D2-1BEFA2B75028}" type="sibTrans" cxnId="{8B581618-4115-413D-B4A7-1F007A2DF699}">
      <dgm:prSet/>
      <dgm:spPr/>
      <dgm:t>
        <a:bodyPr/>
        <a:lstStyle/>
        <a:p>
          <a:endParaRPr lang="zh-CN" altLang="en-US" b="1">
            <a:solidFill>
              <a:schemeClr val="tx1"/>
            </a:solidFill>
          </a:endParaRPr>
        </a:p>
      </dgm:t>
    </dgm:pt>
    <dgm:pt modelId="{2CE9C0BD-E13B-4E04-A598-00D3C38D0D84}">
      <dgm:prSet phldrT="[文本]"/>
      <dgm:spPr/>
      <dgm:t>
        <a:bodyPr/>
        <a:lstStyle/>
        <a:p>
          <a:r>
            <a:rPr lang="zh-CN" altLang="en-US" b="1" dirty="0">
              <a:solidFill>
                <a:schemeClr val="tx1"/>
              </a:solidFill>
            </a:rPr>
            <a:t>面向对象</a:t>
          </a:r>
        </a:p>
      </dgm:t>
    </dgm:pt>
    <dgm:pt modelId="{D7608426-1973-4672-A058-2FD4552A936A}" type="parTrans" cxnId="{29491848-3BBA-4315-930E-588205690AA5}">
      <dgm:prSet/>
      <dgm:spPr/>
      <dgm:t>
        <a:bodyPr/>
        <a:lstStyle/>
        <a:p>
          <a:endParaRPr lang="zh-CN" altLang="en-US" b="1">
            <a:solidFill>
              <a:schemeClr val="tx1"/>
            </a:solidFill>
          </a:endParaRPr>
        </a:p>
      </dgm:t>
    </dgm:pt>
    <dgm:pt modelId="{F894BD86-DBA6-4ED7-BB07-9ECB5AEE156C}" type="sibTrans" cxnId="{29491848-3BBA-4315-930E-588205690AA5}">
      <dgm:prSet/>
      <dgm:spPr/>
      <dgm:t>
        <a:bodyPr/>
        <a:lstStyle/>
        <a:p>
          <a:endParaRPr lang="zh-CN" altLang="en-US" b="1">
            <a:solidFill>
              <a:schemeClr val="tx1"/>
            </a:solidFill>
          </a:endParaRPr>
        </a:p>
      </dgm:t>
    </dgm:pt>
    <dgm:pt modelId="{F5B58512-9EB2-40FC-AD82-368C28755B6C}">
      <dgm:prSet phldrT="[文本]"/>
      <dgm:spPr/>
      <dgm:t>
        <a:bodyPr/>
        <a:lstStyle/>
        <a:p>
          <a:r>
            <a:rPr lang="zh-CN" altLang="en-US" b="1" dirty="0">
              <a:solidFill>
                <a:schemeClr val="tx1"/>
              </a:solidFill>
            </a:rPr>
            <a:t>关系模型</a:t>
          </a:r>
        </a:p>
      </dgm:t>
    </dgm:pt>
    <dgm:pt modelId="{2DE23233-0DBC-4928-B0E7-865CF8335AF9}" type="parTrans" cxnId="{1370E146-E94B-46B8-86AD-1A2C5AEDC626}">
      <dgm:prSet/>
      <dgm:spPr/>
      <dgm:t>
        <a:bodyPr/>
        <a:lstStyle/>
        <a:p>
          <a:endParaRPr lang="zh-CN" altLang="en-US" b="1">
            <a:solidFill>
              <a:schemeClr val="tx1"/>
            </a:solidFill>
          </a:endParaRPr>
        </a:p>
      </dgm:t>
    </dgm:pt>
    <dgm:pt modelId="{A50DA702-0824-4A5D-BA51-35D714CD8B73}" type="sibTrans" cxnId="{1370E146-E94B-46B8-86AD-1A2C5AEDC626}">
      <dgm:prSet/>
      <dgm:spPr/>
      <dgm:t>
        <a:bodyPr/>
        <a:lstStyle/>
        <a:p>
          <a:endParaRPr lang="zh-CN" altLang="en-US" b="1">
            <a:solidFill>
              <a:schemeClr val="tx1"/>
            </a:solidFill>
          </a:endParaRPr>
        </a:p>
      </dgm:t>
    </dgm:pt>
    <dgm:pt modelId="{D37760B8-31EC-44C9-A9A3-2F79B720C366}">
      <dgm:prSet phldrT="[文本]"/>
      <dgm:spPr/>
      <dgm:t>
        <a:bodyPr/>
        <a:lstStyle/>
        <a:p>
          <a:r>
            <a:rPr lang="zh-CN" altLang="en-US" b="1" dirty="0">
              <a:solidFill>
                <a:schemeClr val="tx1"/>
              </a:solidFill>
            </a:rPr>
            <a:t>网状模型</a:t>
          </a:r>
        </a:p>
      </dgm:t>
    </dgm:pt>
    <dgm:pt modelId="{D3D3D9FA-E797-4061-95FE-73C35FECC6B4}" type="parTrans" cxnId="{17B039F4-746D-495C-89A9-7FECDD910311}">
      <dgm:prSet/>
      <dgm:spPr/>
      <dgm:t>
        <a:bodyPr/>
        <a:lstStyle/>
        <a:p>
          <a:endParaRPr lang="zh-CN" altLang="en-US" b="1">
            <a:solidFill>
              <a:schemeClr val="tx1"/>
            </a:solidFill>
          </a:endParaRPr>
        </a:p>
      </dgm:t>
    </dgm:pt>
    <dgm:pt modelId="{F30BB879-5343-4C18-833B-178D6D14DA06}" type="sibTrans" cxnId="{17B039F4-746D-495C-89A9-7FECDD910311}">
      <dgm:prSet/>
      <dgm:spPr/>
      <dgm:t>
        <a:bodyPr/>
        <a:lstStyle/>
        <a:p>
          <a:endParaRPr lang="zh-CN" altLang="en-US" b="1">
            <a:solidFill>
              <a:schemeClr val="tx1"/>
            </a:solidFill>
          </a:endParaRPr>
        </a:p>
      </dgm:t>
    </dgm:pt>
    <dgm:pt modelId="{F6535B56-64AB-4C03-85EE-79D2625AF9A1}">
      <dgm:prSet phldrT="[文本]"/>
      <dgm:spPr/>
      <dgm:t>
        <a:bodyPr/>
        <a:lstStyle/>
        <a:p>
          <a:r>
            <a:rPr lang="zh-CN" altLang="en-US" b="1" dirty="0">
              <a:solidFill>
                <a:schemeClr val="tx1"/>
              </a:solidFill>
            </a:rPr>
            <a:t>层次模型</a:t>
          </a:r>
        </a:p>
      </dgm:t>
    </dgm:pt>
    <dgm:pt modelId="{82D5E65A-31B1-4831-959F-9D5F4B04AA31}" type="parTrans" cxnId="{F81BE5B6-4917-4533-B3D2-0E4C4ACDF0CA}">
      <dgm:prSet/>
      <dgm:spPr/>
      <dgm:t>
        <a:bodyPr/>
        <a:lstStyle/>
        <a:p>
          <a:endParaRPr lang="zh-CN" altLang="en-US" b="1">
            <a:solidFill>
              <a:schemeClr val="tx1"/>
            </a:solidFill>
          </a:endParaRPr>
        </a:p>
      </dgm:t>
    </dgm:pt>
    <dgm:pt modelId="{201A6654-287A-40F3-AEFB-5540E75904BD}" type="sibTrans" cxnId="{F81BE5B6-4917-4533-B3D2-0E4C4ACDF0CA}">
      <dgm:prSet/>
      <dgm:spPr/>
      <dgm:t>
        <a:bodyPr/>
        <a:lstStyle/>
        <a:p>
          <a:endParaRPr lang="zh-CN" altLang="en-US" b="1">
            <a:solidFill>
              <a:schemeClr val="tx1"/>
            </a:solidFill>
          </a:endParaRPr>
        </a:p>
      </dgm:t>
    </dgm:pt>
    <dgm:pt modelId="{74863395-A680-490B-B438-B3F5F9F09EB7}" type="pres">
      <dgm:prSet presAssocID="{D6C3781D-B1C6-4357-B589-ECE08236D003}" presName="diagram" presStyleCnt="0">
        <dgm:presLayoutVars>
          <dgm:chPref val="1"/>
          <dgm:dir/>
          <dgm:animOne val="branch"/>
          <dgm:animLvl val="lvl"/>
          <dgm:resizeHandles val="exact"/>
        </dgm:presLayoutVars>
      </dgm:prSet>
      <dgm:spPr/>
    </dgm:pt>
    <dgm:pt modelId="{0BE6918E-FB2A-4498-A174-E7382F6AEAE1}" type="pres">
      <dgm:prSet presAssocID="{D8E1F4B0-888F-46F9-804C-487358EF83E2}" presName="root1" presStyleCnt="0"/>
      <dgm:spPr/>
    </dgm:pt>
    <dgm:pt modelId="{32535202-EC7A-4460-9472-3B26C92E746F}" type="pres">
      <dgm:prSet presAssocID="{D8E1F4B0-888F-46F9-804C-487358EF83E2}" presName="LevelOneTextNode" presStyleLbl="node0" presStyleIdx="0" presStyleCnt="1" custLinFactNeighborX="-29661" custLinFactNeighborY="-11990">
        <dgm:presLayoutVars>
          <dgm:chPref val="3"/>
        </dgm:presLayoutVars>
      </dgm:prSet>
      <dgm:spPr/>
    </dgm:pt>
    <dgm:pt modelId="{3C6D074C-05BA-4BFD-BAC6-0FE16634BAFE}" type="pres">
      <dgm:prSet presAssocID="{D8E1F4B0-888F-46F9-804C-487358EF83E2}" presName="level2hierChild" presStyleCnt="0"/>
      <dgm:spPr/>
    </dgm:pt>
    <dgm:pt modelId="{879B5D2F-7594-4660-92EB-C6B011DC3AB4}" type="pres">
      <dgm:prSet presAssocID="{B318DB0D-5D5E-4EA2-9C1E-828490A16885}" presName="conn2-1" presStyleLbl="parChTrans1D2" presStyleIdx="0" presStyleCnt="2"/>
      <dgm:spPr/>
    </dgm:pt>
    <dgm:pt modelId="{622BE30D-93DC-44B4-93B4-7AC684F2E2B6}" type="pres">
      <dgm:prSet presAssocID="{B318DB0D-5D5E-4EA2-9C1E-828490A16885}" presName="connTx" presStyleLbl="parChTrans1D2" presStyleIdx="0" presStyleCnt="2"/>
      <dgm:spPr/>
    </dgm:pt>
    <dgm:pt modelId="{17A97370-D90A-4611-8A73-CDE90D86F4E6}" type="pres">
      <dgm:prSet presAssocID="{FEECFD6D-FC15-4C6F-BB12-EC70756A3558}" presName="root2" presStyleCnt="0"/>
      <dgm:spPr/>
    </dgm:pt>
    <dgm:pt modelId="{87A7B610-F04D-448D-8855-AA58DF582B95}" type="pres">
      <dgm:prSet presAssocID="{FEECFD6D-FC15-4C6F-BB12-EC70756A3558}" presName="LevelTwoTextNode" presStyleLbl="node2" presStyleIdx="0" presStyleCnt="2" custLinFactNeighborX="-22456" custLinFactNeighborY="-1975">
        <dgm:presLayoutVars>
          <dgm:chPref val="3"/>
        </dgm:presLayoutVars>
      </dgm:prSet>
      <dgm:spPr/>
    </dgm:pt>
    <dgm:pt modelId="{1B599515-C74A-4A68-B1CF-2886515826A5}" type="pres">
      <dgm:prSet presAssocID="{FEECFD6D-FC15-4C6F-BB12-EC70756A3558}" presName="level3hierChild" presStyleCnt="0"/>
      <dgm:spPr/>
    </dgm:pt>
    <dgm:pt modelId="{E9777523-3B42-44F2-9066-C677E77D90BB}" type="pres">
      <dgm:prSet presAssocID="{5DBC54C8-CF75-4676-8082-0515B7C4CAB5}" presName="conn2-1" presStyleLbl="parChTrans1D3" presStyleIdx="0" presStyleCnt="2"/>
      <dgm:spPr/>
    </dgm:pt>
    <dgm:pt modelId="{39EC321C-B55D-4698-9FB6-0F285F7D281D}" type="pres">
      <dgm:prSet presAssocID="{5DBC54C8-CF75-4676-8082-0515B7C4CAB5}" presName="connTx" presStyleLbl="parChTrans1D3" presStyleIdx="0" presStyleCnt="2"/>
      <dgm:spPr/>
    </dgm:pt>
    <dgm:pt modelId="{4C767B0B-49E1-4F9C-B17C-8DF3AC10CE7E}" type="pres">
      <dgm:prSet presAssocID="{8C41D9F9-BFA3-4726-B916-E3A9B6D1E5F8}" presName="root2" presStyleCnt="0"/>
      <dgm:spPr/>
    </dgm:pt>
    <dgm:pt modelId="{0546864D-C247-42C2-94CE-3F8A515444AF}" type="pres">
      <dgm:prSet presAssocID="{8C41D9F9-BFA3-4726-B916-E3A9B6D1E5F8}" presName="LevelTwoTextNode" presStyleLbl="node3" presStyleIdx="0" presStyleCnt="2" custLinFactNeighborX="-15251" custLinFactNeighborY="18313">
        <dgm:presLayoutVars>
          <dgm:chPref val="3"/>
        </dgm:presLayoutVars>
      </dgm:prSet>
      <dgm:spPr/>
    </dgm:pt>
    <dgm:pt modelId="{E38DF726-4B10-430B-B636-3F3C483C0176}" type="pres">
      <dgm:prSet presAssocID="{8C41D9F9-BFA3-4726-B916-E3A9B6D1E5F8}" presName="level3hierChild" presStyleCnt="0"/>
      <dgm:spPr/>
    </dgm:pt>
    <dgm:pt modelId="{A2B791AC-27F6-4241-83D0-9ED7273C9974}" type="pres">
      <dgm:prSet presAssocID="{B08EC730-0B77-4598-9777-8185C75FBE38}" presName="conn2-1" presStyleLbl="parChTrans1D4" presStyleIdx="0" presStyleCnt="5"/>
      <dgm:spPr/>
    </dgm:pt>
    <dgm:pt modelId="{F08B19EB-33E6-4A7B-A6A4-5ADCDA1E1CB0}" type="pres">
      <dgm:prSet presAssocID="{B08EC730-0B77-4598-9777-8185C75FBE38}" presName="connTx" presStyleLbl="parChTrans1D4" presStyleIdx="0" presStyleCnt="5"/>
      <dgm:spPr/>
    </dgm:pt>
    <dgm:pt modelId="{8A8B535E-0446-44F8-B4AB-A2364FB04F80}" type="pres">
      <dgm:prSet presAssocID="{743427D5-DB92-45E4-A090-04558C5A6CD0}" presName="root2" presStyleCnt="0"/>
      <dgm:spPr/>
    </dgm:pt>
    <dgm:pt modelId="{13AB6A0F-5B59-456C-B00F-A3D929E0C624}" type="pres">
      <dgm:prSet presAssocID="{743427D5-DB92-45E4-A090-04558C5A6CD0}" presName="LevelTwoTextNode" presStyleLbl="node4" presStyleIdx="0" presStyleCnt="5">
        <dgm:presLayoutVars>
          <dgm:chPref val="3"/>
        </dgm:presLayoutVars>
      </dgm:prSet>
      <dgm:spPr/>
    </dgm:pt>
    <dgm:pt modelId="{D868172E-9DD3-4513-984E-33EFEBE90034}" type="pres">
      <dgm:prSet presAssocID="{743427D5-DB92-45E4-A090-04558C5A6CD0}" presName="level3hierChild" presStyleCnt="0"/>
      <dgm:spPr/>
    </dgm:pt>
    <dgm:pt modelId="{B26C117E-9888-4CC0-A62E-ED23D55864F7}" type="pres">
      <dgm:prSet presAssocID="{D7608426-1973-4672-A058-2FD4552A936A}" presName="conn2-1" presStyleLbl="parChTrans1D4" presStyleIdx="1" presStyleCnt="5"/>
      <dgm:spPr/>
    </dgm:pt>
    <dgm:pt modelId="{6E7E9D85-0AA0-49C3-86CD-89D4A55134AD}" type="pres">
      <dgm:prSet presAssocID="{D7608426-1973-4672-A058-2FD4552A936A}" presName="connTx" presStyleLbl="parChTrans1D4" presStyleIdx="1" presStyleCnt="5"/>
      <dgm:spPr/>
    </dgm:pt>
    <dgm:pt modelId="{A31DA920-EBEB-4D6D-82A4-88535898D4AB}" type="pres">
      <dgm:prSet presAssocID="{2CE9C0BD-E13B-4E04-A598-00D3C38D0D84}" presName="root2" presStyleCnt="0"/>
      <dgm:spPr/>
    </dgm:pt>
    <dgm:pt modelId="{1AB4B1A2-9DB1-41A3-9A6E-31ACDE138E84}" type="pres">
      <dgm:prSet presAssocID="{2CE9C0BD-E13B-4E04-A598-00D3C38D0D84}" presName="LevelTwoTextNode" presStyleLbl="node4" presStyleIdx="1" presStyleCnt="5">
        <dgm:presLayoutVars>
          <dgm:chPref val="3"/>
        </dgm:presLayoutVars>
      </dgm:prSet>
      <dgm:spPr/>
    </dgm:pt>
    <dgm:pt modelId="{7845F1A8-8D47-496D-8304-3C1710D569DF}" type="pres">
      <dgm:prSet presAssocID="{2CE9C0BD-E13B-4E04-A598-00D3C38D0D84}" presName="level3hierChild" presStyleCnt="0"/>
      <dgm:spPr/>
    </dgm:pt>
    <dgm:pt modelId="{D9760183-9EBC-456C-9675-121A12644189}" type="pres">
      <dgm:prSet presAssocID="{E8C8B638-B832-4F60-9536-EB58B769503A}" presName="conn2-1" presStyleLbl="parChTrans1D3" presStyleIdx="1" presStyleCnt="2"/>
      <dgm:spPr/>
    </dgm:pt>
    <dgm:pt modelId="{6C634C3A-7ABF-438B-BD22-AA25EDE2EF4B}" type="pres">
      <dgm:prSet presAssocID="{E8C8B638-B832-4F60-9536-EB58B769503A}" presName="connTx" presStyleLbl="parChTrans1D3" presStyleIdx="1" presStyleCnt="2"/>
      <dgm:spPr/>
    </dgm:pt>
    <dgm:pt modelId="{7F5EFA32-B348-4A13-A187-1031C68DA060}" type="pres">
      <dgm:prSet presAssocID="{C08133DE-EA54-4803-AB1A-7E0E6E28BD30}" presName="root2" presStyleCnt="0"/>
      <dgm:spPr/>
    </dgm:pt>
    <dgm:pt modelId="{AA593215-E13F-430D-9F80-40796411D437}" type="pres">
      <dgm:prSet presAssocID="{C08133DE-EA54-4803-AB1A-7E0E6E28BD30}" presName="LevelTwoTextNode" presStyleLbl="node3" presStyleIdx="1" presStyleCnt="2" custLinFactNeighborX="-5754" custLinFactNeighborY="-22263">
        <dgm:presLayoutVars>
          <dgm:chPref val="3"/>
        </dgm:presLayoutVars>
      </dgm:prSet>
      <dgm:spPr/>
    </dgm:pt>
    <dgm:pt modelId="{D675C80D-CA7D-47BB-A13A-A9CC8967C507}" type="pres">
      <dgm:prSet presAssocID="{C08133DE-EA54-4803-AB1A-7E0E6E28BD30}" presName="level3hierChild" presStyleCnt="0"/>
      <dgm:spPr/>
    </dgm:pt>
    <dgm:pt modelId="{83A02502-4896-4624-ADC8-EC3652B0769D}" type="pres">
      <dgm:prSet presAssocID="{2DE23233-0DBC-4928-B0E7-865CF8335AF9}" presName="conn2-1" presStyleLbl="parChTrans1D4" presStyleIdx="2" presStyleCnt="5"/>
      <dgm:spPr/>
    </dgm:pt>
    <dgm:pt modelId="{19510923-C97B-4F38-BE3D-655343DC666E}" type="pres">
      <dgm:prSet presAssocID="{2DE23233-0DBC-4928-B0E7-865CF8335AF9}" presName="connTx" presStyleLbl="parChTrans1D4" presStyleIdx="2" presStyleCnt="5"/>
      <dgm:spPr/>
    </dgm:pt>
    <dgm:pt modelId="{8CF1DE8E-C906-4426-BD19-960A1D74F634}" type="pres">
      <dgm:prSet presAssocID="{F5B58512-9EB2-40FC-AD82-368C28755B6C}" presName="root2" presStyleCnt="0"/>
      <dgm:spPr/>
    </dgm:pt>
    <dgm:pt modelId="{93909B49-F2F4-4DC3-975D-EBB2F06E25E8}" type="pres">
      <dgm:prSet presAssocID="{F5B58512-9EB2-40FC-AD82-368C28755B6C}" presName="LevelTwoTextNode" presStyleLbl="node4" presStyleIdx="2" presStyleCnt="5">
        <dgm:presLayoutVars>
          <dgm:chPref val="3"/>
        </dgm:presLayoutVars>
      </dgm:prSet>
      <dgm:spPr/>
    </dgm:pt>
    <dgm:pt modelId="{FBC2B40A-52A8-48E5-AE34-85E266D3734F}" type="pres">
      <dgm:prSet presAssocID="{F5B58512-9EB2-40FC-AD82-368C28755B6C}" presName="level3hierChild" presStyleCnt="0"/>
      <dgm:spPr/>
    </dgm:pt>
    <dgm:pt modelId="{7E7DD403-F3CD-4C0F-80FA-BB5C80C79DE4}" type="pres">
      <dgm:prSet presAssocID="{D3D3D9FA-E797-4061-95FE-73C35FECC6B4}" presName="conn2-1" presStyleLbl="parChTrans1D4" presStyleIdx="3" presStyleCnt="5"/>
      <dgm:spPr/>
    </dgm:pt>
    <dgm:pt modelId="{7FDD42BF-3FAD-471C-91D5-6E7B2D2A761E}" type="pres">
      <dgm:prSet presAssocID="{D3D3D9FA-E797-4061-95FE-73C35FECC6B4}" presName="connTx" presStyleLbl="parChTrans1D4" presStyleIdx="3" presStyleCnt="5"/>
      <dgm:spPr/>
    </dgm:pt>
    <dgm:pt modelId="{77D5AB90-1FA9-4E63-8A62-BE3FBF3AA710}" type="pres">
      <dgm:prSet presAssocID="{D37760B8-31EC-44C9-A9A3-2F79B720C366}" presName="root2" presStyleCnt="0"/>
      <dgm:spPr/>
    </dgm:pt>
    <dgm:pt modelId="{704AC999-B3BA-49DA-87D6-504221C4ED31}" type="pres">
      <dgm:prSet presAssocID="{D37760B8-31EC-44C9-A9A3-2F79B720C366}" presName="LevelTwoTextNode" presStyleLbl="node4" presStyleIdx="3" presStyleCnt="5">
        <dgm:presLayoutVars>
          <dgm:chPref val="3"/>
        </dgm:presLayoutVars>
      </dgm:prSet>
      <dgm:spPr/>
    </dgm:pt>
    <dgm:pt modelId="{427D6EB7-D924-4BD4-AF06-CE2C07A0F9FF}" type="pres">
      <dgm:prSet presAssocID="{D37760B8-31EC-44C9-A9A3-2F79B720C366}" presName="level3hierChild" presStyleCnt="0"/>
      <dgm:spPr/>
    </dgm:pt>
    <dgm:pt modelId="{BF9936ED-199A-4676-8D7D-530E9A09AB00}" type="pres">
      <dgm:prSet presAssocID="{82D5E65A-31B1-4831-959F-9D5F4B04AA31}" presName="conn2-1" presStyleLbl="parChTrans1D4" presStyleIdx="4" presStyleCnt="5"/>
      <dgm:spPr/>
    </dgm:pt>
    <dgm:pt modelId="{22B74335-D9B3-4DE0-8868-8F1366099C91}" type="pres">
      <dgm:prSet presAssocID="{82D5E65A-31B1-4831-959F-9D5F4B04AA31}" presName="connTx" presStyleLbl="parChTrans1D4" presStyleIdx="4" presStyleCnt="5"/>
      <dgm:spPr/>
    </dgm:pt>
    <dgm:pt modelId="{29EDC899-A23F-4766-8058-EB41E489D617}" type="pres">
      <dgm:prSet presAssocID="{F6535B56-64AB-4C03-85EE-79D2625AF9A1}" presName="root2" presStyleCnt="0"/>
      <dgm:spPr/>
    </dgm:pt>
    <dgm:pt modelId="{6F3F6D3F-BEFC-4883-B9B2-3315797950A3}" type="pres">
      <dgm:prSet presAssocID="{F6535B56-64AB-4C03-85EE-79D2625AF9A1}" presName="LevelTwoTextNode" presStyleLbl="node4" presStyleIdx="4" presStyleCnt="5">
        <dgm:presLayoutVars>
          <dgm:chPref val="3"/>
        </dgm:presLayoutVars>
      </dgm:prSet>
      <dgm:spPr/>
    </dgm:pt>
    <dgm:pt modelId="{0F3C8353-D50B-478C-978A-6A4745AA6A84}" type="pres">
      <dgm:prSet presAssocID="{F6535B56-64AB-4C03-85EE-79D2625AF9A1}" presName="level3hierChild" presStyleCnt="0"/>
      <dgm:spPr/>
    </dgm:pt>
    <dgm:pt modelId="{CE87BDC8-43F6-4074-BC66-52F2470D4077}" type="pres">
      <dgm:prSet presAssocID="{E660A4B1-B21C-4F6A-AF21-30F26851892D}" presName="conn2-1" presStyleLbl="parChTrans1D2" presStyleIdx="1" presStyleCnt="2"/>
      <dgm:spPr/>
    </dgm:pt>
    <dgm:pt modelId="{B44E5F62-B5D7-45BC-A481-8C3F60E4281A}" type="pres">
      <dgm:prSet presAssocID="{E660A4B1-B21C-4F6A-AF21-30F26851892D}" presName="connTx" presStyleLbl="parChTrans1D2" presStyleIdx="1" presStyleCnt="2"/>
      <dgm:spPr/>
    </dgm:pt>
    <dgm:pt modelId="{8E92D164-0943-4AE0-AB41-1645B88D5916}" type="pres">
      <dgm:prSet presAssocID="{A9997443-7A4B-4CF0-8642-19B46FC9B715}" presName="root2" presStyleCnt="0"/>
      <dgm:spPr/>
    </dgm:pt>
    <dgm:pt modelId="{E1B71145-A362-4A4D-8FD7-B415793251DD}" type="pres">
      <dgm:prSet presAssocID="{A9997443-7A4B-4CF0-8642-19B46FC9B715}" presName="LevelTwoTextNode" presStyleLbl="node2" presStyleIdx="1" presStyleCnt="2" custLinFactNeighborX="-22456" custLinFactNeighborY="-3010">
        <dgm:presLayoutVars>
          <dgm:chPref val="3"/>
        </dgm:presLayoutVars>
      </dgm:prSet>
      <dgm:spPr/>
    </dgm:pt>
    <dgm:pt modelId="{000CB8D8-EFA6-4C7D-A1BB-011918D8CA1B}" type="pres">
      <dgm:prSet presAssocID="{A9997443-7A4B-4CF0-8642-19B46FC9B715}" presName="level3hierChild" presStyleCnt="0"/>
      <dgm:spPr/>
    </dgm:pt>
  </dgm:ptLst>
  <dgm:cxnLst>
    <dgm:cxn modelId="{CF604F05-B4F2-43BB-BC90-34793ED8AC2A}" type="presOf" srcId="{D7608426-1973-4672-A058-2FD4552A936A}" destId="{B26C117E-9888-4CC0-A62E-ED23D55864F7}" srcOrd="0" destOrd="0" presId="urn:microsoft.com/office/officeart/2005/8/layout/hierarchy2"/>
    <dgm:cxn modelId="{AD997E07-47D6-44C7-A1F5-E80CC0C6E672}" type="presOf" srcId="{F5B58512-9EB2-40FC-AD82-368C28755B6C}" destId="{93909B49-F2F4-4DC3-975D-EBB2F06E25E8}" srcOrd="0" destOrd="0" presId="urn:microsoft.com/office/officeart/2005/8/layout/hierarchy2"/>
    <dgm:cxn modelId="{D7204615-8F61-445D-B5D0-2DA6FAC161C4}" type="presOf" srcId="{D7608426-1973-4672-A058-2FD4552A936A}" destId="{6E7E9D85-0AA0-49C3-86CD-89D4A55134AD}" srcOrd="1" destOrd="0" presId="urn:microsoft.com/office/officeart/2005/8/layout/hierarchy2"/>
    <dgm:cxn modelId="{484CB417-5FF9-4C5B-B498-1E8B054DF85A}" srcId="{D8E1F4B0-888F-46F9-804C-487358EF83E2}" destId="{FEECFD6D-FC15-4C6F-BB12-EC70756A3558}" srcOrd="0" destOrd="0" parTransId="{B318DB0D-5D5E-4EA2-9C1E-828490A16885}" sibTransId="{ECD38BA7-3B1F-4C18-AAA9-4B16B2C114DF}"/>
    <dgm:cxn modelId="{8B581618-4115-413D-B4A7-1F007A2DF699}" srcId="{8C41D9F9-BFA3-4726-B916-E3A9B6D1E5F8}" destId="{743427D5-DB92-45E4-A090-04558C5A6CD0}" srcOrd="0" destOrd="0" parTransId="{B08EC730-0B77-4598-9777-8185C75FBE38}" sibTransId="{65A9B3F9-7D35-447C-B2D2-1BEFA2B75028}"/>
    <dgm:cxn modelId="{301A4618-80C3-4CC2-9C54-6838A9CD19BE}" type="presOf" srcId="{2CE9C0BD-E13B-4E04-A598-00D3C38D0D84}" destId="{1AB4B1A2-9DB1-41A3-9A6E-31ACDE138E84}" srcOrd="0" destOrd="0" presId="urn:microsoft.com/office/officeart/2005/8/layout/hierarchy2"/>
    <dgm:cxn modelId="{10623A23-FCEA-45F7-B52F-5650658B156D}" type="presOf" srcId="{FEECFD6D-FC15-4C6F-BB12-EC70756A3558}" destId="{87A7B610-F04D-448D-8855-AA58DF582B95}" srcOrd="0" destOrd="0" presId="urn:microsoft.com/office/officeart/2005/8/layout/hierarchy2"/>
    <dgm:cxn modelId="{D8CEF224-6991-4A57-8D8C-50B35197A518}" type="presOf" srcId="{82D5E65A-31B1-4831-959F-9D5F4B04AA31}" destId="{22B74335-D9B3-4DE0-8868-8F1366099C91}" srcOrd="1" destOrd="0" presId="urn:microsoft.com/office/officeart/2005/8/layout/hierarchy2"/>
    <dgm:cxn modelId="{73718333-3BA7-4621-9504-C7D519E35DB2}" type="presOf" srcId="{B08EC730-0B77-4598-9777-8185C75FBE38}" destId="{F08B19EB-33E6-4A7B-A6A4-5ADCDA1E1CB0}" srcOrd="1" destOrd="0" presId="urn:microsoft.com/office/officeart/2005/8/layout/hierarchy2"/>
    <dgm:cxn modelId="{62272D39-96AD-419C-A410-46F41A0AC16B}" srcId="{D6C3781D-B1C6-4357-B589-ECE08236D003}" destId="{D8E1F4B0-888F-46F9-804C-487358EF83E2}" srcOrd="0" destOrd="0" parTransId="{75EB97A6-7908-46FF-8F73-4173B85F11F9}" sibTransId="{205C98C8-6CF1-4076-9616-7B4806DC6FB2}"/>
    <dgm:cxn modelId="{10724C5F-8117-4779-AC2B-659826923385}" type="presOf" srcId="{F6535B56-64AB-4C03-85EE-79D2625AF9A1}" destId="{6F3F6D3F-BEFC-4883-B9B2-3315797950A3}" srcOrd="0" destOrd="0" presId="urn:microsoft.com/office/officeart/2005/8/layout/hierarchy2"/>
    <dgm:cxn modelId="{4C06BC66-57BF-4B10-8D64-639CB6CBD217}" srcId="{FEECFD6D-FC15-4C6F-BB12-EC70756A3558}" destId="{8C41D9F9-BFA3-4726-B916-E3A9B6D1E5F8}" srcOrd="0" destOrd="0" parTransId="{5DBC54C8-CF75-4676-8082-0515B7C4CAB5}" sibTransId="{10A04467-92C6-414A-8DF3-DEB02DC8A8FE}"/>
    <dgm:cxn modelId="{1370E146-E94B-46B8-86AD-1A2C5AEDC626}" srcId="{C08133DE-EA54-4803-AB1A-7E0E6E28BD30}" destId="{F5B58512-9EB2-40FC-AD82-368C28755B6C}" srcOrd="0" destOrd="0" parTransId="{2DE23233-0DBC-4928-B0E7-865CF8335AF9}" sibTransId="{A50DA702-0824-4A5D-BA51-35D714CD8B73}"/>
    <dgm:cxn modelId="{81A4FE46-FDDF-43F5-82E7-DD5F2614C686}" srcId="{D8E1F4B0-888F-46F9-804C-487358EF83E2}" destId="{A9997443-7A4B-4CF0-8642-19B46FC9B715}" srcOrd="1" destOrd="0" parTransId="{E660A4B1-B21C-4F6A-AF21-30F26851892D}" sibTransId="{5032C197-829F-450F-AD96-F77DE9123684}"/>
    <dgm:cxn modelId="{29491848-3BBA-4315-930E-588205690AA5}" srcId="{8C41D9F9-BFA3-4726-B916-E3A9B6D1E5F8}" destId="{2CE9C0BD-E13B-4E04-A598-00D3C38D0D84}" srcOrd="1" destOrd="0" parTransId="{D7608426-1973-4672-A058-2FD4552A936A}" sibTransId="{F894BD86-DBA6-4ED7-BB07-9ECB5AEE156C}"/>
    <dgm:cxn modelId="{D9B0606A-7D7F-4C6D-BB62-C2B9EBE77BCA}" type="presOf" srcId="{E8C8B638-B832-4F60-9536-EB58B769503A}" destId="{D9760183-9EBC-456C-9675-121A12644189}" srcOrd="0" destOrd="0" presId="urn:microsoft.com/office/officeart/2005/8/layout/hierarchy2"/>
    <dgm:cxn modelId="{EB2BC14E-EFCA-42A0-BC2F-C02F2902EB9C}" type="presOf" srcId="{5DBC54C8-CF75-4676-8082-0515B7C4CAB5}" destId="{E9777523-3B42-44F2-9066-C677E77D90BB}" srcOrd="0" destOrd="0" presId="urn:microsoft.com/office/officeart/2005/8/layout/hierarchy2"/>
    <dgm:cxn modelId="{3792BB6F-7C14-49E6-84A5-7A937F25BA31}" type="presOf" srcId="{2DE23233-0DBC-4928-B0E7-865CF8335AF9}" destId="{19510923-C97B-4F38-BE3D-655343DC666E}" srcOrd="1" destOrd="0" presId="urn:microsoft.com/office/officeart/2005/8/layout/hierarchy2"/>
    <dgm:cxn modelId="{90FC7073-EE17-4888-881E-4D9218F92E09}" type="presOf" srcId="{D6C3781D-B1C6-4357-B589-ECE08236D003}" destId="{74863395-A680-490B-B438-B3F5F9F09EB7}" srcOrd="0" destOrd="0" presId="urn:microsoft.com/office/officeart/2005/8/layout/hierarchy2"/>
    <dgm:cxn modelId="{C6AD5874-910B-47B8-965C-1D75826AA623}" type="presOf" srcId="{E660A4B1-B21C-4F6A-AF21-30F26851892D}" destId="{CE87BDC8-43F6-4074-BC66-52F2470D4077}" srcOrd="0" destOrd="0" presId="urn:microsoft.com/office/officeart/2005/8/layout/hierarchy2"/>
    <dgm:cxn modelId="{AB557275-AABE-42F6-BAD1-1D7F98EAB684}" srcId="{FEECFD6D-FC15-4C6F-BB12-EC70756A3558}" destId="{C08133DE-EA54-4803-AB1A-7E0E6E28BD30}" srcOrd="1" destOrd="0" parTransId="{E8C8B638-B832-4F60-9536-EB58B769503A}" sibTransId="{47E75017-74E4-45AD-9970-CB130D25EE86}"/>
    <dgm:cxn modelId="{FBE8435A-FFAA-4ECE-BB7A-AB85BE60CF9E}" type="presOf" srcId="{B318DB0D-5D5E-4EA2-9C1E-828490A16885}" destId="{879B5D2F-7594-4660-92EB-C6B011DC3AB4}" srcOrd="0" destOrd="0" presId="urn:microsoft.com/office/officeart/2005/8/layout/hierarchy2"/>
    <dgm:cxn modelId="{E34A707B-5241-4A3A-9B20-95569B027890}" type="presOf" srcId="{D3D3D9FA-E797-4061-95FE-73C35FECC6B4}" destId="{7E7DD403-F3CD-4C0F-80FA-BB5C80C79DE4}" srcOrd="0" destOrd="0" presId="urn:microsoft.com/office/officeart/2005/8/layout/hierarchy2"/>
    <dgm:cxn modelId="{AA21F07B-AA3C-4EE9-B6A7-C4D88F186B56}" type="presOf" srcId="{743427D5-DB92-45E4-A090-04558C5A6CD0}" destId="{13AB6A0F-5B59-456C-B00F-A3D929E0C624}" srcOrd="0" destOrd="0" presId="urn:microsoft.com/office/officeart/2005/8/layout/hierarchy2"/>
    <dgm:cxn modelId="{7E73B394-604F-4826-9E56-ABDA68BBF0DA}" type="presOf" srcId="{E8C8B638-B832-4F60-9536-EB58B769503A}" destId="{6C634C3A-7ABF-438B-BD22-AA25EDE2EF4B}" srcOrd="1" destOrd="0" presId="urn:microsoft.com/office/officeart/2005/8/layout/hierarchy2"/>
    <dgm:cxn modelId="{51BE41A0-6FA1-4A93-93A3-5D2824C8603E}" type="presOf" srcId="{82D5E65A-31B1-4831-959F-9D5F4B04AA31}" destId="{BF9936ED-199A-4676-8D7D-530E9A09AB00}" srcOrd="0" destOrd="0" presId="urn:microsoft.com/office/officeart/2005/8/layout/hierarchy2"/>
    <dgm:cxn modelId="{939789A8-7284-43A9-B00F-AC4B6AC04E78}" type="presOf" srcId="{8C41D9F9-BFA3-4726-B916-E3A9B6D1E5F8}" destId="{0546864D-C247-42C2-94CE-3F8A515444AF}" srcOrd="0" destOrd="0" presId="urn:microsoft.com/office/officeart/2005/8/layout/hierarchy2"/>
    <dgm:cxn modelId="{31D77CAE-10FA-473E-855F-43E6A27AF896}" type="presOf" srcId="{E660A4B1-B21C-4F6A-AF21-30F26851892D}" destId="{B44E5F62-B5D7-45BC-A481-8C3F60E4281A}" srcOrd="1" destOrd="0" presId="urn:microsoft.com/office/officeart/2005/8/layout/hierarchy2"/>
    <dgm:cxn modelId="{995A28B2-8D6D-4F72-9B67-3F344F5E773F}" type="presOf" srcId="{D37760B8-31EC-44C9-A9A3-2F79B720C366}" destId="{704AC999-B3BA-49DA-87D6-504221C4ED31}" srcOrd="0" destOrd="0" presId="urn:microsoft.com/office/officeart/2005/8/layout/hierarchy2"/>
    <dgm:cxn modelId="{F81BE5B6-4917-4533-B3D2-0E4C4ACDF0CA}" srcId="{C08133DE-EA54-4803-AB1A-7E0E6E28BD30}" destId="{F6535B56-64AB-4C03-85EE-79D2625AF9A1}" srcOrd="2" destOrd="0" parTransId="{82D5E65A-31B1-4831-959F-9D5F4B04AA31}" sibTransId="{201A6654-287A-40F3-AEFB-5540E75904BD}"/>
    <dgm:cxn modelId="{449B40BC-D143-4EE8-84CD-2D72582686C2}" type="presOf" srcId="{5DBC54C8-CF75-4676-8082-0515B7C4CAB5}" destId="{39EC321C-B55D-4698-9FB6-0F285F7D281D}" srcOrd="1" destOrd="0" presId="urn:microsoft.com/office/officeart/2005/8/layout/hierarchy2"/>
    <dgm:cxn modelId="{7FA463D0-43E0-4017-95D7-02F99B79EEA1}" type="presOf" srcId="{D8E1F4B0-888F-46F9-804C-487358EF83E2}" destId="{32535202-EC7A-4460-9472-3B26C92E746F}" srcOrd="0" destOrd="0" presId="urn:microsoft.com/office/officeart/2005/8/layout/hierarchy2"/>
    <dgm:cxn modelId="{D0ADE1D0-24BD-4CAC-A30C-B08EE745C6BA}" type="presOf" srcId="{2DE23233-0DBC-4928-B0E7-865CF8335AF9}" destId="{83A02502-4896-4624-ADC8-EC3652B0769D}" srcOrd="0" destOrd="0" presId="urn:microsoft.com/office/officeart/2005/8/layout/hierarchy2"/>
    <dgm:cxn modelId="{73E54ED3-156E-429B-BFEA-E11286814BBE}" type="presOf" srcId="{B08EC730-0B77-4598-9777-8185C75FBE38}" destId="{A2B791AC-27F6-4241-83D0-9ED7273C9974}" srcOrd="0" destOrd="0" presId="urn:microsoft.com/office/officeart/2005/8/layout/hierarchy2"/>
    <dgm:cxn modelId="{5AC67FDA-D99A-4279-B61C-66C88A32BAD2}" type="presOf" srcId="{B318DB0D-5D5E-4EA2-9C1E-828490A16885}" destId="{622BE30D-93DC-44B4-93B4-7AC684F2E2B6}" srcOrd="1" destOrd="0" presId="urn:microsoft.com/office/officeart/2005/8/layout/hierarchy2"/>
    <dgm:cxn modelId="{C34AD4DF-F3EE-402A-9B03-35044343AEC9}" type="presOf" srcId="{A9997443-7A4B-4CF0-8642-19B46FC9B715}" destId="{E1B71145-A362-4A4D-8FD7-B415793251DD}" srcOrd="0" destOrd="0" presId="urn:microsoft.com/office/officeart/2005/8/layout/hierarchy2"/>
    <dgm:cxn modelId="{4BCCC3E0-1D5E-4E4B-A000-D539470738CA}" type="presOf" srcId="{D3D3D9FA-E797-4061-95FE-73C35FECC6B4}" destId="{7FDD42BF-3FAD-471C-91D5-6E7B2D2A761E}" srcOrd="1" destOrd="0" presId="urn:microsoft.com/office/officeart/2005/8/layout/hierarchy2"/>
    <dgm:cxn modelId="{18C8B8E7-A64E-4087-A6A9-5AED652862C1}" type="presOf" srcId="{C08133DE-EA54-4803-AB1A-7E0E6E28BD30}" destId="{AA593215-E13F-430D-9F80-40796411D437}" srcOrd="0" destOrd="0" presId="urn:microsoft.com/office/officeart/2005/8/layout/hierarchy2"/>
    <dgm:cxn modelId="{17B039F4-746D-495C-89A9-7FECDD910311}" srcId="{C08133DE-EA54-4803-AB1A-7E0E6E28BD30}" destId="{D37760B8-31EC-44C9-A9A3-2F79B720C366}" srcOrd="1" destOrd="0" parTransId="{D3D3D9FA-E797-4061-95FE-73C35FECC6B4}" sibTransId="{F30BB879-5343-4C18-833B-178D6D14DA06}"/>
    <dgm:cxn modelId="{5ED85F56-8584-4A48-B3F2-D520A12783DF}" type="presParOf" srcId="{74863395-A680-490B-B438-B3F5F9F09EB7}" destId="{0BE6918E-FB2A-4498-A174-E7382F6AEAE1}" srcOrd="0" destOrd="0" presId="urn:microsoft.com/office/officeart/2005/8/layout/hierarchy2"/>
    <dgm:cxn modelId="{15979E72-46A3-49D3-AF28-B049FE2A4E4C}" type="presParOf" srcId="{0BE6918E-FB2A-4498-A174-E7382F6AEAE1}" destId="{32535202-EC7A-4460-9472-3B26C92E746F}" srcOrd="0" destOrd="0" presId="urn:microsoft.com/office/officeart/2005/8/layout/hierarchy2"/>
    <dgm:cxn modelId="{2088A7D9-0823-489C-991E-6CDC34B76D69}" type="presParOf" srcId="{0BE6918E-FB2A-4498-A174-E7382F6AEAE1}" destId="{3C6D074C-05BA-4BFD-BAC6-0FE16634BAFE}" srcOrd="1" destOrd="0" presId="urn:microsoft.com/office/officeart/2005/8/layout/hierarchy2"/>
    <dgm:cxn modelId="{2D8656EA-2271-4F2F-9CE6-D78213B43289}" type="presParOf" srcId="{3C6D074C-05BA-4BFD-BAC6-0FE16634BAFE}" destId="{879B5D2F-7594-4660-92EB-C6B011DC3AB4}" srcOrd="0" destOrd="0" presId="urn:microsoft.com/office/officeart/2005/8/layout/hierarchy2"/>
    <dgm:cxn modelId="{A9C0E434-83DA-4F27-8B0B-DF0E12E2FF4E}" type="presParOf" srcId="{879B5D2F-7594-4660-92EB-C6B011DC3AB4}" destId="{622BE30D-93DC-44B4-93B4-7AC684F2E2B6}" srcOrd="0" destOrd="0" presId="urn:microsoft.com/office/officeart/2005/8/layout/hierarchy2"/>
    <dgm:cxn modelId="{3241D5D1-4730-4083-A3B8-AE4D923D3E09}" type="presParOf" srcId="{3C6D074C-05BA-4BFD-BAC6-0FE16634BAFE}" destId="{17A97370-D90A-4611-8A73-CDE90D86F4E6}" srcOrd="1" destOrd="0" presId="urn:microsoft.com/office/officeart/2005/8/layout/hierarchy2"/>
    <dgm:cxn modelId="{15B49D70-A668-42E6-98B6-ECC80674BB06}" type="presParOf" srcId="{17A97370-D90A-4611-8A73-CDE90D86F4E6}" destId="{87A7B610-F04D-448D-8855-AA58DF582B95}" srcOrd="0" destOrd="0" presId="urn:microsoft.com/office/officeart/2005/8/layout/hierarchy2"/>
    <dgm:cxn modelId="{A0C16453-3431-4A49-82FC-9EC96FB93DE9}" type="presParOf" srcId="{17A97370-D90A-4611-8A73-CDE90D86F4E6}" destId="{1B599515-C74A-4A68-B1CF-2886515826A5}" srcOrd="1" destOrd="0" presId="urn:microsoft.com/office/officeart/2005/8/layout/hierarchy2"/>
    <dgm:cxn modelId="{C01BD1C6-FA8B-4CE4-A671-7EB718F757FB}" type="presParOf" srcId="{1B599515-C74A-4A68-B1CF-2886515826A5}" destId="{E9777523-3B42-44F2-9066-C677E77D90BB}" srcOrd="0" destOrd="0" presId="urn:microsoft.com/office/officeart/2005/8/layout/hierarchy2"/>
    <dgm:cxn modelId="{198F1A5B-60D1-4C2B-853C-868C9F48CD2F}" type="presParOf" srcId="{E9777523-3B42-44F2-9066-C677E77D90BB}" destId="{39EC321C-B55D-4698-9FB6-0F285F7D281D}" srcOrd="0" destOrd="0" presId="urn:microsoft.com/office/officeart/2005/8/layout/hierarchy2"/>
    <dgm:cxn modelId="{2A5A9DFC-30F3-40D4-AD24-2B3D32F4E5CE}" type="presParOf" srcId="{1B599515-C74A-4A68-B1CF-2886515826A5}" destId="{4C767B0B-49E1-4F9C-B17C-8DF3AC10CE7E}" srcOrd="1" destOrd="0" presId="urn:microsoft.com/office/officeart/2005/8/layout/hierarchy2"/>
    <dgm:cxn modelId="{2F091C3B-6495-4677-AD5F-5585089E7889}" type="presParOf" srcId="{4C767B0B-49E1-4F9C-B17C-8DF3AC10CE7E}" destId="{0546864D-C247-42C2-94CE-3F8A515444AF}" srcOrd="0" destOrd="0" presId="urn:microsoft.com/office/officeart/2005/8/layout/hierarchy2"/>
    <dgm:cxn modelId="{5EAD5323-4BDA-4EFB-9383-E9E60684C4E9}" type="presParOf" srcId="{4C767B0B-49E1-4F9C-B17C-8DF3AC10CE7E}" destId="{E38DF726-4B10-430B-B636-3F3C483C0176}" srcOrd="1" destOrd="0" presId="urn:microsoft.com/office/officeart/2005/8/layout/hierarchy2"/>
    <dgm:cxn modelId="{F24E1AC7-7493-4904-BBCA-8ED102E56A65}" type="presParOf" srcId="{E38DF726-4B10-430B-B636-3F3C483C0176}" destId="{A2B791AC-27F6-4241-83D0-9ED7273C9974}" srcOrd="0" destOrd="0" presId="urn:microsoft.com/office/officeart/2005/8/layout/hierarchy2"/>
    <dgm:cxn modelId="{FB0C92BE-4A5A-48BF-AFAB-5F1D12A16B5A}" type="presParOf" srcId="{A2B791AC-27F6-4241-83D0-9ED7273C9974}" destId="{F08B19EB-33E6-4A7B-A6A4-5ADCDA1E1CB0}" srcOrd="0" destOrd="0" presId="urn:microsoft.com/office/officeart/2005/8/layout/hierarchy2"/>
    <dgm:cxn modelId="{F7C1442D-8F1A-4923-ABE3-488F3F063682}" type="presParOf" srcId="{E38DF726-4B10-430B-B636-3F3C483C0176}" destId="{8A8B535E-0446-44F8-B4AB-A2364FB04F80}" srcOrd="1" destOrd="0" presId="urn:microsoft.com/office/officeart/2005/8/layout/hierarchy2"/>
    <dgm:cxn modelId="{41C5708C-9041-483E-94F1-A73C760EF31D}" type="presParOf" srcId="{8A8B535E-0446-44F8-B4AB-A2364FB04F80}" destId="{13AB6A0F-5B59-456C-B00F-A3D929E0C624}" srcOrd="0" destOrd="0" presId="urn:microsoft.com/office/officeart/2005/8/layout/hierarchy2"/>
    <dgm:cxn modelId="{E17BA69F-72D3-4F14-8674-F1F763CC8BF5}" type="presParOf" srcId="{8A8B535E-0446-44F8-B4AB-A2364FB04F80}" destId="{D868172E-9DD3-4513-984E-33EFEBE90034}" srcOrd="1" destOrd="0" presId="urn:microsoft.com/office/officeart/2005/8/layout/hierarchy2"/>
    <dgm:cxn modelId="{9355FE76-2538-48BA-8424-698B5D5BD602}" type="presParOf" srcId="{E38DF726-4B10-430B-B636-3F3C483C0176}" destId="{B26C117E-9888-4CC0-A62E-ED23D55864F7}" srcOrd="2" destOrd="0" presId="urn:microsoft.com/office/officeart/2005/8/layout/hierarchy2"/>
    <dgm:cxn modelId="{EED34904-A36D-4944-8246-1009360E3E66}" type="presParOf" srcId="{B26C117E-9888-4CC0-A62E-ED23D55864F7}" destId="{6E7E9D85-0AA0-49C3-86CD-89D4A55134AD}" srcOrd="0" destOrd="0" presId="urn:microsoft.com/office/officeart/2005/8/layout/hierarchy2"/>
    <dgm:cxn modelId="{1335FA9E-D906-45D8-8F9C-9DF96ED8561E}" type="presParOf" srcId="{E38DF726-4B10-430B-B636-3F3C483C0176}" destId="{A31DA920-EBEB-4D6D-82A4-88535898D4AB}" srcOrd="3" destOrd="0" presId="urn:microsoft.com/office/officeart/2005/8/layout/hierarchy2"/>
    <dgm:cxn modelId="{DCAC8E6F-F4B7-4667-8B0C-98AA29DDC12D}" type="presParOf" srcId="{A31DA920-EBEB-4D6D-82A4-88535898D4AB}" destId="{1AB4B1A2-9DB1-41A3-9A6E-31ACDE138E84}" srcOrd="0" destOrd="0" presId="urn:microsoft.com/office/officeart/2005/8/layout/hierarchy2"/>
    <dgm:cxn modelId="{5245A15A-E947-41CC-A16B-3A62A9D95C42}" type="presParOf" srcId="{A31DA920-EBEB-4D6D-82A4-88535898D4AB}" destId="{7845F1A8-8D47-496D-8304-3C1710D569DF}" srcOrd="1" destOrd="0" presId="urn:microsoft.com/office/officeart/2005/8/layout/hierarchy2"/>
    <dgm:cxn modelId="{B6452CBF-CB04-4561-B34B-DDA4189EBCD9}" type="presParOf" srcId="{1B599515-C74A-4A68-B1CF-2886515826A5}" destId="{D9760183-9EBC-456C-9675-121A12644189}" srcOrd="2" destOrd="0" presId="urn:microsoft.com/office/officeart/2005/8/layout/hierarchy2"/>
    <dgm:cxn modelId="{BF4DC0AF-9055-4B85-9489-002500FED9AD}" type="presParOf" srcId="{D9760183-9EBC-456C-9675-121A12644189}" destId="{6C634C3A-7ABF-438B-BD22-AA25EDE2EF4B}" srcOrd="0" destOrd="0" presId="urn:microsoft.com/office/officeart/2005/8/layout/hierarchy2"/>
    <dgm:cxn modelId="{87BDF217-FDA4-471D-8A94-47C30572A5F8}" type="presParOf" srcId="{1B599515-C74A-4A68-B1CF-2886515826A5}" destId="{7F5EFA32-B348-4A13-A187-1031C68DA060}" srcOrd="3" destOrd="0" presId="urn:microsoft.com/office/officeart/2005/8/layout/hierarchy2"/>
    <dgm:cxn modelId="{36ADB77E-1C8C-427B-8130-0AED90984704}" type="presParOf" srcId="{7F5EFA32-B348-4A13-A187-1031C68DA060}" destId="{AA593215-E13F-430D-9F80-40796411D437}" srcOrd="0" destOrd="0" presId="urn:microsoft.com/office/officeart/2005/8/layout/hierarchy2"/>
    <dgm:cxn modelId="{CD6A8C94-CC83-4AC4-981A-09C169643DF7}" type="presParOf" srcId="{7F5EFA32-B348-4A13-A187-1031C68DA060}" destId="{D675C80D-CA7D-47BB-A13A-A9CC8967C507}" srcOrd="1" destOrd="0" presId="urn:microsoft.com/office/officeart/2005/8/layout/hierarchy2"/>
    <dgm:cxn modelId="{333F23F9-87DF-4370-A6B9-3F9BF93DBFF9}" type="presParOf" srcId="{D675C80D-CA7D-47BB-A13A-A9CC8967C507}" destId="{83A02502-4896-4624-ADC8-EC3652B0769D}" srcOrd="0" destOrd="0" presId="urn:microsoft.com/office/officeart/2005/8/layout/hierarchy2"/>
    <dgm:cxn modelId="{0A0D7C66-7404-4739-AB6A-DC96CAF740ED}" type="presParOf" srcId="{83A02502-4896-4624-ADC8-EC3652B0769D}" destId="{19510923-C97B-4F38-BE3D-655343DC666E}" srcOrd="0" destOrd="0" presId="urn:microsoft.com/office/officeart/2005/8/layout/hierarchy2"/>
    <dgm:cxn modelId="{57A07A0D-A3C1-4639-86C1-CED1AD281AE3}" type="presParOf" srcId="{D675C80D-CA7D-47BB-A13A-A9CC8967C507}" destId="{8CF1DE8E-C906-4426-BD19-960A1D74F634}" srcOrd="1" destOrd="0" presId="urn:microsoft.com/office/officeart/2005/8/layout/hierarchy2"/>
    <dgm:cxn modelId="{8D599368-1450-41DD-9F5A-E8E6F806B1D5}" type="presParOf" srcId="{8CF1DE8E-C906-4426-BD19-960A1D74F634}" destId="{93909B49-F2F4-4DC3-975D-EBB2F06E25E8}" srcOrd="0" destOrd="0" presId="urn:microsoft.com/office/officeart/2005/8/layout/hierarchy2"/>
    <dgm:cxn modelId="{92FC10B1-0F42-4AAA-B3CB-D8CE07067256}" type="presParOf" srcId="{8CF1DE8E-C906-4426-BD19-960A1D74F634}" destId="{FBC2B40A-52A8-48E5-AE34-85E266D3734F}" srcOrd="1" destOrd="0" presId="urn:microsoft.com/office/officeart/2005/8/layout/hierarchy2"/>
    <dgm:cxn modelId="{8841DEE8-1B3A-47EB-81FD-71CBDC9ABC13}" type="presParOf" srcId="{D675C80D-CA7D-47BB-A13A-A9CC8967C507}" destId="{7E7DD403-F3CD-4C0F-80FA-BB5C80C79DE4}" srcOrd="2" destOrd="0" presId="urn:microsoft.com/office/officeart/2005/8/layout/hierarchy2"/>
    <dgm:cxn modelId="{E01F983D-0704-41A7-8C79-05A5819A306D}" type="presParOf" srcId="{7E7DD403-F3CD-4C0F-80FA-BB5C80C79DE4}" destId="{7FDD42BF-3FAD-471C-91D5-6E7B2D2A761E}" srcOrd="0" destOrd="0" presId="urn:microsoft.com/office/officeart/2005/8/layout/hierarchy2"/>
    <dgm:cxn modelId="{87FDE6FD-6D69-4A84-B0A4-70A80D47E349}" type="presParOf" srcId="{D675C80D-CA7D-47BB-A13A-A9CC8967C507}" destId="{77D5AB90-1FA9-4E63-8A62-BE3FBF3AA710}" srcOrd="3" destOrd="0" presId="urn:microsoft.com/office/officeart/2005/8/layout/hierarchy2"/>
    <dgm:cxn modelId="{311A5FB1-E49F-4BF2-8EC5-8E880C6E47C5}" type="presParOf" srcId="{77D5AB90-1FA9-4E63-8A62-BE3FBF3AA710}" destId="{704AC999-B3BA-49DA-87D6-504221C4ED31}" srcOrd="0" destOrd="0" presId="urn:microsoft.com/office/officeart/2005/8/layout/hierarchy2"/>
    <dgm:cxn modelId="{8308C388-232D-4200-93DC-FE28E8556FD2}" type="presParOf" srcId="{77D5AB90-1FA9-4E63-8A62-BE3FBF3AA710}" destId="{427D6EB7-D924-4BD4-AF06-CE2C07A0F9FF}" srcOrd="1" destOrd="0" presId="urn:microsoft.com/office/officeart/2005/8/layout/hierarchy2"/>
    <dgm:cxn modelId="{60B40F42-0AB3-44A1-BF33-7FB23636C1D7}" type="presParOf" srcId="{D675C80D-CA7D-47BB-A13A-A9CC8967C507}" destId="{BF9936ED-199A-4676-8D7D-530E9A09AB00}" srcOrd="4" destOrd="0" presId="urn:microsoft.com/office/officeart/2005/8/layout/hierarchy2"/>
    <dgm:cxn modelId="{CAD96991-2720-45EF-89B7-14575F7F5C3D}" type="presParOf" srcId="{BF9936ED-199A-4676-8D7D-530E9A09AB00}" destId="{22B74335-D9B3-4DE0-8868-8F1366099C91}" srcOrd="0" destOrd="0" presId="urn:microsoft.com/office/officeart/2005/8/layout/hierarchy2"/>
    <dgm:cxn modelId="{4390ACBB-3358-4DDB-9B08-E980698E739C}" type="presParOf" srcId="{D675C80D-CA7D-47BB-A13A-A9CC8967C507}" destId="{29EDC899-A23F-4766-8058-EB41E489D617}" srcOrd="5" destOrd="0" presId="urn:microsoft.com/office/officeart/2005/8/layout/hierarchy2"/>
    <dgm:cxn modelId="{D6AA3994-9ECC-4C34-880A-2702F28DE5FD}" type="presParOf" srcId="{29EDC899-A23F-4766-8058-EB41E489D617}" destId="{6F3F6D3F-BEFC-4883-B9B2-3315797950A3}" srcOrd="0" destOrd="0" presId="urn:microsoft.com/office/officeart/2005/8/layout/hierarchy2"/>
    <dgm:cxn modelId="{9A64E440-8DDD-47D7-8966-9A8E68F672CE}" type="presParOf" srcId="{29EDC899-A23F-4766-8058-EB41E489D617}" destId="{0F3C8353-D50B-478C-978A-6A4745AA6A84}" srcOrd="1" destOrd="0" presId="urn:microsoft.com/office/officeart/2005/8/layout/hierarchy2"/>
    <dgm:cxn modelId="{4B06D57C-4FC5-4D60-8B8C-EFBAABC4F28F}" type="presParOf" srcId="{3C6D074C-05BA-4BFD-BAC6-0FE16634BAFE}" destId="{CE87BDC8-43F6-4074-BC66-52F2470D4077}" srcOrd="2" destOrd="0" presId="urn:microsoft.com/office/officeart/2005/8/layout/hierarchy2"/>
    <dgm:cxn modelId="{CC668F68-EA7C-4FA5-915B-E8A4D9F71156}" type="presParOf" srcId="{CE87BDC8-43F6-4074-BC66-52F2470D4077}" destId="{B44E5F62-B5D7-45BC-A481-8C3F60E4281A}" srcOrd="0" destOrd="0" presId="urn:microsoft.com/office/officeart/2005/8/layout/hierarchy2"/>
    <dgm:cxn modelId="{527B0A55-DC5F-4D7E-AF2B-BE2D1BA6EC63}" type="presParOf" srcId="{3C6D074C-05BA-4BFD-BAC6-0FE16634BAFE}" destId="{8E92D164-0943-4AE0-AB41-1645B88D5916}" srcOrd="3" destOrd="0" presId="urn:microsoft.com/office/officeart/2005/8/layout/hierarchy2"/>
    <dgm:cxn modelId="{014DD829-B581-4203-9136-90994A851882}" type="presParOf" srcId="{8E92D164-0943-4AE0-AB41-1645B88D5916}" destId="{E1B71145-A362-4A4D-8FD7-B415793251DD}" srcOrd="0" destOrd="0" presId="urn:microsoft.com/office/officeart/2005/8/layout/hierarchy2"/>
    <dgm:cxn modelId="{2849C2FC-CDDC-4D88-8858-C4DD0377A89A}" type="presParOf" srcId="{8E92D164-0943-4AE0-AB41-1645B88D5916}" destId="{000CB8D8-EFA6-4C7D-A1BB-011918D8CA1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35202-EC7A-4460-9472-3B26C92E746F}">
      <dsp:nvSpPr>
        <dsp:cNvPr id="0" name=""/>
        <dsp:cNvSpPr/>
      </dsp:nvSpPr>
      <dsp:spPr>
        <a:xfrm>
          <a:off x="179515" y="1872206"/>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数据模型</a:t>
          </a:r>
        </a:p>
      </dsp:txBody>
      <dsp:txXfrm>
        <a:off x="201722" y="1894413"/>
        <a:ext cx="1472008" cy="713797"/>
      </dsp:txXfrm>
    </dsp:sp>
    <dsp:sp modelId="{879B5D2F-7594-4660-92EB-C6B011DC3AB4}">
      <dsp:nvSpPr>
        <dsp:cNvPr id="0" name=""/>
        <dsp:cNvSpPr/>
      </dsp:nvSpPr>
      <dsp:spPr>
        <a:xfrm rot="19997950">
          <a:off x="1653216" y="2055231"/>
          <a:ext cx="801270" cy="32124"/>
        </a:xfrm>
        <a:custGeom>
          <a:avLst/>
          <a:gdLst/>
          <a:ahLst/>
          <a:cxnLst/>
          <a:rect l="0" t="0" r="0" b="0"/>
          <a:pathLst>
            <a:path>
              <a:moveTo>
                <a:pt x="0" y="16062"/>
              </a:moveTo>
              <a:lnTo>
                <a:pt x="801270" y="160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2033819" y="2051262"/>
        <a:ext cx="40063" cy="40063"/>
      </dsp:txXfrm>
    </dsp:sp>
    <dsp:sp modelId="{87A7B610-F04D-448D-8855-AA58DF582B95}">
      <dsp:nvSpPr>
        <dsp:cNvPr id="0" name=""/>
        <dsp:cNvSpPr/>
      </dsp:nvSpPr>
      <dsp:spPr>
        <a:xfrm>
          <a:off x="2411765" y="1512170"/>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逻辑数据模型</a:t>
          </a:r>
        </a:p>
      </dsp:txBody>
      <dsp:txXfrm>
        <a:off x="2433972" y="1534377"/>
        <a:ext cx="1472008" cy="713797"/>
      </dsp:txXfrm>
    </dsp:sp>
    <dsp:sp modelId="{E9777523-3B42-44F2-9066-C677E77D90BB}">
      <dsp:nvSpPr>
        <dsp:cNvPr id="0" name=""/>
        <dsp:cNvSpPr/>
      </dsp:nvSpPr>
      <dsp:spPr>
        <a:xfrm rot="18444284">
          <a:off x="3696886" y="1407162"/>
          <a:ext cx="1178429" cy="32124"/>
        </a:xfrm>
        <a:custGeom>
          <a:avLst/>
          <a:gdLst/>
          <a:ahLst/>
          <a:cxnLst/>
          <a:rect l="0" t="0" r="0" b="0"/>
          <a:pathLst>
            <a:path>
              <a:moveTo>
                <a:pt x="0" y="16062"/>
              </a:moveTo>
              <a:lnTo>
                <a:pt x="1178429"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4256640" y="1393763"/>
        <a:ext cx="58921" cy="58921"/>
      </dsp:txXfrm>
    </dsp:sp>
    <dsp:sp modelId="{0546864D-C247-42C2-94CE-3F8A515444AF}">
      <dsp:nvSpPr>
        <dsp:cNvPr id="0" name=""/>
        <dsp:cNvSpPr/>
      </dsp:nvSpPr>
      <dsp:spPr>
        <a:xfrm>
          <a:off x="4644014" y="576067"/>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基于对象</a:t>
          </a:r>
        </a:p>
      </dsp:txBody>
      <dsp:txXfrm>
        <a:off x="4666221" y="598274"/>
        <a:ext cx="1472008" cy="713797"/>
      </dsp:txXfrm>
    </dsp:sp>
    <dsp:sp modelId="{A2B791AC-27F6-4241-83D0-9ED7273C9974}">
      <dsp:nvSpPr>
        <dsp:cNvPr id="0" name=""/>
        <dsp:cNvSpPr/>
      </dsp:nvSpPr>
      <dsp:spPr>
        <a:xfrm rot="19532810">
          <a:off x="6071322" y="651699"/>
          <a:ext cx="1016068" cy="32124"/>
        </a:xfrm>
        <a:custGeom>
          <a:avLst/>
          <a:gdLst/>
          <a:ahLst/>
          <a:cxnLst/>
          <a:rect l="0" t="0" r="0" b="0"/>
          <a:pathLst>
            <a:path>
              <a:moveTo>
                <a:pt x="0" y="16062"/>
              </a:moveTo>
              <a:lnTo>
                <a:pt x="1016068"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553954" y="642359"/>
        <a:ext cx="50803" cy="50803"/>
      </dsp:txXfrm>
    </dsp:sp>
    <dsp:sp modelId="{13AB6A0F-5B59-456C-B00F-A3D929E0C624}">
      <dsp:nvSpPr>
        <dsp:cNvPr id="0" name=""/>
        <dsp:cNvSpPr/>
      </dsp:nvSpPr>
      <dsp:spPr>
        <a:xfrm>
          <a:off x="6998275" y="1244"/>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实体关系模型</a:t>
          </a:r>
        </a:p>
      </dsp:txBody>
      <dsp:txXfrm>
        <a:off x="7020482" y="23451"/>
        <a:ext cx="1472008" cy="713797"/>
      </dsp:txXfrm>
    </dsp:sp>
    <dsp:sp modelId="{B26C117E-9888-4CC0-A62E-ED23D55864F7}">
      <dsp:nvSpPr>
        <dsp:cNvPr id="0" name=""/>
        <dsp:cNvSpPr/>
      </dsp:nvSpPr>
      <dsp:spPr>
        <a:xfrm rot="1171553">
          <a:off x="6134875" y="1087671"/>
          <a:ext cx="888962" cy="32124"/>
        </a:xfrm>
        <a:custGeom>
          <a:avLst/>
          <a:gdLst/>
          <a:ahLst/>
          <a:cxnLst/>
          <a:rect l="0" t="0" r="0" b="0"/>
          <a:pathLst>
            <a:path>
              <a:moveTo>
                <a:pt x="0" y="16062"/>
              </a:moveTo>
              <a:lnTo>
                <a:pt x="888962"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557132" y="1081508"/>
        <a:ext cx="44448" cy="44448"/>
      </dsp:txXfrm>
    </dsp:sp>
    <dsp:sp modelId="{1AB4B1A2-9DB1-41A3-9A6E-31ACDE138E84}">
      <dsp:nvSpPr>
        <dsp:cNvPr id="0" name=""/>
        <dsp:cNvSpPr/>
      </dsp:nvSpPr>
      <dsp:spPr>
        <a:xfrm>
          <a:off x="6998275" y="873187"/>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面向对象</a:t>
          </a:r>
        </a:p>
      </dsp:txBody>
      <dsp:txXfrm>
        <a:off x="7020482" y="895394"/>
        <a:ext cx="1472008" cy="713797"/>
      </dsp:txXfrm>
    </dsp:sp>
    <dsp:sp modelId="{D9760183-9EBC-456C-9675-121A12644189}">
      <dsp:nvSpPr>
        <dsp:cNvPr id="0" name=""/>
        <dsp:cNvSpPr/>
      </dsp:nvSpPr>
      <dsp:spPr>
        <a:xfrm rot="2845889">
          <a:off x="3722574" y="2343264"/>
          <a:ext cx="1271068" cy="32124"/>
        </a:xfrm>
        <a:custGeom>
          <a:avLst/>
          <a:gdLst/>
          <a:ahLst/>
          <a:cxnLst/>
          <a:rect l="0" t="0" r="0" b="0"/>
          <a:pathLst>
            <a:path>
              <a:moveTo>
                <a:pt x="0" y="16062"/>
              </a:moveTo>
              <a:lnTo>
                <a:pt x="1271068"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4326331" y="2327550"/>
        <a:ext cx="63553" cy="63553"/>
      </dsp:txXfrm>
    </dsp:sp>
    <dsp:sp modelId="{AA593215-E13F-430D-9F80-40796411D437}">
      <dsp:nvSpPr>
        <dsp:cNvPr id="0" name=""/>
        <dsp:cNvSpPr/>
      </dsp:nvSpPr>
      <dsp:spPr>
        <a:xfrm>
          <a:off x="4788029" y="2448272"/>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基于记录</a:t>
          </a:r>
        </a:p>
      </dsp:txBody>
      <dsp:txXfrm>
        <a:off x="4810236" y="2470479"/>
        <a:ext cx="1472008" cy="713797"/>
      </dsp:txXfrm>
    </dsp:sp>
    <dsp:sp modelId="{83A02502-4896-4624-ADC8-EC3652B0769D}">
      <dsp:nvSpPr>
        <dsp:cNvPr id="0" name=""/>
        <dsp:cNvSpPr/>
      </dsp:nvSpPr>
      <dsp:spPr>
        <a:xfrm rot="18877069">
          <a:off x="6157450" y="2459745"/>
          <a:ext cx="987826" cy="32124"/>
        </a:xfrm>
        <a:custGeom>
          <a:avLst/>
          <a:gdLst/>
          <a:ahLst/>
          <a:cxnLst/>
          <a:rect l="0" t="0" r="0" b="0"/>
          <a:pathLst>
            <a:path>
              <a:moveTo>
                <a:pt x="0" y="16062"/>
              </a:moveTo>
              <a:lnTo>
                <a:pt x="987826"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626668" y="2451111"/>
        <a:ext cx="49391" cy="49391"/>
      </dsp:txXfrm>
    </dsp:sp>
    <dsp:sp modelId="{93909B49-F2F4-4DC3-975D-EBB2F06E25E8}">
      <dsp:nvSpPr>
        <dsp:cNvPr id="0" name=""/>
        <dsp:cNvSpPr/>
      </dsp:nvSpPr>
      <dsp:spPr>
        <a:xfrm>
          <a:off x="6998275" y="1745130"/>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关系模型</a:t>
          </a:r>
        </a:p>
      </dsp:txBody>
      <dsp:txXfrm>
        <a:off x="7020482" y="1767337"/>
        <a:ext cx="1472008" cy="713797"/>
      </dsp:txXfrm>
    </dsp:sp>
    <dsp:sp modelId="{7E7DD403-F3CD-4C0F-80FA-BB5C80C79DE4}">
      <dsp:nvSpPr>
        <dsp:cNvPr id="0" name=""/>
        <dsp:cNvSpPr/>
      </dsp:nvSpPr>
      <dsp:spPr>
        <a:xfrm rot="820431">
          <a:off x="6294332" y="2895716"/>
          <a:ext cx="714062" cy="32124"/>
        </a:xfrm>
        <a:custGeom>
          <a:avLst/>
          <a:gdLst/>
          <a:ahLst/>
          <a:cxnLst/>
          <a:rect l="0" t="0" r="0" b="0"/>
          <a:pathLst>
            <a:path>
              <a:moveTo>
                <a:pt x="0" y="16062"/>
              </a:moveTo>
              <a:lnTo>
                <a:pt x="714062"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633512" y="2893927"/>
        <a:ext cx="35703" cy="35703"/>
      </dsp:txXfrm>
    </dsp:sp>
    <dsp:sp modelId="{704AC999-B3BA-49DA-87D6-504221C4ED31}">
      <dsp:nvSpPr>
        <dsp:cNvPr id="0" name=""/>
        <dsp:cNvSpPr/>
      </dsp:nvSpPr>
      <dsp:spPr>
        <a:xfrm>
          <a:off x="6998275" y="2617073"/>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网状模型</a:t>
          </a:r>
        </a:p>
      </dsp:txBody>
      <dsp:txXfrm>
        <a:off x="7020482" y="2639280"/>
        <a:ext cx="1472008" cy="713797"/>
      </dsp:txXfrm>
    </dsp:sp>
    <dsp:sp modelId="{BF9936ED-199A-4676-8D7D-530E9A09AB00}">
      <dsp:nvSpPr>
        <dsp:cNvPr id="0" name=""/>
        <dsp:cNvSpPr/>
      </dsp:nvSpPr>
      <dsp:spPr>
        <a:xfrm rot="3378608">
          <a:off x="6025956" y="3331688"/>
          <a:ext cx="1250815" cy="32124"/>
        </a:xfrm>
        <a:custGeom>
          <a:avLst/>
          <a:gdLst/>
          <a:ahLst/>
          <a:cxnLst/>
          <a:rect l="0" t="0" r="0" b="0"/>
          <a:pathLst>
            <a:path>
              <a:moveTo>
                <a:pt x="0" y="16062"/>
              </a:moveTo>
              <a:lnTo>
                <a:pt x="1250815"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620093" y="3316479"/>
        <a:ext cx="62540" cy="62540"/>
      </dsp:txXfrm>
    </dsp:sp>
    <dsp:sp modelId="{6F3F6D3F-BEFC-4883-B9B2-3315797950A3}">
      <dsp:nvSpPr>
        <dsp:cNvPr id="0" name=""/>
        <dsp:cNvSpPr/>
      </dsp:nvSpPr>
      <dsp:spPr>
        <a:xfrm>
          <a:off x="6998275" y="3489016"/>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层次模型</a:t>
          </a:r>
        </a:p>
      </dsp:txBody>
      <dsp:txXfrm>
        <a:off x="7020482" y="3511223"/>
        <a:ext cx="1472008" cy="713797"/>
      </dsp:txXfrm>
    </dsp:sp>
    <dsp:sp modelId="{CE87BDC8-43F6-4074-BC66-52F2470D4077}">
      <dsp:nvSpPr>
        <dsp:cNvPr id="0" name=""/>
        <dsp:cNvSpPr/>
      </dsp:nvSpPr>
      <dsp:spPr>
        <a:xfrm rot="2109107">
          <a:off x="1616106" y="2487279"/>
          <a:ext cx="875490" cy="32124"/>
        </a:xfrm>
        <a:custGeom>
          <a:avLst/>
          <a:gdLst/>
          <a:ahLst/>
          <a:cxnLst/>
          <a:rect l="0" t="0" r="0" b="0"/>
          <a:pathLst>
            <a:path>
              <a:moveTo>
                <a:pt x="0" y="16062"/>
              </a:moveTo>
              <a:lnTo>
                <a:pt x="875490" y="160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2031964" y="2481454"/>
        <a:ext cx="43774" cy="43774"/>
      </dsp:txXfrm>
    </dsp:sp>
    <dsp:sp modelId="{E1B71145-A362-4A4D-8FD7-B415793251DD}">
      <dsp:nvSpPr>
        <dsp:cNvPr id="0" name=""/>
        <dsp:cNvSpPr/>
      </dsp:nvSpPr>
      <dsp:spPr>
        <a:xfrm>
          <a:off x="2411765" y="2376265"/>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物理数据模型</a:t>
          </a:r>
        </a:p>
      </dsp:txBody>
      <dsp:txXfrm>
        <a:off x="2433972" y="2398472"/>
        <a:ext cx="1472008" cy="7137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35202-EC7A-4460-9472-3B26C92E746F}">
      <dsp:nvSpPr>
        <dsp:cNvPr id="0" name=""/>
        <dsp:cNvSpPr/>
      </dsp:nvSpPr>
      <dsp:spPr>
        <a:xfrm>
          <a:off x="179515" y="1872206"/>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数据模型</a:t>
          </a:r>
        </a:p>
      </dsp:txBody>
      <dsp:txXfrm>
        <a:off x="201722" y="1894413"/>
        <a:ext cx="1472008" cy="713797"/>
      </dsp:txXfrm>
    </dsp:sp>
    <dsp:sp modelId="{879B5D2F-7594-4660-92EB-C6B011DC3AB4}">
      <dsp:nvSpPr>
        <dsp:cNvPr id="0" name=""/>
        <dsp:cNvSpPr/>
      </dsp:nvSpPr>
      <dsp:spPr>
        <a:xfrm rot="19997950">
          <a:off x="1653216" y="2055231"/>
          <a:ext cx="801270" cy="32124"/>
        </a:xfrm>
        <a:custGeom>
          <a:avLst/>
          <a:gdLst/>
          <a:ahLst/>
          <a:cxnLst/>
          <a:rect l="0" t="0" r="0" b="0"/>
          <a:pathLst>
            <a:path>
              <a:moveTo>
                <a:pt x="0" y="16062"/>
              </a:moveTo>
              <a:lnTo>
                <a:pt x="801270" y="160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2033819" y="2051262"/>
        <a:ext cx="40063" cy="40063"/>
      </dsp:txXfrm>
    </dsp:sp>
    <dsp:sp modelId="{87A7B610-F04D-448D-8855-AA58DF582B95}">
      <dsp:nvSpPr>
        <dsp:cNvPr id="0" name=""/>
        <dsp:cNvSpPr/>
      </dsp:nvSpPr>
      <dsp:spPr>
        <a:xfrm>
          <a:off x="2411765" y="1512170"/>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逻辑数据模型</a:t>
          </a:r>
        </a:p>
      </dsp:txBody>
      <dsp:txXfrm>
        <a:off x="2433972" y="1534377"/>
        <a:ext cx="1472008" cy="713797"/>
      </dsp:txXfrm>
    </dsp:sp>
    <dsp:sp modelId="{E9777523-3B42-44F2-9066-C677E77D90BB}">
      <dsp:nvSpPr>
        <dsp:cNvPr id="0" name=""/>
        <dsp:cNvSpPr/>
      </dsp:nvSpPr>
      <dsp:spPr>
        <a:xfrm rot="18444284">
          <a:off x="3696886" y="1407162"/>
          <a:ext cx="1178429" cy="32124"/>
        </a:xfrm>
        <a:custGeom>
          <a:avLst/>
          <a:gdLst/>
          <a:ahLst/>
          <a:cxnLst/>
          <a:rect l="0" t="0" r="0" b="0"/>
          <a:pathLst>
            <a:path>
              <a:moveTo>
                <a:pt x="0" y="16062"/>
              </a:moveTo>
              <a:lnTo>
                <a:pt x="1178429"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4256640" y="1393763"/>
        <a:ext cx="58921" cy="58921"/>
      </dsp:txXfrm>
    </dsp:sp>
    <dsp:sp modelId="{0546864D-C247-42C2-94CE-3F8A515444AF}">
      <dsp:nvSpPr>
        <dsp:cNvPr id="0" name=""/>
        <dsp:cNvSpPr/>
      </dsp:nvSpPr>
      <dsp:spPr>
        <a:xfrm>
          <a:off x="4644014" y="576067"/>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基于对象</a:t>
          </a:r>
        </a:p>
      </dsp:txBody>
      <dsp:txXfrm>
        <a:off x="4666221" y="598274"/>
        <a:ext cx="1472008" cy="713797"/>
      </dsp:txXfrm>
    </dsp:sp>
    <dsp:sp modelId="{A2B791AC-27F6-4241-83D0-9ED7273C9974}">
      <dsp:nvSpPr>
        <dsp:cNvPr id="0" name=""/>
        <dsp:cNvSpPr/>
      </dsp:nvSpPr>
      <dsp:spPr>
        <a:xfrm rot="19532810">
          <a:off x="6071322" y="651699"/>
          <a:ext cx="1016068" cy="32124"/>
        </a:xfrm>
        <a:custGeom>
          <a:avLst/>
          <a:gdLst/>
          <a:ahLst/>
          <a:cxnLst/>
          <a:rect l="0" t="0" r="0" b="0"/>
          <a:pathLst>
            <a:path>
              <a:moveTo>
                <a:pt x="0" y="16062"/>
              </a:moveTo>
              <a:lnTo>
                <a:pt x="1016068"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553954" y="642359"/>
        <a:ext cx="50803" cy="50803"/>
      </dsp:txXfrm>
    </dsp:sp>
    <dsp:sp modelId="{13AB6A0F-5B59-456C-B00F-A3D929E0C624}">
      <dsp:nvSpPr>
        <dsp:cNvPr id="0" name=""/>
        <dsp:cNvSpPr/>
      </dsp:nvSpPr>
      <dsp:spPr>
        <a:xfrm>
          <a:off x="6998275" y="1244"/>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实体关系模型</a:t>
          </a:r>
        </a:p>
      </dsp:txBody>
      <dsp:txXfrm>
        <a:off x="7020482" y="23451"/>
        <a:ext cx="1472008" cy="713797"/>
      </dsp:txXfrm>
    </dsp:sp>
    <dsp:sp modelId="{B26C117E-9888-4CC0-A62E-ED23D55864F7}">
      <dsp:nvSpPr>
        <dsp:cNvPr id="0" name=""/>
        <dsp:cNvSpPr/>
      </dsp:nvSpPr>
      <dsp:spPr>
        <a:xfrm rot="1171553">
          <a:off x="6134875" y="1087671"/>
          <a:ext cx="888962" cy="32124"/>
        </a:xfrm>
        <a:custGeom>
          <a:avLst/>
          <a:gdLst/>
          <a:ahLst/>
          <a:cxnLst/>
          <a:rect l="0" t="0" r="0" b="0"/>
          <a:pathLst>
            <a:path>
              <a:moveTo>
                <a:pt x="0" y="16062"/>
              </a:moveTo>
              <a:lnTo>
                <a:pt x="888962"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557132" y="1081508"/>
        <a:ext cx="44448" cy="44448"/>
      </dsp:txXfrm>
    </dsp:sp>
    <dsp:sp modelId="{1AB4B1A2-9DB1-41A3-9A6E-31ACDE138E84}">
      <dsp:nvSpPr>
        <dsp:cNvPr id="0" name=""/>
        <dsp:cNvSpPr/>
      </dsp:nvSpPr>
      <dsp:spPr>
        <a:xfrm>
          <a:off x="6998275" y="873187"/>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面向对象</a:t>
          </a:r>
        </a:p>
      </dsp:txBody>
      <dsp:txXfrm>
        <a:off x="7020482" y="895394"/>
        <a:ext cx="1472008" cy="713797"/>
      </dsp:txXfrm>
    </dsp:sp>
    <dsp:sp modelId="{D9760183-9EBC-456C-9675-121A12644189}">
      <dsp:nvSpPr>
        <dsp:cNvPr id="0" name=""/>
        <dsp:cNvSpPr/>
      </dsp:nvSpPr>
      <dsp:spPr>
        <a:xfrm rot="2845889">
          <a:off x="3722574" y="2343264"/>
          <a:ext cx="1271068" cy="32124"/>
        </a:xfrm>
        <a:custGeom>
          <a:avLst/>
          <a:gdLst/>
          <a:ahLst/>
          <a:cxnLst/>
          <a:rect l="0" t="0" r="0" b="0"/>
          <a:pathLst>
            <a:path>
              <a:moveTo>
                <a:pt x="0" y="16062"/>
              </a:moveTo>
              <a:lnTo>
                <a:pt x="1271068"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4326331" y="2327550"/>
        <a:ext cx="63553" cy="63553"/>
      </dsp:txXfrm>
    </dsp:sp>
    <dsp:sp modelId="{AA593215-E13F-430D-9F80-40796411D437}">
      <dsp:nvSpPr>
        <dsp:cNvPr id="0" name=""/>
        <dsp:cNvSpPr/>
      </dsp:nvSpPr>
      <dsp:spPr>
        <a:xfrm>
          <a:off x="4788029" y="2448272"/>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基于记录</a:t>
          </a:r>
        </a:p>
      </dsp:txBody>
      <dsp:txXfrm>
        <a:off x="4810236" y="2470479"/>
        <a:ext cx="1472008" cy="713797"/>
      </dsp:txXfrm>
    </dsp:sp>
    <dsp:sp modelId="{83A02502-4896-4624-ADC8-EC3652B0769D}">
      <dsp:nvSpPr>
        <dsp:cNvPr id="0" name=""/>
        <dsp:cNvSpPr/>
      </dsp:nvSpPr>
      <dsp:spPr>
        <a:xfrm rot="18877069">
          <a:off x="6157450" y="2459745"/>
          <a:ext cx="987826" cy="32124"/>
        </a:xfrm>
        <a:custGeom>
          <a:avLst/>
          <a:gdLst/>
          <a:ahLst/>
          <a:cxnLst/>
          <a:rect l="0" t="0" r="0" b="0"/>
          <a:pathLst>
            <a:path>
              <a:moveTo>
                <a:pt x="0" y="16062"/>
              </a:moveTo>
              <a:lnTo>
                <a:pt x="987826"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626668" y="2451111"/>
        <a:ext cx="49391" cy="49391"/>
      </dsp:txXfrm>
    </dsp:sp>
    <dsp:sp modelId="{93909B49-F2F4-4DC3-975D-EBB2F06E25E8}">
      <dsp:nvSpPr>
        <dsp:cNvPr id="0" name=""/>
        <dsp:cNvSpPr/>
      </dsp:nvSpPr>
      <dsp:spPr>
        <a:xfrm>
          <a:off x="6998275" y="1745130"/>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关系模型</a:t>
          </a:r>
        </a:p>
      </dsp:txBody>
      <dsp:txXfrm>
        <a:off x="7020482" y="1767337"/>
        <a:ext cx="1472008" cy="713797"/>
      </dsp:txXfrm>
    </dsp:sp>
    <dsp:sp modelId="{7E7DD403-F3CD-4C0F-80FA-BB5C80C79DE4}">
      <dsp:nvSpPr>
        <dsp:cNvPr id="0" name=""/>
        <dsp:cNvSpPr/>
      </dsp:nvSpPr>
      <dsp:spPr>
        <a:xfrm rot="820431">
          <a:off x="6294332" y="2895716"/>
          <a:ext cx="714062" cy="32124"/>
        </a:xfrm>
        <a:custGeom>
          <a:avLst/>
          <a:gdLst/>
          <a:ahLst/>
          <a:cxnLst/>
          <a:rect l="0" t="0" r="0" b="0"/>
          <a:pathLst>
            <a:path>
              <a:moveTo>
                <a:pt x="0" y="16062"/>
              </a:moveTo>
              <a:lnTo>
                <a:pt x="714062"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633512" y="2893927"/>
        <a:ext cx="35703" cy="35703"/>
      </dsp:txXfrm>
    </dsp:sp>
    <dsp:sp modelId="{704AC999-B3BA-49DA-87D6-504221C4ED31}">
      <dsp:nvSpPr>
        <dsp:cNvPr id="0" name=""/>
        <dsp:cNvSpPr/>
      </dsp:nvSpPr>
      <dsp:spPr>
        <a:xfrm>
          <a:off x="6998275" y="2617073"/>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网状模型</a:t>
          </a:r>
        </a:p>
      </dsp:txBody>
      <dsp:txXfrm>
        <a:off x="7020482" y="2639280"/>
        <a:ext cx="1472008" cy="713797"/>
      </dsp:txXfrm>
    </dsp:sp>
    <dsp:sp modelId="{BF9936ED-199A-4676-8D7D-530E9A09AB00}">
      <dsp:nvSpPr>
        <dsp:cNvPr id="0" name=""/>
        <dsp:cNvSpPr/>
      </dsp:nvSpPr>
      <dsp:spPr>
        <a:xfrm rot="3378608">
          <a:off x="6025956" y="3331688"/>
          <a:ext cx="1250815" cy="32124"/>
        </a:xfrm>
        <a:custGeom>
          <a:avLst/>
          <a:gdLst/>
          <a:ahLst/>
          <a:cxnLst/>
          <a:rect l="0" t="0" r="0" b="0"/>
          <a:pathLst>
            <a:path>
              <a:moveTo>
                <a:pt x="0" y="16062"/>
              </a:moveTo>
              <a:lnTo>
                <a:pt x="1250815" y="1606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6620093" y="3316479"/>
        <a:ext cx="62540" cy="62540"/>
      </dsp:txXfrm>
    </dsp:sp>
    <dsp:sp modelId="{6F3F6D3F-BEFC-4883-B9B2-3315797950A3}">
      <dsp:nvSpPr>
        <dsp:cNvPr id="0" name=""/>
        <dsp:cNvSpPr/>
      </dsp:nvSpPr>
      <dsp:spPr>
        <a:xfrm>
          <a:off x="6998275" y="3489016"/>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层次模型</a:t>
          </a:r>
        </a:p>
      </dsp:txBody>
      <dsp:txXfrm>
        <a:off x="7020482" y="3511223"/>
        <a:ext cx="1472008" cy="713797"/>
      </dsp:txXfrm>
    </dsp:sp>
    <dsp:sp modelId="{CE87BDC8-43F6-4074-BC66-52F2470D4077}">
      <dsp:nvSpPr>
        <dsp:cNvPr id="0" name=""/>
        <dsp:cNvSpPr/>
      </dsp:nvSpPr>
      <dsp:spPr>
        <a:xfrm rot="2109107">
          <a:off x="1616106" y="2487279"/>
          <a:ext cx="875490" cy="32124"/>
        </a:xfrm>
        <a:custGeom>
          <a:avLst/>
          <a:gdLst/>
          <a:ahLst/>
          <a:cxnLst/>
          <a:rect l="0" t="0" r="0" b="0"/>
          <a:pathLst>
            <a:path>
              <a:moveTo>
                <a:pt x="0" y="16062"/>
              </a:moveTo>
              <a:lnTo>
                <a:pt x="875490" y="160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b="1" kern="1200">
            <a:solidFill>
              <a:schemeClr val="tx1"/>
            </a:solidFill>
          </a:endParaRPr>
        </a:p>
      </dsp:txBody>
      <dsp:txXfrm>
        <a:off x="2031964" y="2481454"/>
        <a:ext cx="43774" cy="43774"/>
      </dsp:txXfrm>
    </dsp:sp>
    <dsp:sp modelId="{E1B71145-A362-4A4D-8FD7-B415793251DD}">
      <dsp:nvSpPr>
        <dsp:cNvPr id="0" name=""/>
        <dsp:cNvSpPr/>
      </dsp:nvSpPr>
      <dsp:spPr>
        <a:xfrm>
          <a:off x="2411765" y="2376265"/>
          <a:ext cx="1516422" cy="758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solidFill>
                <a:schemeClr val="tx1"/>
              </a:solidFill>
            </a:rPr>
            <a:t>物理数据模型</a:t>
          </a:r>
        </a:p>
      </dsp:txBody>
      <dsp:txXfrm>
        <a:off x="2433972" y="2398472"/>
        <a:ext cx="1472008" cy="71379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57B1E43-2305-4722-8704-96E6111348E5}"/>
              </a:ext>
            </a:extLst>
          </p:cNvPr>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ClrTx/>
              <a:buSzTx/>
              <a:buFontTx/>
              <a:buNone/>
              <a:defRPr sz="1200" b="0">
                <a:latin typeface="Times New Roman" pitchFamily="18" charset="0"/>
              </a:defRPr>
            </a:lvl1pPr>
          </a:lstStyle>
          <a:p>
            <a:pPr>
              <a:defRPr/>
            </a:pPr>
            <a:endParaRPr lang="en-US" altLang="zh-CN"/>
          </a:p>
        </p:txBody>
      </p:sp>
      <p:sp>
        <p:nvSpPr>
          <p:cNvPr id="46083" name="Rectangle 3">
            <a:extLst>
              <a:ext uri="{FF2B5EF4-FFF2-40B4-BE49-F238E27FC236}">
                <a16:creationId xmlns:a16="http://schemas.microsoft.com/office/drawing/2014/main" id="{FF45542B-6F88-4BDA-922F-E4415A03C47E}"/>
              </a:ext>
            </a:extLst>
          </p:cNvPr>
          <p:cNvSpPr>
            <a:spLocks noGrp="1" noChangeArrowheads="1"/>
          </p:cNvSpPr>
          <p:nvPr>
            <p:ph type="dt" idx="1"/>
          </p:nvPr>
        </p:nvSpPr>
        <p:spPr bwMode="auto">
          <a:xfrm>
            <a:off x="3852016"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SzTx/>
              <a:buFontTx/>
              <a:buNone/>
              <a:defRPr sz="1200" b="0">
                <a:latin typeface="Times New Roman" pitchFamily="18" charset="0"/>
              </a:defRPr>
            </a:lvl1pPr>
          </a:lstStyle>
          <a:p>
            <a:pPr>
              <a:defRPr/>
            </a:pPr>
            <a:endParaRPr lang="en-US" altLang="zh-CN"/>
          </a:p>
        </p:txBody>
      </p:sp>
      <p:sp>
        <p:nvSpPr>
          <p:cNvPr id="89092" name="Rectangle 4">
            <a:extLst>
              <a:ext uri="{FF2B5EF4-FFF2-40B4-BE49-F238E27FC236}">
                <a16:creationId xmlns:a16="http://schemas.microsoft.com/office/drawing/2014/main" id="{88EE2A5E-660D-486A-BE09-C992AE3C5F6A}"/>
              </a:ext>
            </a:extLst>
          </p:cNvPr>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5" name="Rectangle 5">
            <a:extLst>
              <a:ext uri="{FF2B5EF4-FFF2-40B4-BE49-F238E27FC236}">
                <a16:creationId xmlns:a16="http://schemas.microsoft.com/office/drawing/2014/main" id="{05D792C3-D249-4CB1-BD99-35D247950F82}"/>
              </a:ext>
            </a:extLst>
          </p:cNvPr>
          <p:cNvSpPr>
            <a:spLocks noGrp="1" noChangeArrowheads="1"/>
          </p:cNvSpPr>
          <p:nvPr>
            <p:ph type="body" sz="quarter" idx="3"/>
          </p:nvPr>
        </p:nvSpPr>
        <p:spPr bwMode="auto">
          <a:xfrm>
            <a:off x="906357" y="4715153"/>
            <a:ext cx="4984962"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086" name="Rectangle 6">
            <a:extLst>
              <a:ext uri="{FF2B5EF4-FFF2-40B4-BE49-F238E27FC236}">
                <a16:creationId xmlns:a16="http://schemas.microsoft.com/office/drawing/2014/main" id="{4DBF6517-523F-4653-A7C0-31092EABABC0}"/>
              </a:ext>
            </a:extLst>
          </p:cNvPr>
          <p:cNvSpPr>
            <a:spLocks noGrp="1" noChangeArrowheads="1"/>
          </p:cNvSpPr>
          <p:nvPr>
            <p:ph type="ftr" sz="quarter" idx="4"/>
          </p:nvPr>
        </p:nvSpPr>
        <p:spPr bwMode="auto">
          <a:xfrm>
            <a:off x="0" y="9430306"/>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b="0">
                <a:latin typeface="Times New Roman" pitchFamily="18" charset="0"/>
              </a:defRPr>
            </a:lvl1pPr>
          </a:lstStyle>
          <a:p>
            <a:pPr>
              <a:defRPr/>
            </a:pPr>
            <a:endParaRPr lang="en-US" altLang="zh-CN"/>
          </a:p>
        </p:txBody>
      </p:sp>
      <p:sp>
        <p:nvSpPr>
          <p:cNvPr id="46087" name="Rectangle 7">
            <a:extLst>
              <a:ext uri="{FF2B5EF4-FFF2-40B4-BE49-F238E27FC236}">
                <a16:creationId xmlns:a16="http://schemas.microsoft.com/office/drawing/2014/main" id="{ADA97ABC-FB50-4643-8A50-A27D58C1ED11}"/>
              </a:ext>
            </a:extLst>
          </p:cNvPr>
          <p:cNvSpPr>
            <a:spLocks noGrp="1" noChangeArrowheads="1"/>
          </p:cNvSpPr>
          <p:nvPr>
            <p:ph type="sldNum" sz="quarter" idx="5"/>
          </p:nvPr>
        </p:nvSpPr>
        <p:spPr bwMode="auto">
          <a:xfrm>
            <a:off x="3852016" y="9430306"/>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b="0">
                <a:latin typeface="Times New Roman" panose="02020603050405020304" pitchFamily="18" charset="0"/>
              </a:defRPr>
            </a:lvl1pPr>
          </a:lstStyle>
          <a:p>
            <a:fld id="{BD9BB15D-8FC9-44E6-BFF8-9541F3C113D7}"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D465DCE6-23E5-435C-8466-D69B546A46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748F5421-429C-421E-8246-C2D41B23D941}" type="slidenum">
              <a:rPr lang="zh-CN" altLang="en-US" sz="1200">
                <a:latin typeface="Times New Roman" panose="02020603050405020304" pitchFamily="18" charset="0"/>
              </a:rPr>
              <a:pPr eaLnBrk="1" hangingPunct="1"/>
              <a:t>1</a:t>
            </a:fld>
            <a:endParaRPr lang="en-US" altLang="zh-CN" sz="1200">
              <a:latin typeface="Times New Roman" panose="02020603050405020304" pitchFamily="18" charset="0"/>
            </a:endParaRPr>
          </a:p>
        </p:txBody>
      </p:sp>
      <p:sp>
        <p:nvSpPr>
          <p:cNvPr id="99331" name="Rectangle 2">
            <a:extLst>
              <a:ext uri="{FF2B5EF4-FFF2-40B4-BE49-F238E27FC236}">
                <a16:creationId xmlns:a16="http://schemas.microsoft.com/office/drawing/2014/main" id="{F101E41B-E0DE-421D-A0A3-04280275160B}"/>
              </a:ext>
            </a:extLst>
          </p:cNvPr>
          <p:cNvSpPr>
            <a:spLocks noGrp="1" noRot="1" noChangeAspect="1" noChangeArrowheads="1" noTextEdit="1"/>
          </p:cNvSpPr>
          <p:nvPr>
            <p:ph type="sldImg"/>
          </p:nvPr>
        </p:nvSpPr>
        <p:spPr>
          <a:solidFill>
            <a:srgbClr val="FFFFFF"/>
          </a:solidFill>
          <a:ln/>
        </p:spPr>
      </p:sp>
      <p:sp>
        <p:nvSpPr>
          <p:cNvPr id="99332" name="Rectangle 3">
            <a:extLst>
              <a:ext uri="{FF2B5EF4-FFF2-40B4-BE49-F238E27FC236}">
                <a16:creationId xmlns:a16="http://schemas.microsoft.com/office/drawing/2014/main" id="{707951D2-6558-423C-80E0-08F5EDE4D8A5}"/>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E7754897-6DF6-4F62-8D7C-D95D6019FA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A9D5018A-FE37-467A-958D-9B0609DFB327}" type="slidenum">
              <a:rPr lang="en-US" altLang="zh-CN" sz="1200" b="0">
                <a:latin typeface="Times New Roman" panose="02020603050405020304" pitchFamily="18" charset="0"/>
              </a:rPr>
              <a:pPr eaLnBrk="1" hangingPunct="1"/>
              <a:t>2</a:t>
            </a:fld>
            <a:endParaRPr lang="en-US" altLang="zh-CN" sz="1200" b="0">
              <a:latin typeface="Times New Roman" panose="02020603050405020304" pitchFamily="18" charset="0"/>
            </a:endParaRPr>
          </a:p>
        </p:txBody>
      </p:sp>
      <p:sp>
        <p:nvSpPr>
          <p:cNvPr id="90115" name="Rectangle 2">
            <a:extLst>
              <a:ext uri="{FF2B5EF4-FFF2-40B4-BE49-F238E27FC236}">
                <a16:creationId xmlns:a16="http://schemas.microsoft.com/office/drawing/2014/main" id="{0D9450CE-B7F3-48F9-834C-D2A35DA2442B}"/>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43E02C20-062A-4EAF-A72D-DCA94608B8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a:t>
            </a:fld>
            <a:endParaRPr lang="en-US" altLang="zh-CN"/>
          </a:p>
        </p:txBody>
      </p:sp>
    </p:spTree>
    <p:extLst>
      <p:ext uri="{BB962C8B-B14F-4D97-AF65-F5344CB8AC3E}">
        <p14:creationId xmlns:p14="http://schemas.microsoft.com/office/powerpoint/2010/main" val="2477699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4EEDF896-8FC6-4920-BAB2-DA042F7748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EFB1A6BE-3DE1-4E2E-90B8-9359B1B15361}" type="slidenum">
              <a:rPr lang="en-US" altLang="zh-CN" sz="1200" b="0">
                <a:latin typeface="Times New Roman" panose="02020603050405020304" pitchFamily="18" charset="0"/>
              </a:rPr>
              <a:pPr eaLnBrk="1" hangingPunct="1"/>
              <a:t>4</a:t>
            </a:fld>
            <a:endParaRPr lang="en-US" altLang="zh-CN" sz="1200" b="0">
              <a:latin typeface="Times New Roman" panose="02020603050405020304" pitchFamily="18" charset="0"/>
            </a:endParaRPr>
          </a:p>
        </p:txBody>
      </p:sp>
      <p:sp>
        <p:nvSpPr>
          <p:cNvPr id="91139" name="Rectangle 2">
            <a:extLst>
              <a:ext uri="{FF2B5EF4-FFF2-40B4-BE49-F238E27FC236}">
                <a16:creationId xmlns:a16="http://schemas.microsoft.com/office/drawing/2014/main" id="{BFCCE433-0E0C-496C-874D-C80643DA0E0D}"/>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22B670EE-5222-4D06-949C-8F98FEDE0F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318DFAFA-66FB-4E29-9144-A2C0DD980F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9E0D7B5F-F5D5-414A-BBC9-24C42F77A2AE}" type="slidenum">
              <a:rPr lang="en-US" altLang="zh-CN" sz="1200" b="0">
                <a:latin typeface="Times New Roman" panose="02020603050405020304" pitchFamily="18" charset="0"/>
              </a:rPr>
              <a:pPr eaLnBrk="1" hangingPunct="1"/>
              <a:t>5</a:t>
            </a:fld>
            <a:endParaRPr lang="en-US" altLang="zh-CN" sz="1200" b="0">
              <a:latin typeface="Times New Roman" panose="02020603050405020304" pitchFamily="18" charset="0"/>
            </a:endParaRPr>
          </a:p>
        </p:txBody>
      </p:sp>
      <p:sp>
        <p:nvSpPr>
          <p:cNvPr id="92163" name="Rectangle 2">
            <a:extLst>
              <a:ext uri="{FF2B5EF4-FFF2-40B4-BE49-F238E27FC236}">
                <a16:creationId xmlns:a16="http://schemas.microsoft.com/office/drawing/2014/main" id="{400CFDA4-D344-4125-B03A-FDB008C22C5A}"/>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3151B41D-5551-456E-9AAB-E9F23689AF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Eg</a:t>
            </a:r>
            <a:r>
              <a:rPr lang="zh-CN" altLang="en-US"/>
              <a:t>：一段音乐，一副图像</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4641BA72-24D1-41B6-826C-6014E690D8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0888D5FD-C639-4AF8-8405-942B90A2092B}" type="slidenum">
              <a:rPr lang="en-US" altLang="zh-CN" sz="1200" b="0">
                <a:latin typeface="Times New Roman" panose="02020603050405020304" pitchFamily="18" charset="0"/>
              </a:rPr>
              <a:pPr eaLnBrk="1" hangingPunct="1"/>
              <a:t>6</a:t>
            </a:fld>
            <a:endParaRPr lang="en-US" altLang="zh-CN" sz="1200" b="0">
              <a:latin typeface="Times New Roman" panose="02020603050405020304" pitchFamily="18" charset="0"/>
            </a:endParaRPr>
          </a:p>
        </p:txBody>
      </p:sp>
      <p:sp>
        <p:nvSpPr>
          <p:cNvPr id="93187" name="Rectangle 2">
            <a:extLst>
              <a:ext uri="{FF2B5EF4-FFF2-40B4-BE49-F238E27FC236}">
                <a16:creationId xmlns:a16="http://schemas.microsoft.com/office/drawing/2014/main" id="{4189531F-2D65-4073-BAED-44875367293D}"/>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6F85C9-2524-4606-93E0-6C493B437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1231D33A-B7BD-436A-B8D2-730491D6BC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13199102-7816-4BD6-9FC1-04F246D8E10B}" type="slidenum">
              <a:rPr lang="en-US" altLang="zh-CN" sz="1200" b="0">
                <a:latin typeface="Times New Roman" panose="02020603050405020304" pitchFamily="18" charset="0"/>
              </a:rPr>
              <a:pPr eaLnBrk="1" hangingPunct="1"/>
              <a:t>7</a:t>
            </a:fld>
            <a:endParaRPr lang="en-US" altLang="zh-CN" sz="1200" b="0">
              <a:latin typeface="Times New Roman" panose="02020603050405020304" pitchFamily="18" charset="0"/>
            </a:endParaRPr>
          </a:p>
        </p:txBody>
      </p:sp>
      <p:sp>
        <p:nvSpPr>
          <p:cNvPr id="94211" name="Rectangle 2">
            <a:extLst>
              <a:ext uri="{FF2B5EF4-FFF2-40B4-BE49-F238E27FC236}">
                <a16:creationId xmlns:a16="http://schemas.microsoft.com/office/drawing/2014/main" id="{F0DBCDD3-D8AA-464E-B427-685258282699}"/>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01E1806F-C6DB-4513-82B0-330CBFFEEF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345EF1C5-9A5B-4DDD-8E05-51F6848717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D0D92F62-DB2C-4C9D-9CE9-6446856C0E6C}" type="slidenum">
              <a:rPr lang="en-US" altLang="zh-CN" sz="1200" b="0">
                <a:latin typeface="Times New Roman" panose="02020603050405020304" pitchFamily="18" charset="0"/>
              </a:rPr>
              <a:pPr eaLnBrk="1" hangingPunct="1"/>
              <a:t>8</a:t>
            </a:fld>
            <a:endParaRPr lang="en-US" altLang="zh-CN" sz="1200" b="0">
              <a:latin typeface="Times New Roman" panose="02020603050405020304" pitchFamily="18" charset="0"/>
            </a:endParaRPr>
          </a:p>
        </p:txBody>
      </p:sp>
      <p:sp>
        <p:nvSpPr>
          <p:cNvPr id="95235" name="Rectangle 2">
            <a:extLst>
              <a:ext uri="{FF2B5EF4-FFF2-40B4-BE49-F238E27FC236}">
                <a16:creationId xmlns:a16="http://schemas.microsoft.com/office/drawing/2014/main" id="{5A5866C3-D628-44F4-9367-32B4053DFDA5}"/>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57457AA9-04E3-494D-A872-8FC1A893C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3F5F418D-7113-4AF6-9353-0AD1B8BA25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9BD7BB97-4971-4EDB-A4C9-2286C0B9A4B7}" type="slidenum">
              <a:rPr lang="en-US" altLang="zh-CN" sz="1200" b="0">
                <a:latin typeface="Times New Roman" panose="02020603050405020304" pitchFamily="18" charset="0"/>
              </a:rPr>
              <a:pPr eaLnBrk="1" hangingPunct="1"/>
              <a:t>9</a:t>
            </a:fld>
            <a:endParaRPr lang="en-US" altLang="zh-CN" sz="1200" b="0">
              <a:latin typeface="Times New Roman" panose="02020603050405020304" pitchFamily="18" charset="0"/>
            </a:endParaRPr>
          </a:p>
        </p:txBody>
      </p:sp>
      <p:sp>
        <p:nvSpPr>
          <p:cNvPr id="96259" name="Rectangle 2">
            <a:extLst>
              <a:ext uri="{FF2B5EF4-FFF2-40B4-BE49-F238E27FC236}">
                <a16:creationId xmlns:a16="http://schemas.microsoft.com/office/drawing/2014/main" id="{FB86852F-7DD6-46AA-8DBA-A9DE771E917B}"/>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303B5C44-B328-44B3-AE25-563C9E90B0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例如超市管理系统中，每天销售情况为数据，经过挖掘分析之后得到的为信息，信息对决策者更为有用。</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D770750A-9CB2-4F91-B6D5-9BD844008F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99262623-0D2A-4A08-AECD-7CFCCF2C57C8}" type="slidenum">
              <a:rPr lang="en-US" altLang="zh-CN" sz="1200" b="0">
                <a:latin typeface="Times New Roman" panose="02020603050405020304" pitchFamily="18" charset="0"/>
              </a:rPr>
              <a:pPr eaLnBrk="1" hangingPunct="1"/>
              <a:t>10</a:t>
            </a:fld>
            <a:endParaRPr lang="en-US" altLang="zh-CN" sz="1200" b="0">
              <a:latin typeface="Times New Roman" panose="02020603050405020304" pitchFamily="18" charset="0"/>
            </a:endParaRPr>
          </a:p>
        </p:txBody>
      </p:sp>
      <p:sp>
        <p:nvSpPr>
          <p:cNvPr id="97283" name="Rectangle 2">
            <a:extLst>
              <a:ext uri="{FF2B5EF4-FFF2-40B4-BE49-F238E27FC236}">
                <a16:creationId xmlns:a16="http://schemas.microsoft.com/office/drawing/2014/main" id="{090EBD94-08BE-4C75-A7CE-4EDE7B886754}"/>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05EE1FF0-96F8-417F-A134-1FF6F8355F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4C87DC0A-0EBD-4EF7-A050-B432694836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2006F315-6D7B-4DE8-9FCD-F2D140178B9D}" type="slidenum">
              <a:rPr lang="en-US" altLang="zh-CN" sz="1200" b="0">
                <a:latin typeface="Times New Roman" panose="02020603050405020304" pitchFamily="18" charset="0"/>
              </a:rPr>
              <a:pPr eaLnBrk="1" hangingPunct="1"/>
              <a:t>11</a:t>
            </a:fld>
            <a:endParaRPr lang="en-US" altLang="zh-CN" sz="1200" b="0">
              <a:latin typeface="Times New Roman" panose="02020603050405020304" pitchFamily="18" charset="0"/>
            </a:endParaRPr>
          </a:p>
        </p:txBody>
      </p:sp>
      <p:sp>
        <p:nvSpPr>
          <p:cNvPr id="98307" name="Rectangle 2">
            <a:extLst>
              <a:ext uri="{FF2B5EF4-FFF2-40B4-BE49-F238E27FC236}">
                <a16:creationId xmlns:a16="http://schemas.microsoft.com/office/drawing/2014/main" id="{DB76382D-ACFA-4A4C-A044-4C6FAE6B3BB7}"/>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18ECAEE1-6280-41DE-BF64-670CC12DC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12</a:t>
            </a:fld>
            <a:endParaRPr lang="en-US" altLang="zh-CN"/>
          </a:p>
        </p:txBody>
      </p:sp>
    </p:spTree>
    <p:extLst>
      <p:ext uri="{BB962C8B-B14F-4D97-AF65-F5344CB8AC3E}">
        <p14:creationId xmlns:p14="http://schemas.microsoft.com/office/powerpoint/2010/main" val="2185681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13</a:t>
            </a:fld>
            <a:endParaRPr lang="en-US" altLang="zh-CN"/>
          </a:p>
        </p:txBody>
      </p:sp>
    </p:spTree>
    <p:extLst>
      <p:ext uri="{BB962C8B-B14F-4D97-AF65-F5344CB8AC3E}">
        <p14:creationId xmlns:p14="http://schemas.microsoft.com/office/powerpoint/2010/main" val="1399244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14</a:t>
            </a:fld>
            <a:endParaRPr lang="en-US" altLang="zh-CN"/>
          </a:p>
        </p:txBody>
      </p:sp>
    </p:spTree>
    <p:extLst>
      <p:ext uri="{BB962C8B-B14F-4D97-AF65-F5344CB8AC3E}">
        <p14:creationId xmlns:p14="http://schemas.microsoft.com/office/powerpoint/2010/main" val="2795387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15</a:t>
            </a:fld>
            <a:endParaRPr lang="en-US" altLang="zh-CN"/>
          </a:p>
        </p:txBody>
      </p:sp>
    </p:spTree>
    <p:extLst>
      <p:ext uri="{BB962C8B-B14F-4D97-AF65-F5344CB8AC3E}">
        <p14:creationId xmlns:p14="http://schemas.microsoft.com/office/powerpoint/2010/main" val="337262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16</a:t>
            </a:fld>
            <a:endParaRPr lang="en-US" altLang="zh-CN"/>
          </a:p>
        </p:txBody>
      </p:sp>
    </p:spTree>
    <p:extLst>
      <p:ext uri="{BB962C8B-B14F-4D97-AF65-F5344CB8AC3E}">
        <p14:creationId xmlns:p14="http://schemas.microsoft.com/office/powerpoint/2010/main" val="3355644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17</a:t>
            </a:fld>
            <a:endParaRPr lang="en-US" altLang="zh-CN"/>
          </a:p>
        </p:txBody>
      </p:sp>
    </p:spTree>
    <p:extLst>
      <p:ext uri="{BB962C8B-B14F-4D97-AF65-F5344CB8AC3E}">
        <p14:creationId xmlns:p14="http://schemas.microsoft.com/office/powerpoint/2010/main" val="2130968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b="0" i="0" dirty="0">
                <a:solidFill>
                  <a:srgbClr val="666666"/>
                </a:solidFill>
                <a:effectLst/>
                <a:latin typeface="Microsoft YaHei" panose="020B0503020204020204" pitchFamily="34" charset="-122"/>
                <a:ea typeface="Microsoft YaHei" panose="020B0503020204020204" pitchFamily="34" charset="-122"/>
              </a:rPr>
              <a:t>数据库排行榜是通过分析在 </a:t>
            </a:r>
            <a:r>
              <a:rPr lang="en-US" altLang="zh-CN" b="0" i="0" dirty="0">
                <a:solidFill>
                  <a:srgbClr val="666666"/>
                </a:solidFill>
                <a:effectLst/>
                <a:latin typeface="Microsoft YaHei" panose="020B0503020204020204" pitchFamily="34" charset="-122"/>
                <a:ea typeface="Microsoft YaHei" panose="020B0503020204020204" pitchFamily="34" charset="-122"/>
              </a:rPr>
              <a:t>Google </a:t>
            </a:r>
            <a:r>
              <a:rPr lang="zh-CN" altLang="en-US" b="0" i="0" dirty="0">
                <a:solidFill>
                  <a:srgbClr val="666666"/>
                </a:solidFill>
                <a:effectLst/>
                <a:latin typeface="Microsoft YaHei" panose="020B0503020204020204" pitchFamily="34" charset="-122"/>
                <a:ea typeface="Microsoft YaHei" panose="020B0503020204020204" pitchFamily="34" charset="-122"/>
              </a:rPr>
              <a:t>上搜索数据库名称的频率进行计算的，被搜索次数越多的数据库就越受欢迎，这是排名的指标。原始数据来自谷歌趋势（</a:t>
            </a:r>
            <a:r>
              <a:rPr lang="en-US" altLang="zh-CN" b="0" i="0" dirty="0">
                <a:solidFill>
                  <a:srgbClr val="666666"/>
                </a:solidFill>
                <a:effectLst/>
                <a:latin typeface="Microsoft YaHei" panose="020B0503020204020204" pitchFamily="34" charset="-122"/>
                <a:ea typeface="Microsoft YaHei" panose="020B0503020204020204" pitchFamily="34" charset="-122"/>
              </a:rPr>
              <a:t>Google Trends</a:t>
            </a:r>
            <a:r>
              <a:rPr lang="zh-CN" altLang="en-US" b="0" i="0" dirty="0">
                <a:solidFill>
                  <a:srgbClr val="666666"/>
                </a:solidFill>
                <a:effectLst/>
                <a:latin typeface="Microsoft YaHei" panose="020B0503020204020204" pitchFamily="34" charset="-122"/>
                <a:ea typeface="Microsoft YaHei" panose="020B0503020204020204" pitchFamily="34" charset="-122"/>
              </a:rPr>
              <a:t>）。</a:t>
            </a:r>
            <a:endParaRPr lang="en-US" altLang="zh-CN" b="0" i="0" dirty="0">
              <a:solidFill>
                <a:srgbClr val="333333"/>
              </a:solidFill>
              <a:effectLst/>
              <a:latin typeface="-apple-system"/>
            </a:endParaRPr>
          </a:p>
          <a:p>
            <a:pPr algn="just"/>
            <a:r>
              <a:rPr lang="zh-CN" altLang="en-US" b="0" i="0" dirty="0">
                <a:solidFill>
                  <a:srgbClr val="333333"/>
                </a:solidFill>
                <a:effectLst/>
                <a:latin typeface="-apple-system"/>
              </a:rPr>
              <a:t>排名的数据依据</a:t>
            </a:r>
            <a:r>
              <a:rPr lang="en-US" altLang="zh-CN" b="0" i="0" dirty="0">
                <a:solidFill>
                  <a:srgbClr val="333333"/>
                </a:solidFill>
                <a:effectLst/>
                <a:latin typeface="-apple-system"/>
              </a:rPr>
              <a:t>5</a:t>
            </a:r>
            <a:r>
              <a:rPr lang="zh-CN" altLang="en-US" b="0" i="0" dirty="0">
                <a:solidFill>
                  <a:srgbClr val="333333"/>
                </a:solidFill>
                <a:effectLst/>
                <a:latin typeface="-apple-system"/>
              </a:rPr>
              <a:t>个不同的因素：</a:t>
            </a:r>
          </a:p>
          <a:p>
            <a:pPr algn="l">
              <a:buFont typeface="Arial" panose="020B0604020202020204" pitchFamily="34" charset="0"/>
              <a:buChar char="•"/>
            </a:pPr>
            <a:r>
              <a:rPr lang="en-US" altLang="zh-CN" b="0" i="0" dirty="0">
                <a:solidFill>
                  <a:srgbClr val="333333"/>
                </a:solidFill>
                <a:effectLst/>
                <a:latin typeface="-apple-system"/>
              </a:rPr>
              <a:t>Google</a:t>
            </a:r>
            <a:r>
              <a:rPr lang="zh-CN" altLang="en-US" b="0" i="0" dirty="0">
                <a:solidFill>
                  <a:srgbClr val="333333"/>
                </a:solidFill>
                <a:effectLst/>
                <a:latin typeface="-apple-system"/>
              </a:rPr>
              <a:t>以及</a:t>
            </a:r>
            <a:r>
              <a:rPr lang="en-US" altLang="zh-CN" b="0" i="0" dirty="0">
                <a:solidFill>
                  <a:srgbClr val="333333"/>
                </a:solidFill>
                <a:effectLst/>
                <a:latin typeface="-apple-system"/>
              </a:rPr>
              <a:t>Bing</a:t>
            </a:r>
            <a:r>
              <a:rPr lang="zh-CN" altLang="en-US" b="0" i="0" dirty="0">
                <a:solidFill>
                  <a:srgbClr val="333333"/>
                </a:solidFill>
                <a:effectLst/>
                <a:latin typeface="-apple-system"/>
              </a:rPr>
              <a:t>搜索引擎的关键字搜索数量</a:t>
            </a:r>
          </a:p>
          <a:p>
            <a:pPr algn="l">
              <a:buFont typeface="Arial" panose="020B0604020202020204" pitchFamily="34" charset="0"/>
              <a:buChar char="•"/>
            </a:pPr>
            <a:r>
              <a:rPr lang="en-US" altLang="zh-CN" b="0" i="0" dirty="0">
                <a:solidFill>
                  <a:srgbClr val="333333"/>
                </a:solidFill>
                <a:effectLst/>
                <a:latin typeface="-apple-system"/>
              </a:rPr>
              <a:t>Google Trends</a:t>
            </a:r>
            <a:r>
              <a:rPr lang="zh-CN" altLang="en-US" b="0" i="0" dirty="0">
                <a:solidFill>
                  <a:srgbClr val="333333"/>
                </a:solidFill>
                <a:effectLst/>
                <a:latin typeface="-apple-system"/>
              </a:rPr>
              <a:t>的搜索数量</a:t>
            </a:r>
          </a:p>
          <a:p>
            <a:pPr algn="l">
              <a:buFont typeface="Arial" panose="020B0604020202020204" pitchFamily="34" charset="0"/>
              <a:buChar char="•"/>
            </a:pPr>
            <a:r>
              <a:rPr lang="en-US" altLang="zh-CN" b="0" i="0" dirty="0">
                <a:solidFill>
                  <a:srgbClr val="333333"/>
                </a:solidFill>
                <a:effectLst/>
                <a:latin typeface="-apple-system"/>
              </a:rPr>
              <a:t>Indeed</a:t>
            </a:r>
            <a:r>
              <a:rPr lang="zh-CN" altLang="en-US" b="0" i="0" dirty="0">
                <a:solidFill>
                  <a:srgbClr val="333333"/>
                </a:solidFill>
                <a:effectLst/>
                <a:latin typeface="-apple-system"/>
              </a:rPr>
              <a:t>网站中的职位搜索量</a:t>
            </a:r>
          </a:p>
          <a:p>
            <a:pPr algn="l">
              <a:buFont typeface="Arial" panose="020B0604020202020204" pitchFamily="34" charset="0"/>
              <a:buChar char="•"/>
            </a:pPr>
            <a:r>
              <a:rPr lang="en-US" altLang="zh-CN" b="0" i="0" dirty="0">
                <a:solidFill>
                  <a:srgbClr val="333333"/>
                </a:solidFill>
                <a:effectLst/>
                <a:latin typeface="-apple-system"/>
              </a:rPr>
              <a:t>LinkedIn</a:t>
            </a:r>
            <a:r>
              <a:rPr lang="zh-CN" altLang="en-US" b="0" i="0" dirty="0">
                <a:solidFill>
                  <a:srgbClr val="333333"/>
                </a:solidFill>
                <a:effectLst/>
                <a:latin typeface="-apple-system"/>
              </a:rPr>
              <a:t>中提到关键字的个人资料数</a:t>
            </a:r>
          </a:p>
          <a:p>
            <a:pPr algn="l">
              <a:buFont typeface="Arial" panose="020B0604020202020204" pitchFamily="34" charset="0"/>
              <a:buChar char="•"/>
            </a:pPr>
            <a:r>
              <a:rPr lang="en-US" altLang="zh-CN" b="0" i="0" dirty="0" err="1">
                <a:solidFill>
                  <a:srgbClr val="333333"/>
                </a:solidFill>
                <a:effectLst/>
                <a:latin typeface="-apple-system"/>
              </a:rPr>
              <a:t>Stackoverflow</a:t>
            </a:r>
            <a:r>
              <a:rPr lang="zh-CN" altLang="en-US" b="0" i="0" dirty="0">
                <a:solidFill>
                  <a:srgbClr val="333333"/>
                </a:solidFill>
                <a:effectLst/>
                <a:latin typeface="-apple-system"/>
              </a:rPr>
              <a:t>上相关的问题和关注者数</a:t>
            </a:r>
          </a:p>
          <a:p>
            <a:endParaRPr lang="zh-CN" altLang="en-US" dirty="0"/>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18</a:t>
            </a:fld>
            <a:endParaRPr lang="en-US" altLang="zh-CN"/>
          </a:p>
        </p:txBody>
      </p:sp>
    </p:spTree>
    <p:extLst>
      <p:ext uri="{BB962C8B-B14F-4D97-AF65-F5344CB8AC3E}">
        <p14:creationId xmlns:p14="http://schemas.microsoft.com/office/powerpoint/2010/main" val="2562364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19</a:t>
            </a:fld>
            <a:endParaRPr lang="en-US" altLang="zh-CN"/>
          </a:p>
        </p:txBody>
      </p:sp>
    </p:spTree>
    <p:extLst>
      <p:ext uri="{BB962C8B-B14F-4D97-AF65-F5344CB8AC3E}">
        <p14:creationId xmlns:p14="http://schemas.microsoft.com/office/powerpoint/2010/main" val="3080175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20</a:t>
            </a:fld>
            <a:endParaRPr lang="en-US" altLang="zh-CN"/>
          </a:p>
        </p:txBody>
      </p:sp>
    </p:spTree>
    <p:extLst>
      <p:ext uri="{BB962C8B-B14F-4D97-AF65-F5344CB8AC3E}">
        <p14:creationId xmlns:p14="http://schemas.microsoft.com/office/powerpoint/2010/main" val="1326031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6AB42CB1-CC04-4BB3-97C7-CFA3C7D9BE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02C1E515-86F0-4B77-AD9E-900D8D1084EA}" type="slidenum">
              <a:rPr lang="en-US" altLang="zh-CN" sz="1200" b="0">
                <a:latin typeface="Times New Roman" panose="02020603050405020304" pitchFamily="18" charset="0"/>
              </a:rPr>
              <a:pPr eaLnBrk="1" hangingPunct="1"/>
              <a:t>21</a:t>
            </a:fld>
            <a:endParaRPr lang="en-US" altLang="zh-CN" sz="1200" b="0">
              <a:latin typeface="Times New Roman" panose="02020603050405020304" pitchFamily="18" charset="0"/>
            </a:endParaRPr>
          </a:p>
        </p:txBody>
      </p:sp>
      <p:sp>
        <p:nvSpPr>
          <p:cNvPr id="99331" name="Rectangle 2">
            <a:extLst>
              <a:ext uri="{FF2B5EF4-FFF2-40B4-BE49-F238E27FC236}">
                <a16:creationId xmlns:a16="http://schemas.microsoft.com/office/drawing/2014/main" id="{F88BDA0C-339A-42D3-A90A-9999140CC88C}"/>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183AAF17-A932-4CEB-9B13-5B61F4E77E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银行是最大的应用，也是最大的客户。它有一套专门的人员开发维护系统。在其中工作较为舒适。</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22</a:t>
            </a:fld>
            <a:endParaRPr lang="en-US" altLang="zh-CN"/>
          </a:p>
        </p:txBody>
      </p:sp>
    </p:spTree>
    <p:extLst>
      <p:ext uri="{BB962C8B-B14F-4D97-AF65-F5344CB8AC3E}">
        <p14:creationId xmlns:p14="http://schemas.microsoft.com/office/powerpoint/2010/main" val="27447714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30879083-98BD-49B0-8F4C-8939744BCB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41481A1C-F4C1-4F28-AD64-E356647F3FDD}" type="slidenum">
              <a:rPr lang="en-US" altLang="zh-CN" sz="1200" b="0">
                <a:latin typeface="Times New Roman" panose="02020603050405020304" pitchFamily="18" charset="0"/>
              </a:rPr>
              <a:pPr eaLnBrk="1" hangingPunct="1"/>
              <a:t>23</a:t>
            </a:fld>
            <a:endParaRPr lang="en-US" altLang="zh-CN" sz="1200" b="0">
              <a:latin typeface="Times New Roman" panose="02020603050405020304" pitchFamily="18" charset="0"/>
            </a:endParaRPr>
          </a:p>
        </p:txBody>
      </p:sp>
      <p:sp>
        <p:nvSpPr>
          <p:cNvPr id="100355" name="Rectangle 2">
            <a:extLst>
              <a:ext uri="{FF2B5EF4-FFF2-40B4-BE49-F238E27FC236}">
                <a16:creationId xmlns:a16="http://schemas.microsoft.com/office/drawing/2014/main" id="{0A8D1C2A-699E-46F5-BB61-737A65516684}"/>
              </a:ext>
            </a:extLst>
          </p:cNvPr>
          <p:cNvSpPr>
            <a:spLocks noGrp="1" noRot="1" noChangeAspect="1" noChangeArrowheads="1" noTextEdit="1"/>
          </p:cNvSpPr>
          <p:nvPr>
            <p:ph type="sldImg"/>
          </p:nvPr>
        </p:nvSpPr>
        <p:spPr>
          <a:solidFill>
            <a:srgbClr val="FFFFFF"/>
          </a:solidFill>
          <a:ln/>
        </p:spPr>
      </p:sp>
      <p:sp>
        <p:nvSpPr>
          <p:cNvPr id="100356" name="Rectangle 3">
            <a:extLst>
              <a:ext uri="{FF2B5EF4-FFF2-40B4-BE49-F238E27FC236}">
                <a16:creationId xmlns:a16="http://schemas.microsoft.com/office/drawing/2014/main" id="{6E1A6E8E-F48A-4007-856E-06C16EEE5D6D}"/>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dirty="0"/>
              <a:t>20</a:t>
            </a:r>
            <a:r>
              <a:rPr lang="zh-CN" altLang="en-US" dirty="0"/>
              <a:t>世纪</a:t>
            </a:r>
            <a:r>
              <a:rPr lang="en-US" altLang="zh-CN" dirty="0"/>
              <a:t>50</a:t>
            </a:r>
            <a:r>
              <a:rPr lang="zh-CN" altLang="en-US" dirty="0"/>
              <a:t>年代中期以前，计算机主要用于科学计算。当时没有存储设备，没有操作系统。数据采用人工管理，不共享、不保存。</a:t>
            </a:r>
            <a:endParaRPr lang="en-US" altLang="zh-CN" dirty="0"/>
          </a:p>
          <a:p>
            <a:pPr eaLnBrk="1" hangingPunct="1"/>
            <a:r>
              <a:rPr lang="en-US" altLang="zh-CN" dirty="0"/>
              <a:t>50</a:t>
            </a:r>
            <a:r>
              <a:rPr lang="zh-CN" altLang="en-US" dirty="0"/>
              <a:t>年代后期</a:t>
            </a:r>
            <a:r>
              <a:rPr lang="en-US" altLang="zh-CN" dirty="0"/>
              <a:t>-60</a:t>
            </a:r>
            <a:r>
              <a:rPr lang="zh-CN" altLang="en-US" dirty="0"/>
              <a:t>年代中期：硬件方面有了磁盘等存储设备，软件方面有了操作系统，操作系统中有了专门的数据管理软件，称为文件系统。此时用文件系统来管理数据是合适的。</a:t>
            </a:r>
            <a:endParaRPr lang="en-US" altLang="zh-CN" dirty="0"/>
          </a:p>
          <a:p>
            <a:pPr eaLnBrk="1" hangingPunct="1"/>
            <a:r>
              <a:rPr lang="en-US" altLang="zh-CN" dirty="0"/>
              <a:t>60</a:t>
            </a:r>
            <a:r>
              <a:rPr lang="zh-CN" altLang="en-US" dirty="0"/>
              <a:t>年代后期至今，硬件价格下降，软件增加，用户的需求增加，文件系统已不能满足应用的需求，于是为解决多用户、多应用共享数据的需求，数据库技术应运而生。</a:t>
            </a:r>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24</a:t>
            </a:fld>
            <a:endParaRPr lang="en-US" altLang="zh-CN"/>
          </a:p>
        </p:txBody>
      </p:sp>
    </p:spTree>
    <p:extLst>
      <p:ext uri="{BB962C8B-B14F-4D97-AF65-F5344CB8AC3E}">
        <p14:creationId xmlns:p14="http://schemas.microsoft.com/office/powerpoint/2010/main" val="29105153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25</a:t>
            </a:fld>
            <a:endParaRPr lang="en-US" altLang="zh-CN"/>
          </a:p>
        </p:txBody>
      </p:sp>
    </p:spTree>
    <p:extLst>
      <p:ext uri="{BB962C8B-B14F-4D97-AF65-F5344CB8AC3E}">
        <p14:creationId xmlns:p14="http://schemas.microsoft.com/office/powerpoint/2010/main" val="4501305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26</a:t>
            </a:fld>
            <a:endParaRPr lang="en-US" altLang="zh-CN"/>
          </a:p>
        </p:txBody>
      </p:sp>
    </p:spTree>
    <p:extLst>
      <p:ext uri="{BB962C8B-B14F-4D97-AF65-F5344CB8AC3E}">
        <p14:creationId xmlns:p14="http://schemas.microsoft.com/office/powerpoint/2010/main" val="40190656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latin typeface="宋体" pitchFamily="2" charset="-122"/>
              </a:rPr>
              <a:t>在</a:t>
            </a:r>
            <a:r>
              <a:rPr lang="en-US" altLang="zh-CN" b="1" dirty="0">
                <a:latin typeface="宋体" pitchFamily="2" charset="-122"/>
              </a:rPr>
              <a:t>DBMS</a:t>
            </a:r>
            <a:r>
              <a:rPr lang="zh-CN" altLang="zh-CN" b="1" dirty="0">
                <a:latin typeface="宋体" pitchFamily="2" charset="-122"/>
              </a:rPr>
              <a:t>出现以前，把需要管理的数据存放在永久性的</a:t>
            </a:r>
            <a:r>
              <a:rPr lang="zh-CN" altLang="en-US" b="1" dirty="0">
                <a:latin typeface="宋体" pitchFamily="2" charset="-122"/>
              </a:rPr>
              <a:t>操作</a:t>
            </a:r>
            <a:r>
              <a:rPr lang="zh-CN" altLang="zh-CN" b="1" dirty="0">
                <a:latin typeface="宋体" pitchFamily="2" charset="-122"/>
              </a:rPr>
              <a:t>系统文件中，同时为了能够操作这些文件里的数据，系统里还有针对这些文件编写的应用程序</a:t>
            </a:r>
            <a:r>
              <a:rPr lang="zh-CN" altLang="en-US" b="1" dirty="0">
                <a:latin typeface="宋体" pitchFamily="2" charset="-122"/>
              </a:rPr>
              <a:t>：文件 </a:t>
            </a:r>
            <a:r>
              <a:rPr lang="en-US" altLang="zh-CN" b="1" dirty="0">
                <a:latin typeface="宋体" pitchFamily="2" charset="-122"/>
              </a:rPr>
              <a:t>+ </a:t>
            </a:r>
            <a:r>
              <a:rPr lang="zh-CN" altLang="en-US" b="1" dirty="0">
                <a:latin typeface="宋体" pitchFamily="2" charset="-122"/>
              </a:rPr>
              <a:t>程序。</a:t>
            </a:r>
          </a:p>
          <a:p>
            <a:endParaRPr lang="zh-CN" altLang="en-US" dirty="0"/>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27</a:t>
            </a:fld>
            <a:endParaRPr lang="en-US" altLang="zh-CN"/>
          </a:p>
        </p:txBody>
      </p:sp>
    </p:spTree>
    <p:extLst>
      <p:ext uri="{BB962C8B-B14F-4D97-AF65-F5344CB8AC3E}">
        <p14:creationId xmlns:p14="http://schemas.microsoft.com/office/powerpoint/2010/main" val="2545840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C07A9301-72D4-4722-819C-F4DE9F23B9D7}"/>
              </a:ext>
            </a:extLst>
          </p:cNvPr>
          <p:cNvSpPr>
            <a:spLocks noGrp="1" noRot="1" noChangeAspect="1" noTextEdit="1"/>
          </p:cNvSpPr>
          <p:nvPr>
            <p:ph type="sldImg"/>
          </p:nvPr>
        </p:nvSpPr>
        <p:spPr>
          <a:ln/>
        </p:spPr>
      </p:sp>
      <p:sp>
        <p:nvSpPr>
          <p:cNvPr id="101379" name="备注占位符 2">
            <a:extLst>
              <a:ext uri="{FF2B5EF4-FFF2-40B4-BE49-F238E27FC236}">
                <a16:creationId xmlns:a16="http://schemas.microsoft.com/office/drawing/2014/main" id="{798B0993-5B4E-422C-8591-0DA8C15C4A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这种典型的文件处理系统是传统的操作系统所能支持的，随着银行业务的发展，需求不断增长，随之新的数据文件和应用程序就会不断地加入到系统中来。例如信用卡账户处理。</a:t>
            </a:r>
          </a:p>
          <a:p>
            <a:endParaRPr lang="zh-CN" altLang="en-US"/>
          </a:p>
        </p:txBody>
      </p:sp>
      <p:sp>
        <p:nvSpPr>
          <p:cNvPr id="101380" name="灯片编号占位符 3">
            <a:extLst>
              <a:ext uri="{FF2B5EF4-FFF2-40B4-BE49-F238E27FC236}">
                <a16:creationId xmlns:a16="http://schemas.microsoft.com/office/drawing/2014/main" id="{AED730E2-703E-4DEF-9392-C5541DCCD67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6E0A771A-18F7-4F4E-9FB6-C3CE469A2016}" type="slidenum">
              <a:rPr lang="en-US" altLang="zh-CN" sz="1200" b="0">
                <a:latin typeface="Times New Roman" panose="02020603050405020304" pitchFamily="18" charset="0"/>
              </a:rPr>
              <a:pPr eaLnBrk="1" hangingPunct="1"/>
              <a:t>28</a:t>
            </a:fld>
            <a:endParaRPr lang="en-US" altLang="zh-CN" sz="1200" b="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29</a:t>
            </a:fld>
            <a:endParaRPr lang="en-US" altLang="zh-CN"/>
          </a:p>
        </p:txBody>
      </p:sp>
    </p:spTree>
    <p:extLst>
      <p:ext uri="{BB962C8B-B14F-4D97-AF65-F5344CB8AC3E}">
        <p14:creationId xmlns:p14="http://schemas.microsoft.com/office/powerpoint/2010/main" val="1773098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30</a:t>
            </a:fld>
            <a:endParaRPr lang="en-US" altLang="zh-CN"/>
          </a:p>
        </p:txBody>
      </p:sp>
    </p:spTree>
    <p:extLst>
      <p:ext uri="{BB962C8B-B14F-4D97-AF65-F5344CB8AC3E}">
        <p14:creationId xmlns:p14="http://schemas.microsoft.com/office/powerpoint/2010/main" val="33281422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31</a:t>
            </a:fld>
            <a:endParaRPr lang="en-US" altLang="zh-CN"/>
          </a:p>
        </p:txBody>
      </p:sp>
    </p:spTree>
    <p:extLst>
      <p:ext uri="{BB962C8B-B14F-4D97-AF65-F5344CB8AC3E}">
        <p14:creationId xmlns:p14="http://schemas.microsoft.com/office/powerpoint/2010/main" val="1325865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32</a:t>
            </a:fld>
            <a:endParaRPr lang="en-US" altLang="zh-CN"/>
          </a:p>
        </p:txBody>
      </p:sp>
    </p:spTree>
    <p:extLst>
      <p:ext uri="{BB962C8B-B14F-4D97-AF65-F5344CB8AC3E}">
        <p14:creationId xmlns:p14="http://schemas.microsoft.com/office/powerpoint/2010/main" val="41359941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33</a:t>
            </a:fld>
            <a:endParaRPr lang="en-US" altLang="zh-CN"/>
          </a:p>
        </p:txBody>
      </p:sp>
    </p:spTree>
    <p:extLst>
      <p:ext uri="{BB962C8B-B14F-4D97-AF65-F5344CB8AC3E}">
        <p14:creationId xmlns:p14="http://schemas.microsoft.com/office/powerpoint/2010/main" val="32776789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D6E89071-C1AE-422F-B79C-88EDE58A6D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4EEEB155-B886-48F3-9694-940523F227E0}" type="slidenum">
              <a:rPr lang="en-US" altLang="zh-CN" sz="1200" b="0">
                <a:latin typeface="Times New Roman" panose="02020603050405020304" pitchFamily="18" charset="0"/>
              </a:rPr>
              <a:pPr eaLnBrk="1" hangingPunct="1"/>
              <a:t>34</a:t>
            </a:fld>
            <a:endParaRPr lang="en-US" altLang="zh-CN" sz="1200" b="0">
              <a:latin typeface="Times New Roman" panose="02020603050405020304" pitchFamily="18" charset="0"/>
            </a:endParaRPr>
          </a:p>
        </p:txBody>
      </p:sp>
      <p:sp>
        <p:nvSpPr>
          <p:cNvPr id="102403" name="Rectangle 2">
            <a:extLst>
              <a:ext uri="{FF2B5EF4-FFF2-40B4-BE49-F238E27FC236}">
                <a16:creationId xmlns:a16="http://schemas.microsoft.com/office/drawing/2014/main" id="{D91860C7-3744-4FBD-8841-74FA361B505B}"/>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2835F599-45CA-47C3-BFE1-969F685481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35</a:t>
            </a:fld>
            <a:endParaRPr lang="en-US" altLang="zh-CN"/>
          </a:p>
        </p:txBody>
      </p:sp>
    </p:spTree>
    <p:extLst>
      <p:ext uri="{BB962C8B-B14F-4D97-AF65-F5344CB8AC3E}">
        <p14:creationId xmlns:p14="http://schemas.microsoft.com/office/powerpoint/2010/main" val="12583419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36</a:t>
            </a:fld>
            <a:endParaRPr lang="en-US" altLang="zh-CN"/>
          </a:p>
        </p:txBody>
      </p:sp>
    </p:spTree>
    <p:extLst>
      <p:ext uri="{BB962C8B-B14F-4D97-AF65-F5344CB8AC3E}">
        <p14:creationId xmlns:p14="http://schemas.microsoft.com/office/powerpoint/2010/main" val="20154984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37</a:t>
            </a:fld>
            <a:endParaRPr lang="en-US" altLang="zh-CN"/>
          </a:p>
        </p:txBody>
      </p:sp>
    </p:spTree>
    <p:extLst>
      <p:ext uri="{BB962C8B-B14F-4D97-AF65-F5344CB8AC3E}">
        <p14:creationId xmlns:p14="http://schemas.microsoft.com/office/powerpoint/2010/main" val="10557107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38</a:t>
            </a:fld>
            <a:endParaRPr lang="en-US" altLang="zh-CN"/>
          </a:p>
        </p:txBody>
      </p:sp>
    </p:spTree>
    <p:extLst>
      <p:ext uri="{BB962C8B-B14F-4D97-AF65-F5344CB8AC3E}">
        <p14:creationId xmlns:p14="http://schemas.microsoft.com/office/powerpoint/2010/main" val="4822568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39</a:t>
            </a:fld>
            <a:endParaRPr lang="en-US" altLang="zh-CN"/>
          </a:p>
        </p:txBody>
      </p:sp>
    </p:spTree>
    <p:extLst>
      <p:ext uri="{BB962C8B-B14F-4D97-AF65-F5344CB8AC3E}">
        <p14:creationId xmlns:p14="http://schemas.microsoft.com/office/powerpoint/2010/main" val="7658723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40</a:t>
            </a:fld>
            <a:endParaRPr lang="en-US" altLang="zh-CN"/>
          </a:p>
        </p:txBody>
      </p:sp>
    </p:spTree>
    <p:extLst>
      <p:ext uri="{BB962C8B-B14F-4D97-AF65-F5344CB8AC3E}">
        <p14:creationId xmlns:p14="http://schemas.microsoft.com/office/powerpoint/2010/main" val="6950970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CF4DADAD-BA6F-4ADA-8317-9F91BBAA2E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471E4773-363B-4EE7-9627-66218C0D279A}" type="slidenum">
              <a:rPr lang="en-US" altLang="zh-CN" sz="1200" b="0">
                <a:latin typeface="Times New Roman" panose="02020603050405020304" pitchFamily="18" charset="0"/>
              </a:rPr>
              <a:pPr eaLnBrk="1" hangingPunct="1"/>
              <a:t>41</a:t>
            </a:fld>
            <a:endParaRPr lang="en-US" altLang="zh-CN" sz="1200" b="0">
              <a:latin typeface="Times New Roman" panose="02020603050405020304" pitchFamily="18" charset="0"/>
            </a:endParaRPr>
          </a:p>
        </p:txBody>
      </p:sp>
      <p:sp>
        <p:nvSpPr>
          <p:cNvPr id="112643" name="Rectangle 2">
            <a:extLst>
              <a:ext uri="{FF2B5EF4-FFF2-40B4-BE49-F238E27FC236}">
                <a16:creationId xmlns:a16="http://schemas.microsoft.com/office/drawing/2014/main" id="{D77A1711-6E21-4FFE-AF23-F51C9CD2ED47}"/>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39514404-C7B1-4577-BF78-2F0394599C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实体集 举例：全体学生、全体教师等</a:t>
            </a:r>
          </a:p>
        </p:txBody>
      </p:sp>
    </p:spTree>
    <p:extLst>
      <p:ext uri="{BB962C8B-B14F-4D97-AF65-F5344CB8AC3E}">
        <p14:creationId xmlns:p14="http://schemas.microsoft.com/office/powerpoint/2010/main" val="31450653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42</a:t>
            </a:fld>
            <a:endParaRPr lang="en-US" altLang="zh-CN"/>
          </a:p>
        </p:txBody>
      </p:sp>
    </p:spTree>
    <p:extLst>
      <p:ext uri="{BB962C8B-B14F-4D97-AF65-F5344CB8AC3E}">
        <p14:creationId xmlns:p14="http://schemas.microsoft.com/office/powerpoint/2010/main" val="8291435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43</a:t>
            </a:fld>
            <a:endParaRPr lang="en-US" altLang="zh-CN"/>
          </a:p>
        </p:txBody>
      </p:sp>
    </p:spTree>
    <p:extLst>
      <p:ext uri="{BB962C8B-B14F-4D97-AF65-F5344CB8AC3E}">
        <p14:creationId xmlns:p14="http://schemas.microsoft.com/office/powerpoint/2010/main" val="12565970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44</a:t>
            </a:fld>
            <a:endParaRPr lang="en-US" altLang="zh-CN"/>
          </a:p>
        </p:txBody>
      </p:sp>
    </p:spTree>
    <p:extLst>
      <p:ext uri="{BB962C8B-B14F-4D97-AF65-F5344CB8AC3E}">
        <p14:creationId xmlns:p14="http://schemas.microsoft.com/office/powerpoint/2010/main" val="15480072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45</a:t>
            </a:fld>
            <a:endParaRPr lang="en-US" altLang="zh-CN"/>
          </a:p>
        </p:txBody>
      </p:sp>
    </p:spTree>
    <p:extLst>
      <p:ext uri="{BB962C8B-B14F-4D97-AF65-F5344CB8AC3E}">
        <p14:creationId xmlns:p14="http://schemas.microsoft.com/office/powerpoint/2010/main" val="37581506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46</a:t>
            </a:fld>
            <a:endParaRPr lang="en-US" altLang="zh-CN"/>
          </a:p>
        </p:txBody>
      </p:sp>
    </p:spTree>
    <p:extLst>
      <p:ext uri="{BB962C8B-B14F-4D97-AF65-F5344CB8AC3E}">
        <p14:creationId xmlns:p14="http://schemas.microsoft.com/office/powerpoint/2010/main" val="19375923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47</a:t>
            </a:fld>
            <a:endParaRPr lang="en-US" altLang="zh-CN"/>
          </a:p>
        </p:txBody>
      </p:sp>
    </p:spTree>
    <p:extLst>
      <p:ext uri="{BB962C8B-B14F-4D97-AF65-F5344CB8AC3E}">
        <p14:creationId xmlns:p14="http://schemas.microsoft.com/office/powerpoint/2010/main" val="3330141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48</a:t>
            </a:fld>
            <a:endParaRPr lang="en-US" altLang="zh-CN"/>
          </a:p>
        </p:txBody>
      </p:sp>
    </p:spTree>
    <p:extLst>
      <p:ext uri="{BB962C8B-B14F-4D97-AF65-F5344CB8AC3E}">
        <p14:creationId xmlns:p14="http://schemas.microsoft.com/office/powerpoint/2010/main" val="778734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49</a:t>
            </a:fld>
            <a:endParaRPr lang="en-US" altLang="zh-CN"/>
          </a:p>
        </p:txBody>
      </p:sp>
    </p:spTree>
    <p:extLst>
      <p:ext uri="{BB962C8B-B14F-4D97-AF65-F5344CB8AC3E}">
        <p14:creationId xmlns:p14="http://schemas.microsoft.com/office/powerpoint/2010/main" val="23750357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50</a:t>
            </a:fld>
            <a:endParaRPr lang="en-US" altLang="zh-CN"/>
          </a:p>
        </p:txBody>
      </p:sp>
    </p:spTree>
    <p:extLst>
      <p:ext uri="{BB962C8B-B14F-4D97-AF65-F5344CB8AC3E}">
        <p14:creationId xmlns:p14="http://schemas.microsoft.com/office/powerpoint/2010/main" val="5477254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51</a:t>
            </a:fld>
            <a:endParaRPr lang="en-US" altLang="zh-CN"/>
          </a:p>
        </p:txBody>
      </p:sp>
    </p:spTree>
    <p:extLst>
      <p:ext uri="{BB962C8B-B14F-4D97-AF65-F5344CB8AC3E}">
        <p14:creationId xmlns:p14="http://schemas.microsoft.com/office/powerpoint/2010/main" val="40773685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52</a:t>
            </a:fld>
            <a:endParaRPr lang="en-US" altLang="zh-CN"/>
          </a:p>
        </p:txBody>
      </p:sp>
    </p:spTree>
    <p:extLst>
      <p:ext uri="{BB962C8B-B14F-4D97-AF65-F5344CB8AC3E}">
        <p14:creationId xmlns:p14="http://schemas.microsoft.com/office/powerpoint/2010/main" val="27752627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a:extLst>
              <a:ext uri="{FF2B5EF4-FFF2-40B4-BE49-F238E27FC236}">
                <a16:creationId xmlns:a16="http://schemas.microsoft.com/office/drawing/2014/main" id="{8B62B86D-41BB-45E3-BF9B-12D85DF2F23A}"/>
              </a:ext>
            </a:extLst>
          </p:cNvPr>
          <p:cNvSpPr>
            <a:spLocks noGrp="1" noRot="1" noChangeAspect="1" noTextEdit="1"/>
          </p:cNvSpPr>
          <p:nvPr>
            <p:ph type="sldImg"/>
          </p:nvPr>
        </p:nvSpPr>
        <p:spPr>
          <a:ln/>
        </p:spPr>
      </p:sp>
      <p:sp>
        <p:nvSpPr>
          <p:cNvPr id="115715" name="备注占位符 2">
            <a:extLst>
              <a:ext uri="{FF2B5EF4-FFF2-40B4-BE49-F238E27FC236}">
                <a16:creationId xmlns:a16="http://schemas.microsoft.com/office/drawing/2014/main" id="{D4394B06-57DA-4CE9-941B-3D62DEF061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1942-1945</a:t>
            </a:r>
            <a:r>
              <a:rPr lang="zh-CN" altLang="en-US"/>
              <a:t>年二战期间任战斗机机长，参与了许多重大空战，为反法西斯战争立下了汗马功劳</a:t>
            </a:r>
          </a:p>
          <a:p>
            <a:r>
              <a:rPr lang="zh-CN" altLang="en-US"/>
              <a:t>二战结束以后，考特上牛津大学学习数学（跟你们一个专业！！！），于</a:t>
            </a:r>
            <a:r>
              <a:rPr lang="en-US" altLang="zh-CN"/>
              <a:t>1 9 4 8 </a:t>
            </a:r>
            <a:r>
              <a:rPr lang="zh-CN" altLang="en-US"/>
              <a:t>年取得学士学位以后到美国谋求发展。</a:t>
            </a:r>
          </a:p>
          <a:p>
            <a:r>
              <a:rPr lang="zh-CN" altLang="en-US"/>
              <a:t>他先后在美国和加拿大工作，参加了</a:t>
            </a:r>
            <a:r>
              <a:rPr lang="en-US" altLang="zh-CN"/>
              <a:t>I B M </a:t>
            </a:r>
            <a:r>
              <a:rPr lang="zh-CN" altLang="en-US"/>
              <a:t>第一台科学计算机</a:t>
            </a:r>
            <a:r>
              <a:rPr lang="en-US" altLang="zh-CN"/>
              <a:t>7 0 1 </a:t>
            </a:r>
            <a:r>
              <a:rPr lang="zh-CN" altLang="en-US"/>
              <a:t>以及第一台大型晶体管计算机 </a:t>
            </a:r>
            <a:r>
              <a:rPr lang="en-US" altLang="zh-CN"/>
              <a:t>S T R E T C H </a:t>
            </a:r>
            <a:r>
              <a:rPr lang="zh-CN" altLang="en-US"/>
              <a:t>的逻辑设计，主持了第一个有多道程序设计能力的操作系统的开发。</a:t>
            </a:r>
          </a:p>
          <a:p>
            <a:r>
              <a:rPr lang="zh-CN" altLang="en-US"/>
              <a:t>他自觉硬件知识缺乏，于是在</a:t>
            </a:r>
            <a:r>
              <a:rPr lang="en-US" altLang="zh-CN"/>
              <a:t>6 0 </a:t>
            </a:r>
            <a:r>
              <a:rPr lang="zh-CN" altLang="en-US"/>
              <a:t>年代初，到密歇根大学进修计算机与通信专业</a:t>
            </a:r>
            <a:r>
              <a:rPr lang="en-US" altLang="zh-CN"/>
              <a:t>( </a:t>
            </a:r>
            <a:r>
              <a:rPr lang="zh-CN" altLang="en-US"/>
              <a:t>当时他已年近</a:t>
            </a:r>
            <a:r>
              <a:rPr lang="en-US" altLang="zh-CN"/>
              <a:t>4 0 ) </a:t>
            </a:r>
            <a:r>
              <a:rPr lang="zh-CN" altLang="en-US"/>
              <a:t>，并于</a:t>
            </a:r>
            <a:r>
              <a:rPr lang="en-US" altLang="zh-CN"/>
              <a:t>1 9 6 3 </a:t>
            </a:r>
            <a:r>
              <a:rPr lang="zh-CN" altLang="en-US"/>
              <a:t>年获得硕士学位， </a:t>
            </a:r>
            <a:r>
              <a:rPr lang="en-US" altLang="zh-CN"/>
              <a:t>1 9 6 5 </a:t>
            </a:r>
            <a:r>
              <a:rPr lang="zh-CN" altLang="en-US"/>
              <a:t>年取得博士学位。</a:t>
            </a:r>
          </a:p>
          <a:p>
            <a:r>
              <a:rPr lang="zh-CN" altLang="en-US"/>
              <a:t>这使他的理论基础更加扎实，专业知识更加丰富。加上他在此之前十几年实践经验的积累，终于在</a:t>
            </a:r>
            <a:r>
              <a:rPr lang="en-US" altLang="zh-CN"/>
              <a:t>1 9 7 0 </a:t>
            </a:r>
            <a:r>
              <a:rPr lang="zh-CN" altLang="en-US"/>
              <a:t>年迸发出智慧的闪光，为数据库技术开辟了一个新时代。</a:t>
            </a:r>
          </a:p>
        </p:txBody>
      </p:sp>
      <p:sp>
        <p:nvSpPr>
          <p:cNvPr id="115716" name="灯片编号占位符 3">
            <a:extLst>
              <a:ext uri="{FF2B5EF4-FFF2-40B4-BE49-F238E27FC236}">
                <a16:creationId xmlns:a16="http://schemas.microsoft.com/office/drawing/2014/main" id="{4AE21350-2A67-43A0-A700-A6A72839B1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fld id="{4C4346E5-7DA8-4E3D-9E99-A800F52DF4C9}" type="slidenum">
              <a:rPr lang="en-US" altLang="zh-CN" sz="1200" b="0">
                <a:latin typeface="Times New Roman" panose="02020603050405020304" pitchFamily="18" charset="0"/>
              </a:rPr>
              <a:pPr eaLnBrk="1" hangingPunct="1"/>
              <a:t>53</a:t>
            </a:fld>
            <a:endParaRPr lang="en-US" altLang="zh-CN" sz="1200" b="0">
              <a:latin typeface="Times New Roman" panose="02020603050405020304" pitchFamily="18" charset="0"/>
            </a:endParaRPr>
          </a:p>
        </p:txBody>
      </p:sp>
    </p:spTree>
    <p:extLst>
      <p:ext uri="{BB962C8B-B14F-4D97-AF65-F5344CB8AC3E}">
        <p14:creationId xmlns:p14="http://schemas.microsoft.com/office/powerpoint/2010/main" val="31018464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54</a:t>
            </a:fld>
            <a:endParaRPr lang="en-US" altLang="zh-CN"/>
          </a:p>
        </p:txBody>
      </p:sp>
    </p:spTree>
    <p:extLst>
      <p:ext uri="{BB962C8B-B14F-4D97-AF65-F5344CB8AC3E}">
        <p14:creationId xmlns:p14="http://schemas.microsoft.com/office/powerpoint/2010/main" val="36286303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55</a:t>
            </a:fld>
            <a:endParaRPr lang="en-US" altLang="zh-CN"/>
          </a:p>
        </p:txBody>
      </p:sp>
    </p:spTree>
    <p:extLst>
      <p:ext uri="{BB962C8B-B14F-4D97-AF65-F5344CB8AC3E}">
        <p14:creationId xmlns:p14="http://schemas.microsoft.com/office/powerpoint/2010/main" val="42036718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56</a:t>
            </a:fld>
            <a:endParaRPr lang="en-US" altLang="zh-CN"/>
          </a:p>
        </p:txBody>
      </p:sp>
    </p:spTree>
    <p:extLst>
      <p:ext uri="{BB962C8B-B14F-4D97-AF65-F5344CB8AC3E}">
        <p14:creationId xmlns:p14="http://schemas.microsoft.com/office/powerpoint/2010/main" val="4858642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57</a:t>
            </a:fld>
            <a:endParaRPr lang="en-US" altLang="zh-CN"/>
          </a:p>
        </p:txBody>
      </p:sp>
    </p:spTree>
    <p:extLst>
      <p:ext uri="{BB962C8B-B14F-4D97-AF65-F5344CB8AC3E}">
        <p14:creationId xmlns:p14="http://schemas.microsoft.com/office/powerpoint/2010/main" val="36076391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58</a:t>
            </a:fld>
            <a:endParaRPr lang="en-US" altLang="zh-CN"/>
          </a:p>
        </p:txBody>
      </p:sp>
    </p:spTree>
    <p:extLst>
      <p:ext uri="{BB962C8B-B14F-4D97-AF65-F5344CB8AC3E}">
        <p14:creationId xmlns:p14="http://schemas.microsoft.com/office/powerpoint/2010/main" val="7049952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59</a:t>
            </a:fld>
            <a:endParaRPr lang="en-US" altLang="zh-CN"/>
          </a:p>
        </p:txBody>
      </p:sp>
    </p:spTree>
    <p:extLst>
      <p:ext uri="{BB962C8B-B14F-4D97-AF65-F5344CB8AC3E}">
        <p14:creationId xmlns:p14="http://schemas.microsoft.com/office/powerpoint/2010/main" val="31015248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60</a:t>
            </a:fld>
            <a:endParaRPr lang="en-US" altLang="zh-CN"/>
          </a:p>
        </p:txBody>
      </p:sp>
    </p:spTree>
    <p:extLst>
      <p:ext uri="{BB962C8B-B14F-4D97-AF65-F5344CB8AC3E}">
        <p14:creationId xmlns:p14="http://schemas.microsoft.com/office/powerpoint/2010/main" val="40918074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61</a:t>
            </a:fld>
            <a:endParaRPr lang="en-US" altLang="zh-CN"/>
          </a:p>
        </p:txBody>
      </p:sp>
    </p:spTree>
    <p:extLst>
      <p:ext uri="{BB962C8B-B14F-4D97-AF65-F5344CB8AC3E}">
        <p14:creationId xmlns:p14="http://schemas.microsoft.com/office/powerpoint/2010/main" val="36606076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62</a:t>
            </a:fld>
            <a:endParaRPr lang="en-US" altLang="zh-CN"/>
          </a:p>
        </p:txBody>
      </p:sp>
    </p:spTree>
    <p:extLst>
      <p:ext uri="{BB962C8B-B14F-4D97-AF65-F5344CB8AC3E}">
        <p14:creationId xmlns:p14="http://schemas.microsoft.com/office/powerpoint/2010/main" val="13623451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63</a:t>
            </a:fld>
            <a:endParaRPr lang="en-US" altLang="zh-CN"/>
          </a:p>
        </p:txBody>
      </p:sp>
    </p:spTree>
    <p:extLst>
      <p:ext uri="{BB962C8B-B14F-4D97-AF65-F5344CB8AC3E}">
        <p14:creationId xmlns:p14="http://schemas.microsoft.com/office/powerpoint/2010/main" val="37637720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64</a:t>
            </a:fld>
            <a:endParaRPr lang="en-US" altLang="zh-CN"/>
          </a:p>
        </p:txBody>
      </p:sp>
    </p:spTree>
    <p:extLst>
      <p:ext uri="{BB962C8B-B14F-4D97-AF65-F5344CB8AC3E}">
        <p14:creationId xmlns:p14="http://schemas.microsoft.com/office/powerpoint/2010/main" val="20185758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65</a:t>
            </a:fld>
            <a:endParaRPr lang="en-US" altLang="zh-CN"/>
          </a:p>
        </p:txBody>
      </p:sp>
    </p:spTree>
    <p:extLst>
      <p:ext uri="{BB962C8B-B14F-4D97-AF65-F5344CB8AC3E}">
        <p14:creationId xmlns:p14="http://schemas.microsoft.com/office/powerpoint/2010/main" val="34021902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66</a:t>
            </a:fld>
            <a:endParaRPr lang="en-US" altLang="zh-CN"/>
          </a:p>
        </p:txBody>
      </p:sp>
    </p:spTree>
    <p:extLst>
      <p:ext uri="{BB962C8B-B14F-4D97-AF65-F5344CB8AC3E}">
        <p14:creationId xmlns:p14="http://schemas.microsoft.com/office/powerpoint/2010/main" val="51851307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22A24643-09FC-46A2-9B3D-84877BB84D40}"/>
              </a:ext>
            </a:extLst>
          </p:cNvPr>
          <p:cNvSpPr>
            <a:spLocks noGrp="1" noRot="1" noChangeAspect="1" noTextEdit="1"/>
          </p:cNvSpPr>
          <p:nvPr>
            <p:ph type="sldImg"/>
          </p:nvPr>
        </p:nvSpPr>
        <p:spPr>
          <a:xfrm>
            <a:off x="919163" y="744538"/>
            <a:ext cx="4962525" cy="3722687"/>
          </a:xfrm>
          <a:ln/>
        </p:spPr>
      </p:sp>
      <p:sp>
        <p:nvSpPr>
          <p:cNvPr id="110595" name="备注占位符 2">
            <a:extLst>
              <a:ext uri="{FF2B5EF4-FFF2-40B4-BE49-F238E27FC236}">
                <a16:creationId xmlns:a16="http://schemas.microsoft.com/office/drawing/2014/main" id="{1151E7C5-49AB-4BC7-859F-03E3F658C2D9}"/>
              </a:ext>
            </a:extLst>
          </p:cNvPr>
          <p:cNvSpPr>
            <a:spLocks noGrp="1"/>
          </p:cNvSpPr>
          <p:nvPr>
            <p:ph type="body" idx="1"/>
          </p:nvPr>
        </p:nvSpPr>
        <p:spPr>
          <a:xfrm>
            <a:off x="679768" y="4715153"/>
            <a:ext cx="5438140" cy="446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大学教学管理数据库 基本需求：</a:t>
            </a:r>
            <a:endParaRPr lang="en-US" altLang="zh-CN" dirty="0"/>
          </a:p>
          <a:p>
            <a:r>
              <a:rPr lang="zh-CN" altLang="en-US" dirty="0"/>
              <a:t>存储学生、课程、教员、学生选课等信息，可以查询相关信息。</a:t>
            </a:r>
          </a:p>
        </p:txBody>
      </p:sp>
      <p:sp>
        <p:nvSpPr>
          <p:cNvPr id="110596" name="灯片编号占位符 3">
            <a:extLst>
              <a:ext uri="{FF2B5EF4-FFF2-40B4-BE49-F238E27FC236}">
                <a16:creationId xmlns:a16="http://schemas.microsoft.com/office/drawing/2014/main" id="{3C971420-7323-4598-A729-3F5B2E79D5CB}"/>
              </a:ext>
            </a:extLst>
          </p:cNvPr>
          <p:cNvSpPr txBox="1">
            <a:spLocks noGrp="1"/>
          </p:cNvSpPr>
          <p:nvPr/>
        </p:nvSpPr>
        <p:spPr bwMode="auto">
          <a:xfrm>
            <a:off x="3850443" y="9428583"/>
            <a:ext cx="2945659"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r" eaLnBrk="1" hangingPunct="1">
              <a:lnSpc>
                <a:spcPct val="100000"/>
              </a:lnSpc>
              <a:spcBef>
                <a:spcPct val="0"/>
              </a:spcBef>
              <a:buClrTx/>
              <a:buSzTx/>
              <a:buFontTx/>
              <a:buNone/>
            </a:pPr>
            <a:fld id="{4BC015F9-8A28-4252-A14B-2C757C0FB168}" type="slidenum">
              <a:rPr kumimoji="0" lang="zh-CN" altLang="en-US" sz="1200" b="0">
                <a:latin typeface="Arial" panose="020B0604020202020204" pitchFamily="34" charset="0"/>
              </a:rPr>
              <a:pPr algn="r" eaLnBrk="1" hangingPunct="1">
                <a:lnSpc>
                  <a:spcPct val="100000"/>
                </a:lnSpc>
                <a:spcBef>
                  <a:spcPct val="0"/>
                </a:spcBef>
                <a:buClrTx/>
                <a:buSzTx/>
                <a:buFontTx/>
                <a:buNone/>
              </a:pPr>
              <a:t>67</a:t>
            </a:fld>
            <a:endParaRPr kumimoji="0" lang="en-US" altLang="zh-CN" sz="1200" b="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68</a:t>
            </a:fld>
            <a:endParaRPr lang="en-US" altLang="zh-CN"/>
          </a:p>
        </p:txBody>
      </p:sp>
    </p:spTree>
    <p:extLst>
      <p:ext uri="{BB962C8B-B14F-4D97-AF65-F5344CB8AC3E}">
        <p14:creationId xmlns:p14="http://schemas.microsoft.com/office/powerpoint/2010/main" val="36882454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4C21186-EF5E-4DAE-B536-50EF80FF129E}"/>
              </a:ext>
            </a:extLst>
          </p:cNvPr>
          <p:cNvSpPr>
            <a:spLocks noGrp="1" noRot="1" noChangeAspect="1" noChangeArrowheads="1" noTextEdit="1"/>
          </p:cNvSpPr>
          <p:nvPr>
            <p:ph type="sldImg"/>
          </p:nvPr>
        </p:nvSpPr>
        <p:spPr>
          <a:xfrm>
            <a:off x="919163" y="744538"/>
            <a:ext cx="4962525" cy="3722687"/>
          </a:xfrm>
          <a:ln/>
        </p:spPr>
      </p:sp>
      <p:sp>
        <p:nvSpPr>
          <p:cNvPr id="111619" name="Rectangle 3">
            <a:extLst>
              <a:ext uri="{FF2B5EF4-FFF2-40B4-BE49-F238E27FC236}">
                <a16:creationId xmlns:a16="http://schemas.microsoft.com/office/drawing/2014/main" id="{6223CE3E-81E3-4266-86B4-7CCE6EB5DA73}"/>
              </a:ext>
            </a:extLst>
          </p:cNvPr>
          <p:cNvSpPr>
            <a:spLocks noGrp="1" noChangeArrowheads="1"/>
          </p:cNvSpPr>
          <p:nvPr>
            <p:ph type="body" idx="1"/>
          </p:nvPr>
        </p:nvSpPr>
        <p:spPr>
          <a:xfrm>
            <a:off x="679768" y="4715153"/>
            <a:ext cx="5438140" cy="446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DBMS</a:t>
            </a:r>
            <a:r>
              <a:rPr lang="zh-CN" altLang="en-US" dirty="0"/>
              <a:t>的一个重要优点是它能提供数据独立性。数据独立性通过三级抽象来实现，尤其是概念模式和外模式（</a:t>
            </a:r>
            <a:r>
              <a:rPr lang="en-US" altLang="zh-CN" dirty="0"/>
              <a:t>view</a:t>
            </a:r>
            <a:r>
              <a:rPr lang="zh-CN" altLang="en-US" dirty="0"/>
              <a:t>）</a:t>
            </a:r>
            <a:r>
              <a:rPr lang="en-US" altLang="zh-CN" dirty="0"/>
              <a:t>.</a:t>
            </a:r>
          </a:p>
          <a:p>
            <a:pPr algn="just" eaLnBrk="1" hangingPunct="1"/>
            <a:r>
              <a:rPr lang="zh-CN" altLang="en-US" b="1" dirty="0"/>
              <a:t>保证数据的逻辑独立性</a:t>
            </a:r>
          </a:p>
          <a:p>
            <a:pPr lvl="1" algn="just" eaLnBrk="1" hangingPunct="1">
              <a:lnSpc>
                <a:spcPct val="150000"/>
              </a:lnSpc>
            </a:pPr>
            <a:r>
              <a:rPr lang="zh-CN" altLang="en-US" b="1" dirty="0"/>
              <a:t>当模式改变时，数据库管理员修改有关的外模式／模式映象，使外模式保持不变。</a:t>
            </a:r>
          </a:p>
          <a:p>
            <a:pPr lvl="1" algn="just" eaLnBrk="1" hangingPunct="1">
              <a:lnSpc>
                <a:spcPct val="150000"/>
              </a:lnSpc>
            </a:pPr>
            <a:r>
              <a:rPr lang="zh-CN" altLang="en-US" b="1" dirty="0"/>
              <a:t>应用程序是依据数据的外模式编写的，从而应用程序不必修改，保证了数据与程序的逻辑独立性，简称数据的逻辑独立性。</a:t>
            </a:r>
          </a:p>
          <a:p>
            <a:pPr algn="just" eaLnBrk="1" hangingPunct="1"/>
            <a:r>
              <a:rPr lang="zh-CN" altLang="en-US" b="1" dirty="0"/>
              <a:t>保证数据的物理独立性</a:t>
            </a:r>
          </a:p>
          <a:p>
            <a:pPr lvl="1" algn="just" eaLnBrk="1" hangingPunct="1">
              <a:lnSpc>
                <a:spcPct val="140000"/>
              </a:lnSpc>
            </a:pPr>
            <a:r>
              <a:rPr lang="zh-CN" altLang="en-US" b="1" dirty="0"/>
              <a:t>当数据库的存储结构改变了（例如选用了另一种存储结构），数据库管理员修改模式／内模式映象，使模式保持不变</a:t>
            </a:r>
          </a:p>
          <a:p>
            <a:pPr lvl="1" algn="just" eaLnBrk="1" hangingPunct="1">
              <a:lnSpc>
                <a:spcPct val="140000"/>
              </a:lnSpc>
            </a:pPr>
            <a:r>
              <a:rPr lang="zh-CN" altLang="en-US" b="1" dirty="0"/>
              <a:t>应用程序不受影响。保证了数据与程序的物理独立性，简称数据的物理独立性。</a:t>
            </a:r>
          </a:p>
          <a:p>
            <a:pPr lvl="1" algn="just" eaLnBrk="1" hangingPunct="1">
              <a:lnSpc>
                <a:spcPct val="140000"/>
              </a:lnSpc>
            </a:pPr>
            <a:endParaRPr lang="en-US" altLang="zh-CN" b="1" dirty="0"/>
          </a:p>
          <a:p>
            <a:endParaRPr lang="en-US"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70</a:t>
            </a:fld>
            <a:endParaRPr lang="en-US" altLang="zh-CN"/>
          </a:p>
        </p:txBody>
      </p:sp>
    </p:spTree>
    <p:extLst>
      <p:ext uri="{BB962C8B-B14F-4D97-AF65-F5344CB8AC3E}">
        <p14:creationId xmlns:p14="http://schemas.microsoft.com/office/powerpoint/2010/main" val="11031568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71</a:t>
            </a:fld>
            <a:endParaRPr lang="en-US" altLang="zh-CN"/>
          </a:p>
        </p:txBody>
      </p:sp>
    </p:spTree>
    <p:extLst>
      <p:ext uri="{BB962C8B-B14F-4D97-AF65-F5344CB8AC3E}">
        <p14:creationId xmlns:p14="http://schemas.microsoft.com/office/powerpoint/2010/main" val="3493204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72</a:t>
            </a:fld>
            <a:endParaRPr lang="en-US" altLang="zh-CN"/>
          </a:p>
        </p:txBody>
      </p:sp>
    </p:spTree>
    <p:extLst>
      <p:ext uri="{BB962C8B-B14F-4D97-AF65-F5344CB8AC3E}">
        <p14:creationId xmlns:p14="http://schemas.microsoft.com/office/powerpoint/2010/main" val="3786189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73</a:t>
            </a:fld>
            <a:endParaRPr lang="en-US" altLang="zh-CN"/>
          </a:p>
        </p:txBody>
      </p:sp>
    </p:spTree>
    <p:extLst>
      <p:ext uri="{BB962C8B-B14F-4D97-AF65-F5344CB8AC3E}">
        <p14:creationId xmlns:p14="http://schemas.microsoft.com/office/powerpoint/2010/main" val="24116784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74</a:t>
            </a:fld>
            <a:endParaRPr lang="en-US" altLang="zh-CN"/>
          </a:p>
        </p:txBody>
      </p:sp>
    </p:spTree>
    <p:extLst>
      <p:ext uri="{BB962C8B-B14F-4D97-AF65-F5344CB8AC3E}">
        <p14:creationId xmlns:p14="http://schemas.microsoft.com/office/powerpoint/2010/main" val="303536151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pPr>
            <a:r>
              <a:rPr lang="zh-CN" altLang="en-US" dirty="0">
                <a:latin typeface="宋体" panose="02010600030101010101" pitchFamily="2" charset="-122"/>
              </a:rPr>
              <a:t>监控数据库的使用和运行：周期性转储数据库（数据文件，日志文件），系统故障恢复，介质故障恢复，监视审计文件</a:t>
            </a:r>
          </a:p>
          <a:p>
            <a:pPr eaLnBrk="1" hangingPunct="1">
              <a:lnSpc>
                <a:spcPct val="120000"/>
              </a:lnSpc>
            </a:pPr>
            <a:r>
              <a:rPr lang="zh-CN" altLang="en-US" dirty="0"/>
              <a:t>数据库的改进和重组：</a:t>
            </a:r>
            <a:r>
              <a:rPr lang="zh-CN" altLang="en-US" dirty="0">
                <a:latin typeface="宋体" panose="02010600030101010101" pitchFamily="2" charset="-122"/>
              </a:rPr>
              <a:t>性能监控和调优、数据重组</a:t>
            </a:r>
          </a:p>
          <a:p>
            <a:pPr algn="just" eaLnBrk="1" hangingPunct="1">
              <a:lnSpc>
                <a:spcPct val="120000"/>
              </a:lnSpc>
            </a:pPr>
            <a:r>
              <a:rPr lang="zh-CN" altLang="en-US" dirty="0"/>
              <a:t>数据库重构</a:t>
            </a:r>
            <a:endParaRPr lang="zh-CN" altLang="en-US"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75</a:t>
            </a:fld>
            <a:endParaRPr lang="en-US" altLang="zh-CN"/>
          </a:p>
        </p:txBody>
      </p:sp>
    </p:spTree>
    <p:extLst>
      <p:ext uri="{BB962C8B-B14F-4D97-AF65-F5344CB8AC3E}">
        <p14:creationId xmlns:p14="http://schemas.microsoft.com/office/powerpoint/2010/main" val="16055678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76</a:t>
            </a:fld>
            <a:endParaRPr lang="en-US" altLang="zh-CN"/>
          </a:p>
        </p:txBody>
      </p:sp>
    </p:spTree>
    <p:extLst>
      <p:ext uri="{BB962C8B-B14F-4D97-AF65-F5344CB8AC3E}">
        <p14:creationId xmlns:p14="http://schemas.microsoft.com/office/powerpoint/2010/main" val="15160447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77</a:t>
            </a:fld>
            <a:endParaRPr lang="en-US" altLang="zh-CN"/>
          </a:p>
        </p:txBody>
      </p:sp>
    </p:spTree>
    <p:extLst>
      <p:ext uri="{BB962C8B-B14F-4D97-AF65-F5344CB8AC3E}">
        <p14:creationId xmlns:p14="http://schemas.microsoft.com/office/powerpoint/2010/main" val="29292127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78</a:t>
            </a:fld>
            <a:endParaRPr lang="en-US" altLang="zh-CN"/>
          </a:p>
        </p:txBody>
      </p:sp>
    </p:spTree>
    <p:extLst>
      <p:ext uri="{BB962C8B-B14F-4D97-AF65-F5344CB8AC3E}">
        <p14:creationId xmlns:p14="http://schemas.microsoft.com/office/powerpoint/2010/main" val="21953029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79</a:t>
            </a:fld>
            <a:endParaRPr lang="en-US" altLang="zh-CN"/>
          </a:p>
        </p:txBody>
      </p:sp>
    </p:spTree>
    <p:extLst>
      <p:ext uri="{BB962C8B-B14F-4D97-AF65-F5344CB8AC3E}">
        <p14:creationId xmlns:p14="http://schemas.microsoft.com/office/powerpoint/2010/main" val="12429754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80</a:t>
            </a:fld>
            <a:endParaRPr lang="en-US" altLang="zh-CN"/>
          </a:p>
        </p:txBody>
      </p:sp>
    </p:spTree>
    <p:extLst>
      <p:ext uri="{BB962C8B-B14F-4D97-AF65-F5344CB8AC3E}">
        <p14:creationId xmlns:p14="http://schemas.microsoft.com/office/powerpoint/2010/main" val="12932980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81</a:t>
            </a:fld>
            <a:endParaRPr lang="en-US" altLang="zh-CN"/>
          </a:p>
        </p:txBody>
      </p:sp>
    </p:spTree>
    <p:extLst>
      <p:ext uri="{BB962C8B-B14F-4D97-AF65-F5344CB8AC3E}">
        <p14:creationId xmlns:p14="http://schemas.microsoft.com/office/powerpoint/2010/main" val="29849354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82</a:t>
            </a:fld>
            <a:endParaRPr lang="en-US" altLang="zh-CN"/>
          </a:p>
        </p:txBody>
      </p:sp>
    </p:spTree>
    <p:extLst>
      <p:ext uri="{BB962C8B-B14F-4D97-AF65-F5344CB8AC3E}">
        <p14:creationId xmlns:p14="http://schemas.microsoft.com/office/powerpoint/2010/main" val="17369414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83</a:t>
            </a:fld>
            <a:endParaRPr lang="en-US" altLang="zh-CN"/>
          </a:p>
        </p:txBody>
      </p:sp>
    </p:spTree>
    <p:extLst>
      <p:ext uri="{BB962C8B-B14F-4D97-AF65-F5344CB8AC3E}">
        <p14:creationId xmlns:p14="http://schemas.microsoft.com/office/powerpoint/2010/main" val="68582319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D9BB15D-8FC9-44E6-BFF8-9541F3C113D7}" type="slidenum">
              <a:rPr lang="en-US" altLang="zh-CN" smtClean="0"/>
              <a:pPr/>
              <a:t>84</a:t>
            </a:fld>
            <a:endParaRPr lang="en-US" altLang="zh-CN"/>
          </a:p>
        </p:txBody>
      </p:sp>
    </p:spTree>
    <p:extLst>
      <p:ext uri="{BB962C8B-B14F-4D97-AF65-F5344CB8AC3E}">
        <p14:creationId xmlns:p14="http://schemas.microsoft.com/office/powerpoint/2010/main" val="388457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643048F2-90E1-4D6F-A9A9-E26213F2480A}"/>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7990EA1E-D6C0-4578-91A5-4E10FC544CC1}"/>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68698FFC-975F-4AF7-B2DF-77CE37F493FE}"/>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p:spPr>
            <p:txBody>
              <a:bodyPr wrap="none" anchor="ctr"/>
              <a:lstStyle/>
              <a:p>
                <a:pPr>
                  <a:defRPr/>
                </a:pPr>
                <a:endParaRPr lang="zh-CN" altLang="en-US"/>
              </a:p>
            </p:txBody>
          </p:sp>
          <p:sp>
            <p:nvSpPr>
              <p:cNvPr id="13" name="Rectangle 5">
                <a:extLst>
                  <a:ext uri="{FF2B5EF4-FFF2-40B4-BE49-F238E27FC236}">
                    <a16:creationId xmlns:a16="http://schemas.microsoft.com/office/drawing/2014/main" id="{B44701D9-6558-4F23-B868-FB82334A59F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defRPr/>
                </a:pPr>
                <a:endParaRPr lang="zh-CN" altLang="en-US"/>
              </a:p>
            </p:txBody>
          </p:sp>
        </p:grpSp>
        <p:grpSp>
          <p:nvGrpSpPr>
            <p:cNvPr id="6" name="Group 6">
              <a:extLst>
                <a:ext uri="{FF2B5EF4-FFF2-40B4-BE49-F238E27FC236}">
                  <a16:creationId xmlns:a16="http://schemas.microsoft.com/office/drawing/2014/main" id="{094A043F-6971-46C1-A2FE-451115AE49A4}"/>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E4CB2CCA-D3C1-47BE-92CC-35E88B5C9F14}"/>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p:spPr>
            <p:txBody>
              <a:bodyPr wrap="none" anchor="ctr"/>
              <a:lstStyle/>
              <a:p>
                <a:pPr>
                  <a:defRPr/>
                </a:pPr>
                <a:endParaRPr lang="zh-CN" altLang="en-US"/>
              </a:p>
            </p:txBody>
          </p:sp>
          <p:sp>
            <p:nvSpPr>
              <p:cNvPr id="11" name="Rectangle 8">
                <a:extLst>
                  <a:ext uri="{FF2B5EF4-FFF2-40B4-BE49-F238E27FC236}">
                    <a16:creationId xmlns:a16="http://schemas.microsoft.com/office/drawing/2014/main" id="{1ECF76A0-F67C-4187-9325-DBB85BC5FD65}"/>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defRPr/>
                </a:pPr>
                <a:endParaRPr lang="zh-CN" altLang="en-US"/>
              </a:p>
            </p:txBody>
          </p:sp>
        </p:grpSp>
        <p:sp>
          <p:nvSpPr>
            <p:cNvPr id="7" name="Rectangle 9">
              <a:extLst>
                <a:ext uri="{FF2B5EF4-FFF2-40B4-BE49-F238E27FC236}">
                  <a16:creationId xmlns:a16="http://schemas.microsoft.com/office/drawing/2014/main" id="{9A56C48B-944D-4809-B752-1B16F1D9B68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defRPr/>
              </a:pPr>
              <a:endParaRPr lang="zh-CN" altLang="en-US"/>
            </a:p>
          </p:txBody>
        </p:sp>
        <p:sp>
          <p:nvSpPr>
            <p:cNvPr id="8" name="Rectangle 10">
              <a:extLst>
                <a:ext uri="{FF2B5EF4-FFF2-40B4-BE49-F238E27FC236}">
                  <a16:creationId xmlns:a16="http://schemas.microsoft.com/office/drawing/2014/main" id="{D01B9421-54AC-4433-AD4D-245ED2559115}"/>
                </a:ext>
              </a:extLst>
            </p:cNvPr>
            <p:cNvSpPr>
              <a:spLocks noChangeArrowheads="1"/>
            </p:cNvSpPr>
            <p:nvPr/>
          </p:nvSpPr>
          <p:spPr bwMode="auto">
            <a:xfrm>
              <a:off x="400" y="1536"/>
              <a:ext cx="20" cy="663"/>
            </a:xfrm>
            <a:prstGeom prst="rect">
              <a:avLst/>
            </a:prstGeom>
            <a:solidFill>
              <a:schemeClr val="bg2"/>
            </a:solidFill>
            <a:ln w="9525">
              <a:noFill/>
              <a:miter lim="800000"/>
              <a:headEnd/>
              <a:tailEnd/>
            </a:ln>
          </p:spPr>
          <p:txBody>
            <a:bodyPr wrap="none" anchor="ctr"/>
            <a:lstStyle/>
            <a:p>
              <a:pPr>
                <a:defRPr/>
              </a:pPr>
              <a:endParaRPr lang="zh-CN" altLang="en-US"/>
            </a:p>
          </p:txBody>
        </p:sp>
        <p:sp>
          <p:nvSpPr>
            <p:cNvPr id="9" name="Rectangle 11">
              <a:extLst>
                <a:ext uri="{FF2B5EF4-FFF2-40B4-BE49-F238E27FC236}">
                  <a16:creationId xmlns:a16="http://schemas.microsoft.com/office/drawing/2014/main" id="{BDFA8D5C-5AEB-48DF-943D-12D083EA598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defRPr/>
              </a:pPr>
              <a:endParaRPr lang="zh-CN" altLang="en-US"/>
            </a:p>
          </p:txBody>
        </p:sp>
      </p:grpSp>
      <p:sp>
        <p:nvSpPr>
          <p:cNvPr id="299020"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29902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a:extLst>
              <a:ext uri="{FF2B5EF4-FFF2-40B4-BE49-F238E27FC236}">
                <a16:creationId xmlns:a16="http://schemas.microsoft.com/office/drawing/2014/main" id="{9CB1FB60-AEA7-4C89-9267-A37777316C4F}"/>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kumimoji="0" sz="1400" b="0">
                <a:solidFill>
                  <a:schemeClr val="bg2"/>
                </a:solidFill>
              </a:defRPr>
            </a:lvl1pPr>
          </a:lstStyle>
          <a:p>
            <a:pPr>
              <a:defRPr/>
            </a:pPr>
            <a:endParaRPr lang="en-US" altLang="zh-CN"/>
          </a:p>
        </p:txBody>
      </p:sp>
      <p:sp>
        <p:nvSpPr>
          <p:cNvPr id="15" name="Rectangle 15">
            <a:extLst>
              <a:ext uri="{FF2B5EF4-FFF2-40B4-BE49-F238E27FC236}">
                <a16:creationId xmlns:a16="http://schemas.microsoft.com/office/drawing/2014/main" id="{7F9A260E-9DF7-45CB-951D-4AA845C58AD9}"/>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kumimoji="0" sz="1400" b="0">
                <a:solidFill>
                  <a:schemeClr val="bg2"/>
                </a:solidFill>
              </a:defRPr>
            </a:lvl1pPr>
          </a:lstStyle>
          <a:p>
            <a:pPr>
              <a:defRPr/>
            </a:pPr>
            <a:r>
              <a:rPr lang="en-US" altLang="zh-CN"/>
              <a:t>An Introduction to Database Systenm</a:t>
            </a:r>
          </a:p>
        </p:txBody>
      </p:sp>
      <p:sp>
        <p:nvSpPr>
          <p:cNvPr id="16" name="Rectangle 16">
            <a:extLst>
              <a:ext uri="{FF2B5EF4-FFF2-40B4-BE49-F238E27FC236}">
                <a16:creationId xmlns:a16="http://schemas.microsoft.com/office/drawing/2014/main" id="{C34BDFA1-7506-46DC-A0CE-6252A4B860A8}"/>
              </a:ext>
            </a:extLst>
          </p:cNvPr>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kumimoji="0" sz="1400" b="0">
                <a:solidFill>
                  <a:schemeClr val="bg2"/>
                </a:solidFill>
              </a:defRPr>
            </a:lvl1pPr>
          </a:lstStyle>
          <a:p>
            <a:fld id="{FD6BB634-9F71-4D32-A7D9-A632EF8695DB}" type="slidenum">
              <a:rPr lang="en-US" altLang="zh-CN"/>
              <a:pPr/>
              <a:t>‹#›</a:t>
            </a:fld>
            <a:endParaRPr lang="en-US" altLang="zh-CN"/>
          </a:p>
        </p:txBody>
      </p:sp>
    </p:spTree>
    <p:extLst>
      <p:ext uri="{BB962C8B-B14F-4D97-AF65-F5344CB8AC3E}">
        <p14:creationId xmlns:p14="http://schemas.microsoft.com/office/powerpoint/2010/main" val="531288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4182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400000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83779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8531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431361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875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38341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80765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6386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20251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SmartArt 占位符 2"/>
          <p:cNvSpPr>
            <a:spLocks noGrp="1"/>
          </p:cNvSpPr>
          <p:nvPr>
            <p:ph type="dgm" idx="1"/>
          </p:nvPr>
        </p:nvSpPr>
        <p:spPr>
          <a:xfrm>
            <a:off x="1182688" y="2017713"/>
            <a:ext cx="7772400" cy="4114800"/>
          </a:xfrm>
        </p:spPr>
        <p:txBody>
          <a:bodyPr/>
          <a:lstStyle/>
          <a:p>
            <a:pPr lvl="0"/>
            <a:endParaRPr lang="zh-CN" altLang="en-US" noProof="0"/>
          </a:p>
        </p:txBody>
      </p:sp>
    </p:spTree>
    <p:extLst>
      <p:ext uri="{BB962C8B-B14F-4D97-AF65-F5344CB8AC3E}">
        <p14:creationId xmlns:p14="http://schemas.microsoft.com/office/powerpoint/2010/main" val="3923156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7059"/>
          </a:schemeClr>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3BB91F27-704B-4F3A-BBEC-A7AEF86ED00D}"/>
              </a:ext>
            </a:extLst>
          </p:cNvPr>
          <p:cNvSpPr>
            <a:spLocks noChangeArrowheads="1"/>
          </p:cNvSpPr>
          <p:nvPr/>
        </p:nvSpPr>
        <p:spPr bwMode="ltGray">
          <a:xfrm>
            <a:off x="417513" y="1098550"/>
            <a:ext cx="438150" cy="474663"/>
          </a:xfrm>
          <a:prstGeom prst="rect">
            <a:avLst/>
          </a:prstGeom>
          <a:solidFill>
            <a:schemeClr val="accent2"/>
          </a:soli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1027" name="Rectangle 1027">
            <a:extLst>
              <a:ext uri="{FF2B5EF4-FFF2-40B4-BE49-F238E27FC236}">
                <a16:creationId xmlns:a16="http://schemas.microsoft.com/office/drawing/2014/main" id="{6BC3A819-5E70-401A-B056-2624E9C93BAD}"/>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1028" name="Rectangle 1028">
            <a:extLst>
              <a:ext uri="{FF2B5EF4-FFF2-40B4-BE49-F238E27FC236}">
                <a16:creationId xmlns:a16="http://schemas.microsoft.com/office/drawing/2014/main" id="{183A2A1A-8C0A-453C-BC19-7458B7ED865A}"/>
              </a:ext>
            </a:extLst>
          </p:cNvPr>
          <p:cNvSpPr>
            <a:spLocks noChangeArrowheads="1"/>
          </p:cNvSpPr>
          <p:nvPr/>
        </p:nvSpPr>
        <p:spPr bwMode="ltGray">
          <a:xfrm>
            <a:off x="541338" y="1520825"/>
            <a:ext cx="422275" cy="474663"/>
          </a:xfrm>
          <a:prstGeom prst="rect">
            <a:avLst/>
          </a:prstGeom>
          <a:solidFill>
            <a:schemeClr val="folHlink"/>
          </a:soli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1029" name="Rectangle 1029">
            <a:extLst>
              <a:ext uri="{FF2B5EF4-FFF2-40B4-BE49-F238E27FC236}">
                <a16:creationId xmlns:a16="http://schemas.microsoft.com/office/drawing/2014/main" id="{62773902-7BF2-4AFD-8226-3876666F84A2}"/>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1030" name="Rectangle 1030">
            <a:extLst>
              <a:ext uri="{FF2B5EF4-FFF2-40B4-BE49-F238E27FC236}">
                <a16:creationId xmlns:a16="http://schemas.microsoft.com/office/drawing/2014/main" id="{5F547BE6-87D1-4BF4-897E-497C6C89C4C2}"/>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1031" name="Rectangle 1031">
            <a:extLst>
              <a:ext uri="{FF2B5EF4-FFF2-40B4-BE49-F238E27FC236}">
                <a16:creationId xmlns:a16="http://schemas.microsoft.com/office/drawing/2014/main" id="{1B360762-175A-4B4A-8FF6-7AC79EC83E33}"/>
              </a:ext>
            </a:extLst>
          </p:cNvPr>
          <p:cNvSpPr>
            <a:spLocks noChangeArrowheads="1"/>
          </p:cNvSpPr>
          <p:nvPr/>
        </p:nvSpPr>
        <p:spPr bwMode="gray">
          <a:xfrm>
            <a:off x="762000" y="990600"/>
            <a:ext cx="31750" cy="1052513"/>
          </a:xfrm>
          <a:prstGeom prst="rect">
            <a:avLst/>
          </a:prstGeom>
          <a:solidFill>
            <a:schemeClr val="bg2"/>
          </a:soli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1032" name="Rectangle 1032">
            <a:extLst>
              <a:ext uri="{FF2B5EF4-FFF2-40B4-BE49-F238E27FC236}">
                <a16:creationId xmlns:a16="http://schemas.microsoft.com/office/drawing/2014/main" id="{51BDD3D2-A2DD-42F8-A8A9-4488021DCBC1}"/>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zh-CN" altLang="zh-CN" sz="2400" b="0"/>
          </a:p>
        </p:txBody>
      </p:sp>
      <p:sp>
        <p:nvSpPr>
          <p:cNvPr id="7177" name="Rectangle 1033">
            <a:extLst>
              <a:ext uri="{FF2B5EF4-FFF2-40B4-BE49-F238E27FC236}">
                <a16:creationId xmlns:a16="http://schemas.microsoft.com/office/drawing/2014/main" id="{6DF0D19D-824F-4ED0-8F84-DA0B2F527F4E}"/>
              </a:ext>
            </a:extLst>
          </p:cNvPr>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7178" name="Rectangle 1034">
            <a:extLst>
              <a:ext uri="{FF2B5EF4-FFF2-40B4-BE49-F238E27FC236}">
                <a16:creationId xmlns:a16="http://schemas.microsoft.com/office/drawing/2014/main" id="{6BEF88D3-E993-487F-8B66-7E1F13ABAF94}"/>
              </a:ext>
            </a:extLst>
          </p:cNvPr>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3832"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Lst>
  <p:txStyles>
    <p:titleStyle>
      <a:lvl1pPr algn="l" rtl="0" eaLnBrk="0" fontAlgn="base" hangingPunct="0">
        <a:spcBef>
          <a:spcPct val="0"/>
        </a:spcBef>
        <a:spcAft>
          <a:spcPct val="0"/>
        </a:spcAft>
        <a:defRPr kumimoji="1" sz="3600" b="1">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2pPr>
      <a:lvl3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3pPr>
      <a:lvl4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4pPr>
      <a:lvl5pPr algn="l" rtl="0" eaLnBrk="0" fontAlgn="base" hangingPunct="0">
        <a:spcBef>
          <a:spcPct val="0"/>
        </a:spcBef>
        <a:spcAft>
          <a:spcPct val="0"/>
        </a:spcAft>
        <a:defRPr kumimoji="1" sz="3600" b="1">
          <a:solidFill>
            <a:schemeClr val="tx2"/>
          </a:solidFill>
          <a:latin typeface="Tahoma" pitchFamily="34" charset="0"/>
          <a:ea typeface="仿宋_GB2312" pitchFamily="49" charset="-122"/>
        </a:defRPr>
      </a:lvl5pPr>
      <a:lvl6pPr marL="457200" algn="l" rtl="0" fontAlgn="base">
        <a:spcBef>
          <a:spcPct val="0"/>
        </a:spcBef>
        <a:spcAft>
          <a:spcPct val="0"/>
        </a:spcAft>
        <a:defRPr kumimoji="1" sz="3600" b="1">
          <a:solidFill>
            <a:schemeClr val="tx2"/>
          </a:solidFill>
          <a:latin typeface="Tahoma" pitchFamily="34" charset="0"/>
          <a:ea typeface="仿宋_GB2312" pitchFamily="49" charset="-122"/>
        </a:defRPr>
      </a:lvl6pPr>
      <a:lvl7pPr marL="914400" algn="l" rtl="0" fontAlgn="base">
        <a:spcBef>
          <a:spcPct val="0"/>
        </a:spcBef>
        <a:spcAft>
          <a:spcPct val="0"/>
        </a:spcAft>
        <a:defRPr kumimoji="1" sz="3600" b="1">
          <a:solidFill>
            <a:schemeClr val="tx2"/>
          </a:solidFill>
          <a:latin typeface="Tahoma" pitchFamily="34" charset="0"/>
          <a:ea typeface="仿宋_GB2312" pitchFamily="49" charset="-122"/>
        </a:defRPr>
      </a:lvl7pPr>
      <a:lvl8pPr marL="1371600" algn="l" rtl="0" fontAlgn="base">
        <a:spcBef>
          <a:spcPct val="0"/>
        </a:spcBef>
        <a:spcAft>
          <a:spcPct val="0"/>
        </a:spcAft>
        <a:defRPr kumimoji="1" sz="3600" b="1">
          <a:solidFill>
            <a:schemeClr val="tx2"/>
          </a:solidFill>
          <a:latin typeface="Tahoma" pitchFamily="34" charset="0"/>
          <a:ea typeface="仿宋_GB2312" pitchFamily="49" charset="-122"/>
        </a:defRPr>
      </a:lvl8pPr>
      <a:lvl9pPr marL="1828800" algn="l" rtl="0" fontAlgn="base">
        <a:spcBef>
          <a:spcPct val="0"/>
        </a:spcBef>
        <a:spcAft>
          <a:spcPct val="0"/>
        </a:spcAft>
        <a:defRPr kumimoji="1" sz="3600" b="1">
          <a:solidFill>
            <a:schemeClr val="tx2"/>
          </a:solidFill>
          <a:latin typeface="Tahoma" pitchFamily="34" charset="0"/>
          <a:ea typeface="仿宋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10.tmp"/><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2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tags" Target="../tags/tag22.xml"/><Relationship Id="rId2" Type="http://schemas.openxmlformats.org/officeDocument/2006/relationships/tags" Target="../tags/tag12.xml"/><Relationship Id="rId16" Type="http://schemas.openxmlformats.org/officeDocument/2006/relationships/image" Target="../media/image10.tmp"/><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notesSlide" Target="../notesSlides/notesSlide82.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image" Target="../media/image10.tmp"/><Relationship Id="rId2" Type="http://schemas.openxmlformats.org/officeDocument/2006/relationships/tags" Target="../tags/tag25.xml"/><Relationship Id="rId16" Type="http://schemas.openxmlformats.org/officeDocument/2006/relationships/notesSlide" Target="../notesSlides/notesSlide83.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slideLayout" Target="../slideLayouts/slideLayout7.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5DF0C73-E206-4629-A40A-D55BA87F7087}"/>
              </a:ext>
            </a:extLst>
          </p:cNvPr>
          <p:cNvSpPr>
            <a:spLocks noGrp="1" noChangeArrowheads="1"/>
          </p:cNvSpPr>
          <p:nvPr>
            <p:ph type="ctrTitle"/>
          </p:nvPr>
        </p:nvSpPr>
        <p:spPr>
          <a:xfrm>
            <a:off x="457200" y="4648200"/>
            <a:ext cx="8534400" cy="685800"/>
          </a:xfrm>
          <a:noFill/>
        </p:spPr>
        <p:txBody>
          <a:bodyPr/>
          <a:lstStyle/>
          <a:p>
            <a:pPr algn="ctr" eaLnBrk="1" hangingPunct="1"/>
            <a:r>
              <a:rPr lang="zh-CN" altLang="en-US" sz="4800" b="1" dirty="0">
                <a:solidFill>
                  <a:schemeClr val="tx1"/>
                </a:solidFill>
                <a:latin typeface="Times-Roman"/>
                <a:ea typeface="华文行楷" panose="02010800040101010101" pitchFamily="2" charset="-122"/>
              </a:rPr>
              <a:t>主讲：王海燕</a:t>
            </a:r>
            <a:br>
              <a:rPr lang="zh-CN" altLang="en-US" sz="4800" b="1" dirty="0">
                <a:solidFill>
                  <a:schemeClr val="tx1"/>
                </a:solidFill>
                <a:latin typeface="Times-Roman"/>
                <a:ea typeface="华文行楷" panose="02010800040101010101" pitchFamily="2" charset="-122"/>
              </a:rPr>
            </a:br>
            <a:r>
              <a:rPr lang="en-US" altLang="zh-CN" sz="3600" b="1" dirty="0">
                <a:solidFill>
                  <a:schemeClr val="tx1"/>
                </a:solidFill>
                <a:latin typeface="Times-Roman"/>
                <a:ea typeface="华文行楷" panose="02010800040101010101" pitchFamily="2" charset="-122"/>
              </a:rPr>
              <a:t>E-mail：wanghaiyan@mail.hzau.edu.cn</a:t>
            </a:r>
          </a:p>
        </p:txBody>
      </p:sp>
      <p:sp>
        <p:nvSpPr>
          <p:cNvPr id="12291" name="Rectangle 3">
            <a:extLst>
              <a:ext uri="{FF2B5EF4-FFF2-40B4-BE49-F238E27FC236}">
                <a16:creationId xmlns:a16="http://schemas.microsoft.com/office/drawing/2014/main" id="{B75CFD60-9894-419B-87C2-77E43260C8A3}"/>
              </a:ext>
            </a:extLst>
          </p:cNvPr>
          <p:cNvSpPr>
            <a:spLocks noChangeArrowheads="1"/>
          </p:cNvSpPr>
          <p:nvPr/>
        </p:nvSpPr>
        <p:spPr bwMode="auto">
          <a:xfrm>
            <a:off x="652462" y="1967292"/>
            <a:ext cx="7924800" cy="1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6000" b="1" dirty="0">
                <a:solidFill>
                  <a:schemeClr val="tx2"/>
                </a:solidFill>
                <a:latin typeface="Arial Black" panose="020B0A04020102020204" pitchFamily="34" charset="0"/>
                <a:ea typeface="隶书" panose="02010509060101010101" pitchFamily="49" charset="-122"/>
              </a:rPr>
              <a:t>第</a:t>
            </a:r>
            <a:r>
              <a:rPr lang="zh-CN" altLang="en-US" sz="6000" dirty="0">
                <a:solidFill>
                  <a:schemeClr val="tx2"/>
                </a:solidFill>
                <a:latin typeface="Arial Black" panose="020B0A04020102020204" pitchFamily="34" charset="0"/>
                <a:ea typeface="隶书" panose="02010509060101010101" pitchFamily="49" charset="-122"/>
              </a:rPr>
              <a:t>一</a:t>
            </a:r>
            <a:r>
              <a:rPr lang="zh-CN" altLang="en-US" sz="6000" b="1" dirty="0">
                <a:solidFill>
                  <a:schemeClr val="tx2"/>
                </a:solidFill>
                <a:latin typeface="Arial Black" panose="020B0A04020102020204" pitchFamily="34" charset="0"/>
                <a:ea typeface="隶书" panose="02010509060101010101" pitchFamily="49" charset="-122"/>
              </a:rPr>
              <a:t>章</a:t>
            </a:r>
            <a:r>
              <a:rPr lang="en-US" altLang="zh-CN" sz="6000" b="1" dirty="0">
                <a:solidFill>
                  <a:schemeClr val="tx2"/>
                </a:solidFill>
                <a:latin typeface="Arial Black" panose="020B0A04020102020204" pitchFamily="34" charset="0"/>
                <a:ea typeface="隶书" panose="02010509060101010101" pitchFamily="49" charset="-122"/>
              </a:rPr>
              <a:t>  </a:t>
            </a:r>
            <a:r>
              <a:rPr lang="zh-CN" altLang="en-US" sz="6000" b="1" dirty="0">
                <a:solidFill>
                  <a:schemeClr val="tx2"/>
                </a:solidFill>
                <a:latin typeface="Arial Black" panose="020B0A04020102020204" pitchFamily="34" charset="0"/>
                <a:ea typeface="隶书" panose="02010509060101010101" pitchFamily="49" charset="-122"/>
              </a:rPr>
              <a:t>绪论</a:t>
            </a:r>
            <a:endParaRPr lang="zh-CN" altLang="en-US" sz="4000" b="1" dirty="0">
              <a:solidFill>
                <a:schemeClr val="tx2"/>
              </a:solidFill>
              <a:latin typeface="宋体" panose="02010600030101010101" pitchFamily="2" charset="-122"/>
            </a:endParaRPr>
          </a:p>
        </p:txBody>
      </p:sp>
      <p:pic>
        <p:nvPicPr>
          <p:cNvPr id="12292" name="Picture 4" descr="tuli">
            <a:hlinkClick r:id="rId3"/>
            <a:extLst>
              <a:ext uri="{FF2B5EF4-FFF2-40B4-BE49-F238E27FC236}">
                <a16:creationId xmlns:a16="http://schemas.microsoft.com/office/drawing/2014/main" id="{BCEC4F8F-737C-4708-A588-A7CF226EE53D}"/>
              </a:ext>
            </a:extLst>
          </p:cNvPr>
          <p:cNvPicPr>
            <a:picLocks noGrp="1" noChangeAspect="1" noChangeArrowheads="1"/>
          </p:cNvPicPr>
          <p:nvPr>
            <p:ph idx="4294967295"/>
          </p:nvPr>
        </p:nvPicPr>
        <p:blipFill>
          <a:blip r:embed="rId4">
            <a:extLst>
              <a:ext uri="{28A0092B-C50C-407E-A947-70E740481C1C}">
                <a14:useLocalDpi xmlns:a14="http://schemas.microsoft.com/office/drawing/2010/main" val="0"/>
              </a:ext>
            </a:extLst>
          </a:blip>
          <a:srcRect/>
          <a:stretch>
            <a:fillRect/>
          </a:stretch>
        </p:blipFill>
        <p:spPr>
          <a:xfrm>
            <a:off x="8010525" y="5486400"/>
            <a:ext cx="1133475" cy="1143000"/>
          </a:xfr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D2154D3-9D50-4847-8D54-CBD12A914703}"/>
              </a:ext>
            </a:extLst>
          </p:cNvPr>
          <p:cNvSpPr>
            <a:spLocks noGrp="1" noChangeArrowheads="1"/>
          </p:cNvSpPr>
          <p:nvPr>
            <p:ph type="title"/>
          </p:nvPr>
        </p:nvSpPr>
        <p:spPr/>
        <p:txBody>
          <a:bodyPr/>
          <a:lstStyle/>
          <a:p>
            <a:pPr eaLnBrk="1" hangingPunct="1"/>
            <a:r>
              <a:rPr lang="zh-CN" altLang="en-US" dirty="0"/>
              <a:t>主要内容</a:t>
            </a:r>
          </a:p>
        </p:txBody>
      </p:sp>
      <p:sp>
        <p:nvSpPr>
          <p:cNvPr id="11267" name="Rectangle 3">
            <a:extLst>
              <a:ext uri="{FF2B5EF4-FFF2-40B4-BE49-F238E27FC236}">
                <a16:creationId xmlns:a16="http://schemas.microsoft.com/office/drawing/2014/main" id="{817E4B27-E92F-4FE7-ABFA-C9D0B78929B2}"/>
              </a:ext>
            </a:extLst>
          </p:cNvPr>
          <p:cNvSpPr>
            <a:spLocks noGrp="1" noChangeArrowheads="1"/>
          </p:cNvSpPr>
          <p:nvPr>
            <p:ph type="body" idx="1"/>
          </p:nvPr>
        </p:nvSpPr>
        <p:spPr>
          <a:xfrm>
            <a:off x="990600" y="2286000"/>
            <a:ext cx="7772400" cy="4114800"/>
          </a:xfrm>
        </p:spPr>
        <p:txBody>
          <a:bodyPr/>
          <a:lstStyle/>
          <a:p>
            <a:pPr lvl="1" eaLnBrk="1" hangingPunct="1">
              <a:buClr>
                <a:srgbClr val="990099"/>
              </a:buClr>
              <a:buSzTx/>
              <a:buFont typeface="Wingdings" panose="05000000000000000000" pitchFamily="2" charset="2"/>
              <a:buChar char="Ø"/>
            </a:pPr>
            <a:r>
              <a:rPr lang="en-US" altLang="zh-CN" sz="3600" b="1" dirty="0"/>
              <a:t> </a:t>
            </a:r>
            <a:r>
              <a:rPr lang="zh-CN" altLang="en-US" sz="3600" b="1" dirty="0"/>
              <a:t>基本概念</a:t>
            </a:r>
          </a:p>
          <a:p>
            <a:pPr lvl="1" eaLnBrk="1" hangingPunct="1">
              <a:buClr>
                <a:srgbClr val="990099"/>
              </a:buClr>
              <a:buSzTx/>
              <a:buFont typeface="Wingdings" panose="05000000000000000000" pitchFamily="2" charset="2"/>
              <a:buChar char="Ø"/>
            </a:pPr>
            <a:r>
              <a:rPr lang="zh-CN" altLang="en-US" sz="3600" b="1" dirty="0"/>
              <a:t>数据库技术发展历史</a:t>
            </a:r>
          </a:p>
          <a:p>
            <a:pPr lvl="1" eaLnBrk="1" hangingPunct="1">
              <a:buClr>
                <a:srgbClr val="990099"/>
              </a:buClr>
              <a:buSzTx/>
              <a:buFont typeface="Wingdings" panose="05000000000000000000" pitchFamily="2" charset="2"/>
              <a:buChar char="Ø"/>
            </a:pPr>
            <a:r>
              <a:rPr lang="zh-CN" altLang="en-US" sz="3600" b="1" dirty="0"/>
              <a:t>数据模型</a:t>
            </a:r>
          </a:p>
          <a:p>
            <a:pPr lvl="1" eaLnBrk="1" hangingPunct="1">
              <a:buClr>
                <a:schemeClr val="folHlink"/>
              </a:buClr>
              <a:buSzTx/>
              <a:buFont typeface="Wingdings" panose="05000000000000000000" pitchFamily="2" charset="2"/>
              <a:buChar char="Ø"/>
            </a:pPr>
            <a:r>
              <a:rPr lang="zh-CN" altLang="en-US" sz="3600" b="1" dirty="0"/>
              <a:t>数据库系统组成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267">
                                            <p:txEl>
                                              <p:pRg st="1" end="1"/>
                                            </p:txEl>
                                          </p:spTgt>
                                        </p:tgtEl>
                                        <p:attrNameLst>
                                          <p:attrName>style.visibility</p:attrName>
                                        </p:attrNameLst>
                                      </p:cBhvr>
                                      <p:to>
                                        <p:strVal val="visible"/>
                                      </p:to>
                                    </p:set>
                                    <p:animEffect transition="in" filter="wipe(left)">
                                      <p:cBhvr>
                                        <p:cTn id="10" dur="500"/>
                                        <p:tgtEl>
                                          <p:spTgt spid="1126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animEffect transition="in" filter="wipe(left)">
                                      <p:cBhvr>
                                        <p:cTn id="13" dur="500"/>
                                        <p:tgtEl>
                                          <p:spTgt spid="11267">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267">
                                            <p:txEl>
                                              <p:pRg st="3" end="3"/>
                                            </p:txEl>
                                          </p:spTgt>
                                        </p:tgtEl>
                                        <p:attrNameLst>
                                          <p:attrName>style.visibility</p:attrName>
                                        </p:attrNameLst>
                                      </p:cBhvr>
                                      <p:to>
                                        <p:strVal val="visible"/>
                                      </p:to>
                                    </p:set>
                                    <p:animEffect transition="in" filter="wipe(left)">
                                      <p:cBhvr>
                                        <p:cTn id="16" dur="500"/>
                                        <p:tgtEl>
                                          <p:spTgt spid="11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098">
            <a:extLst>
              <a:ext uri="{FF2B5EF4-FFF2-40B4-BE49-F238E27FC236}">
                <a16:creationId xmlns:a16="http://schemas.microsoft.com/office/drawing/2014/main" id="{75A62137-BB9D-45F4-8E9F-7783DC2FCEF5}"/>
              </a:ext>
            </a:extLst>
          </p:cNvPr>
          <p:cNvSpPr>
            <a:spLocks noGrp="1" noChangeArrowheads="1"/>
          </p:cNvSpPr>
          <p:nvPr>
            <p:ph type="title"/>
          </p:nvPr>
        </p:nvSpPr>
        <p:spPr/>
        <p:txBody>
          <a:bodyPr/>
          <a:lstStyle/>
          <a:p>
            <a:pPr eaLnBrk="1" hangingPunct="1"/>
            <a:r>
              <a:rPr lang="zh-CN" altLang="en-US" sz="4400">
                <a:solidFill>
                  <a:srgbClr val="D60093"/>
                </a:solidFill>
                <a:latin typeface="Wingdings" panose="05000000000000000000" pitchFamily="2" charset="2"/>
                <a:ea typeface="华文彩云" panose="02010800040101010101" pitchFamily="2" charset="-122"/>
              </a:rPr>
              <a:t>重点</a:t>
            </a:r>
          </a:p>
        </p:txBody>
      </p:sp>
      <p:sp>
        <p:nvSpPr>
          <p:cNvPr id="10243" name="Rectangle 4099">
            <a:extLst>
              <a:ext uri="{FF2B5EF4-FFF2-40B4-BE49-F238E27FC236}">
                <a16:creationId xmlns:a16="http://schemas.microsoft.com/office/drawing/2014/main" id="{3325C8DC-A7D7-4AEE-BD33-1849FAAE0DCD}"/>
              </a:ext>
            </a:extLst>
          </p:cNvPr>
          <p:cNvSpPr>
            <a:spLocks noGrp="1" noChangeArrowheads="1"/>
          </p:cNvSpPr>
          <p:nvPr>
            <p:ph type="body" idx="1"/>
          </p:nvPr>
        </p:nvSpPr>
        <p:spPr/>
        <p:txBody>
          <a:bodyPr/>
          <a:lstStyle/>
          <a:p>
            <a:pPr algn="just" eaLnBrk="1" hangingPunct="1"/>
            <a:r>
              <a:rPr lang="en-US" altLang="zh-CN" b="1">
                <a:solidFill>
                  <a:srgbClr val="000000"/>
                </a:solidFill>
                <a:latin typeface="宋体" panose="02010600030101010101" pitchFamily="2" charset="-122"/>
              </a:rPr>
              <a:t> </a:t>
            </a:r>
            <a:r>
              <a:rPr lang="zh-CN" altLang="en-US" sz="3600" b="1">
                <a:solidFill>
                  <a:srgbClr val="000000"/>
                </a:solidFill>
                <a:latin typeface="宋体" panose="02010600030101010101" pitchFamily="2" charset="-122"/>
              </a:rPr>
              <a:t>数据的基本概念</a:t>
            </a:r>
            <a:endParaRPr lang="zh-CN" altLang="en-US" sz="3600" b="1">
              <a:solidFill>
                <a:srgbClr val="000000"/>
              </a:solidFill>
              <a:latin typeface="宋体" panose="02010600030101010101" pitchFamily="2" charset="-122"/>
              <a:cs typeface="Times New Roman" panose="02020603050405020304" pitchFamily="18" charset="0"/>
            </a:endParaRPr>
          </a:p>
          <a:p>
            <a:pPr algn="just" eaLnBrk="1" hangingPunct="1"/>
            <a:r>
              <a:rPr lang="zh-CN" altLang="en-US" sz="3600" b="1">
                <a:solidFill>
                  <a:srgbClr val="000000"/>
                </a:solidFill>
                <a:latin typeface="宋体" panose="02010600030101010101" pitchFamily="2" charset="-122"/>
              </a:rPr>
              <a:t> 数据库系统的特点</a:t>
            </a:r>
          </a:p>
          <a:p>
            <a:pPr algn="just" eaLnBrk="1" hangingPunct="1"/>
            <a:r>
              <a:rPr lang="zh-CN" altLang="en-US" sz="3600" b="1">
                <a:solidFill>
                  <a:srgbClr val="000000"/>
                </a:solidFill>
                <a:latin typeface="宋体" panose="02010600030101010101" pitchFamily="2" charset="-122"/>
              </a:rPr>
              <a:t> </a:t>
            </a:r>
            <a:r>
              <a:rPr lang="en-US" altLang="zh-CN" sz="3600" b="1">
                <a:solidFill>
                  <a:srgbClr val="000000"/>
                </a:solidFill>
                <a:latin typeface="宋体" panose="02010600030101010101" pitchFamily="2" charset="-122"/>
              </a:rPr>
              <a:t>DBMS</a:t>
            </a:r>
            <a:r>
              <a:rPr lang="zh-CN" altLang="en-US" sz="3600" b="1">
                <a:solidFill>
                  <a:srgbClr val="000000"/>
                </a:solidFill>
                <a:latin typeface="宋体" panose="02010600030101010101" pitchFamily="2" charset="-122"/>
              </a:rPr>
              <a:t>的主要功能</a:t>
            </a:r>
            <a:r>
              <a:rPr lang="zh-CN" altLang="en-US" sz="3600" b="1">
                <a:latin typeface="宋体" panose="02010600030101010101" pitchFamily="2" charset="-122"/>
              </a:rPr>
              <a:t> </a:t>
            </a:r>
          </a:p>
          <a:p>
            <a:pPr algn="just" eaLnBrk="1" hangingPunct="1"/>
            <a:r>
              <a:rPr lang="zh-CN" altLang="en-US" sz="3600" b="1">
                <a:latin typeface="宋体" panose="02010600030101010101" pitchFamily="2" charset="-122"/>
              </a:rPr>
              <a:t> 数据模型的组成要素</a:t>
            </a:r>
            <a:r>
              <a:rPr lang="zh-CN" altLang="en-US" sz="3600" b="1"/>
              <a:t>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D978E4-3DD4-43B2-8FA2-83E55F6485D6}"/>
              </a:ext>
            </a:extLst>
          </p:cNvPr>
          <p:cNvSpPr>
            <a:spLocks noGrp="1" noChangeArrowheads="1"/>
          </p:cNvSpPr>
          <p:nvPr>
            <p:ph type="title"/>
          </p:nvPr>
        </p:nvSpPr>
        <p:spPr/>
        <p:txBody>
          <a:bodyPr/>
          <a:lstStyle/>
          <a:p>
            <a:pPr eaLnBrk="1" hangingPunct="1"/>
            <a:r>
              <a:rPr lang="en-US" altLang="zh-CN"/>
              <a:t>1.1  </a:t>
            </a:r>
            <a:r>
              <a:rPr lang="zh-CN" altLang="en-US"/>
              <a:t>基本概念</a:t>
            </a:r>
            <a:endParaRPr lang="zh-CN" altLang="en-US" sz="4500">
              <a:latin typeface="宋体" panose="02010600030101010101" pitchFamily="2" charset="-122"/>
            </a:endParaRPr>
          </a:p>
        </p:txBody>
      </p:sp>
      <p:sp>
        <p:nvSpPr>
          <p:cNvPr id="11267" name="Rectangle 3">
            <a:extLst>
              <a:ext uri="{FF2B5EF4-FFF2-40B4-BE49-F238E27FC236}">
                <a16:creationId xmlns:a16="http://schemas.microsoft.com/office/drawing/2014/main" id="{FDDABFD7-6AAF-4B57-9067-ADFFFA367BD2}"/>
              </a:ext>
            </a:extLst>
          </p:cNvPr>
          <p:cNvSpPr>
            <a:spLocks noGrp="1" noChangeArrowheads="1"/>
          </p:cNvSpPr>
          <p:nvPr>
            <p:ph type="body" idx="1"/>
          </p:nvPr>
        </p:nvSpPr>
        <p:spPr>
          <a:xfrm>
            <a:off x="1447800" y="1905000"/>
            <a:ext cx="6324600" cy="4114800"/>
          </a:xfrm>
        </p:spPr>
        <p:txBody>
          <a:bodyPr/>
          <a:lstStyle/>
          <a:p>
            <a:pPr eaLnBrk="1" hangingPunct="1">
              <a:lnSpc>
                <a:spcPct val="110000"/>
              </a:lnSpc>
              <a:buClr>
                <a:srgbClr val="990099"/>
              </a:buClr>
              <a:buSzTx/>
              <a:buFont typeface="Wingdings" panose="05000000000000000000" pitchFamily="2" charset="2"/>
              <a:buChar char="v"/>
            </a:pPr>
            <a:r>
              <a:rPr lang="en-US" altLang="zh-CN" sz="3600" b="1" dirty="0">
                <a:latin typeface="宋体" panose="02010600030101010101" pitchFamily="2" charset="-122"/>
              </a:rPr>
              <a:t> </a:t>
            </a:r>
            <a:r>
              <a:rPr lang="zh-CN" altLang="en-US" sz="3600" b="1" dirty="0">
                <a:latin typeface="宋体" panose="02010600030101010101" pitchFamily="2" charset="-122"/>
              </a:rPr>
              <a:t>信息（</a:t>
            </a:r>
            <a:r>
              <a:rPr lang="en-US" altLang="zh-CN" sz="3600" b="1" dirty="0">
                <a:latin typeface="宋体" panose="02010600030101010101" pitchFamily="2" charset="-122"/>
              </a:rPr>
              <a:t>information</a:t>
            </a:r>
            <a:r>
              <a:rPr lang="zh-CN" altLang="en-US" sz="3600" b="1" dirty="0">
                <a:latin typeface="宋体" panose="02010600030101010101" pitchFamily="2" charset="-122"/>
              </a:rPr>
              <a:t>）</a:t>
            </a:r>
          </a:p>
          <a:p>
            <a:pPr eaLnBrk="1" hangingPunct="1">
              <a:lnSpc>
                <a:spcPct val="110000"/>
              </a:lnSpc>
              <a:buClr>
                <a:srgbClr val="990099"/>
              </a:buClr>
              <a:buSzTx/>
              <a:buFont typeface="Wingdings" panose="05000000000000000000" pitchFamily="2" charset="2"/>
              <a:buChar char="v"/>
            </a:pPr>
            <a:r>
              <a:rPr lang="zh-CN" altLang="en-US" sz="3600" b="1" dirty="0">
                <a:latin typeface="宋体" panose="02010600030101010101" pitchFamily="2" charset="-122"/>
              </a:rPr>
              <a:t> 数据</a:t>
            </a:r>
            <a:r>
              <a:rPr lang="en-US" altLang="zh-CN" sz="3600" b="1" dirty="0">
                <a:latin typeface="宋体" panose="02010600030101010101" pitchFamily="2" charset="-122"/>
              </a:rPr>
              <a:t>(Data)</a:t>
            </a:r>
          </a:p>
          <a:p>
            <a:pPr eaLnBrk="1" hangingPunct="1">
              <a:lnSpc>
                <a:spcPct val="110000"/>
              </a:lnSpc>
              <a:buClr>
                <a:srgbClr val="990099"/>
              </a:buClr>
              <a:buSzTx/>
              <a:buFont typeface="Wingdings" panose="05000000000000000000" pitchFamily="2" charset="2"/>
              <a:buChar char="v"/>
            </a:pPr>
            <a:r>
              <a:rPr lang="en-US" altLang="zh-CN" sz="3600" b="1" dirty="0">
                <a:latin typeface="宋体" panose="02010600030101010101" pitchFamily="2" charset="-122"/>
              </a:rPr>
              <a:t> </a:t>
            </a:r>
            <a:r>
              <a:rPr lang="zh-CN" altLang="en-US" sz="3600" b="1" dirty="0">
                <a:latin typeface="宋体" panose="02010600030101010101" pitchFamily="2" charset="-122"/>
              </a:rPr>
              <a:t>数据处理与数据管理</a:t>
            </a:r>
            <a:endParaRPr lang="en-US" altLang="zh-CN" sz="3600" b="1" dirty="0">
              <a:latin typeface="宋体" panose="02010600030101010101" pitchFamily="2" charset="-122"/>
            </a:endParaRPr>
          </a:p>
          <a:p>
            <a:pPr eaLnBrk="1" hangingPunct="1">
              <a:lnSpc>
                <a:spcPct val="110000"/>
              </a:lnSpc>
              <a:buClr>
                <a:srgbClr val="990099"/>
              </a:buClr>
              <a:buSzTx/>
              <a:buFont typeface="Wingdings" panose="05000000000000000000" pitchFamily="2" charset="2"/>
              <a:buChar char="v"/>
            </a:pPr>
            <a:r>
              <a:rPr lang="zh-CN" altLang="en-US" sz="3600" b="1" dirty="0">
                <a:latin typeface="宋体" panose="02010600030101010101" pitchFamily="2" charset="-122"/>
              </a:rPr>
              <a:t> 数据库系统概念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FBEE459-E745-4A07-BCCA-8C3D1F8BC4DA}"/>
              </a:ext>
            </a:extLst>
          </p:cNvPr>
          <p:cNvSpPr>
            <a:spLocks noGrp="1" noChangeArrowheads="1"/>
          </p:cNvSpPr>
          <p:nvPr>
            <p:ph type="title"/>
          </p:nvPr>
        </p:nvSpPr>
        <p:spPr/>
        <p:txBody>
          <a:bodyPr/>
          <a:lstStyle/>
          <a:p>
            <a:pPr eaLnBrk="1" hangingPunct="1"/>
            <a:r>
              <a:rPr lang="en-US" altLang="zh-CN"/>
              <a:t>1</a:t>
            </a:r>
            <a:r>
              <a:rPr lang="zh-CN" altLang="en-US"/>
              <a:t>、</a:t>
            </a:r>
            <a:r>
              <a:rPr lang="zh-CN" altLang="en-US" sz="4000">
                <a:latin typeface="宋体" panose="02010600030101010101" pitchFamily="2" charset="-122"/>
              </a:rPr>
              <a:t>信息（</a:t>
            </a:r>
            <a:r>
              <a:rPr lang="en-US" altLang="zh-CN" sz="4000">
                <a:latin typeface="宋体" panose="02010600030101010101" pitchFamily="2" charset="-122"/>
              </a:rPr>
              <a:t>information</a:t>
            </a:r>
            <a:r>
              <a:rPr lang="zh-CN" altLang="en-US" sz="4000">
                <a:latin typeface="宋体" panose="02010600030101010101" pitchFamily="2" charset="-122"/>
              </a:rPr>
              <a:t>）</a:t>
            </a:r>
          </a:p>
        </p:txBody>
      </p:sp>
      <p:sp>
        <p:nvSpPr>
          <p:cNvPr id="370691" name="Rectangle 3">
            <a:extLst>
              <a:ext uri="{FF2B5EF4-FFF2-40B4-BE49-F238E27FC236}">
                <a16:creationId xmlns:a16="http://schemas.microsoft.com/office/drawing/2014/main" id="{4E7CF9B4-482F-44F8-A3CD-C9B69BE3EEE8}"/>
              </a:ext>
            </a:extLst>
          </p:cNvPr>
          <p:cNvSpPr>
            <a:spLocks noGrp="1" noChangeArrowheads="1"/>
          </p:cNvSpPr>
          <p:nvPr>
            <p:ph type="body" idx="1"/>
          </p:nvPr>
        </p:nvSpPr>
        <p:spPr/>
        <p:txBody>
          <a:bodyPr/>
          <a:lstStyle/>
          <a:p>
            <a:pPr eaLnBrk="1" hangingPunct="1"/>
            <a:r>
              <a:rPr lang="zh-CN" altLang="en-US" b="1"/>
              <a:t>定义：关于现实世界事物的存在方式或运动状态反映的综合。</a:t>
            </a:r>
          </a:p>
          <a:p>
            <a:pPr eaLnBrk="1" hangingPunct="1"/>
            <a:r>
              <a:rPr lang="zh-CN" altLang="en-US" b="1"/>
              <a:t>特点：</a:t>
            </a:r>
          </a:p>
          <a:p>
            <a:pPr lvl="1" eaLnBrk="1" hangingPunct="1"/>
            <a:r>
              <a:rPr lang="zh-CN" altLang="en-US" b="1"/>
              <a:t>客观存在</a:t>
            </a:r>
          </a:p>
          <a:p>
            <a:pPr lvl="1" eaLnBrk="1" hangingPunct="1"/>
            <a:r>
              <a:rPr lang="zh-CN" altLang="en-US" b="1"/>
              <a:t>可以感知</a:t>
            </a:r>
          </a:p>
          <a:p>
            <a:pPr lvl="1" eaLnBrk="1" hangingPunct="1"/>
            <a:r>
              <a:rPr lang="zh-CN" altLang="en-US" b="1"/>
              <a:t>可存储、加工、传递和再生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06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06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06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06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F9AB37C-40E6-4710-BB23-9CFAB89F4844}"/>
              </a:ext>
            </a:extLst>
          </p:cNvPr>
          <p:cNvSpPr>
            <a:spLocks noGrp="1" noChangeArrowheads="1"/>
          </p:cNvSpPr>
          <p:nvPr>
            <p:ph type="title"/>
          </p:nvPr>
        </p:nvSpPr>
        <p:spPr/>
        <p:txBody>
          <a:bodyPr/>
          <a:lstStyle/>
          <a:p>
            <a:pPr eaLnBrk="1" hangingPunct="1"/>
            <a:r>
              <a:rPr lang="en-US" altLang="zh-CN">
                <a:solidFill>
                  <a:srgbClr val="D60093"/>
                </a:solidFill>
              </a:rPr>
              <a:t>2</a:t>
            </a:r>
            <a:r>
              <a:rPr lang="zh-CN" altLang="en-US">
                <a:solidFill>
                  <a:srgbClr val="D60093"/>
                </a:solidFill>
              </a:rPr>
              <a:t>、数据</a:t>
            </a:r>
            <a:r>
              <a:rPr lang="en-US" altLang="zh-CN">
                <a:solidFill>
                  <a:srgbClr val="D60093"/>
                </a:solidFill>
              </a:rPr>
              <a:t>(Data)</a:t>
            </a:r>
          </a:p>
        </p:txBody>
      </p:sp>
      <p:sp>
        <p:nvSpPr>
          <p:cNvPr id="20483" name="Rectangle 3">
            <a:extLst>
              <a:ext uri="{FF2B5EF4-FFF2-40B4-BE49-F238E27FC236}">
                <a16:creationId xmlns:a16="http://schemas.microsoft.com/office/drawing/2014/main" id="{BA3EF002-8A5A-4940-8BD4-14B74CE0C147}"/>
              </a:ext>
            </a:extLst>
          </p:cNvPr>
          <p:cNvSpPr>
            <a:spLocks noGrp="1" noChangeArrowheads="1"/>
          </p:cNvSpPr>
          <p:nvPr>
            <p:ph type="body" idx="1"/>
          </p:nvPr>
        </p:nvSpPr>
        <p:spPr>
          <a:xfrm>
            <a:off x="990600" y="1981200"/>
            <a:ext cx="7315200" cy="4114800"/>
          </a:xfrm>
        </p:spPr>
        <p:txBody>
          <a:bodyPr/>
          <a:lstStyle/>
          <a:p>
            <a:pPr eaLnBrk="1" hangingPunct="1">
              <a:lnSpc>
                <a:spcPct val="90000"/>
              </a:lnSpc>
            </a:pPr>
            <a:r>
              <a:rPr lang="zh-CN" altLang="en-US" b="1"/>
              <a:t>数据</a:t>
            </a:r>
            <a:r>
              <a:rPr lang="en-US" altLang="zh-CN" b="1"/>
              <a:t>(Data)</a:t>
            </a:r>
            <a:r>
              <a:rPr lang="zh-CN" altLang="en-US" b="1"/>
              <a:t>是数据库中存储的基本对象</a:t>
            </a:r>
          </a:p>
          <a:p>
            <a:pPr eaLnBrk="1" hangingPunct="1">
              <a:lnSpc>
                <a:spcPct val="90000"/>
              </a:lnSpc>
            </a:pPr>
            <a:r>
              <a:rPr lang="zh-CN" altLang="en-US" b="1"/>
              <a:t>数据的定义</a:t>
            </a:r>
          </a:p>
          <a:p>
            <a:pPr lvl="1" eaLnBrk="1" hangingPunct="1">
              <a:lnSpc>
                <a:spcPct val="90000"/>
              </a:lnSpc>
            </a:pPr>
            <a:r>
              <a:rPr lang="zh-CN" altLang="en-US" b="1"/>
              <a:t>描述事物的符号记录</a:t>
            </a:r>
          </a:p>
          <a:p>
            <a:pPr eaLnBrk="1" hangingPunct="1">
              <a:lnSpc>
                <a:spcPct val="90000"/>
              </a:lnSpc>
            </a:pPr>
            <a:r>
              <a:rPr lang="zh-CN" altLang="en-US" b="1"/>
              <a:t>数据的种类</a:t>
            </a:r>
          </a:p>
          <a:p>
            <a:pPr lvl="1" eaLnBrk="1" hangingPunct="1">
              <a:lnSpc>
                <a:spcPct val="90000"/>
              </a:lnSpc>
            </a:pPr>
            <a:r>
              <a:rPr lang="zh-CN" altLang="en-US" b="1"/>
              <a:t>文字、图形、图像、声音</a:t>
            </a:r>
          </a:p>
          <a:p>
            <a:pPr eaLnBrk="1" hangingPunct="1">
              <a:lnSpc>
                <a:spcPct val="90000"/>
              </a:lnSpc>
            </a:pPr>
            <a:r>
              <a:rPr lang="zh-CN" altLang="en-US" b="1"/>
              <a:t>数据的特点</a:t>
            </a:r>
          </a:p>
          <a:p>
            <a:pPr lvl="1" eaLnBrk="1" hangingPunct="1">
              <a:lnSpc>
                <a:spcPct val="90000"/>
              </a:lnSpc>
            </a:pPr>
            <a:r>
              <a:rPr lang="zh-CN" altLang="en-US" b="1"/>
              <a:t>数据与其语义是不可分的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58F2F30-3DA5-4D26-862A-2211C5102D01}"/>
              </a:ext>
            </a:extLst>
          </p:cNvPr>
          <p:cNvSpPr>
            <a:spLocks noGrp="1" noChangeArrowheads="1"/>
          </p:cNvSpPr>
          <p:nvPr>
            <p:ph type="title"/>
          </p:nvPr>
        </p:nvSpPr>
        <p:spPr/>
        <p:txBody>
          <a:bodyPr/>
          <a:lstStyle/>
          <a:p>
            <a:pPr marL="342900" indent="-342900" eaLnBrk="1" hangingPunct="1"/>
            <a:r>
              <a:rPr lang="zh-CN" altLang="en-US"/>
              <a:t>数据与其语义是不可分的</a:t>
            </a:r>
            <a:r>
              <a:rPr lang="en-US" altLang="zh-CN"/>
              <a:t>--</a:t>
            </a:r>
            <a:r>
              <a:rPr lang="zh-CN" altLang="en-US">
                <a:solidFill>
                  <a:srgbClr val="FF0000"/>
                </a:solidFill>
              </a:rPr>
              <a:t>举例</a:t>
            </a:r>
            <a:r>
              <a:rPr lang="en-US" altLang="zh-CN">
                <a:solidFill>
                  <a:srgbClr val="FF0000"/>
                </a:solidFill>
              </a:rPr>
              <a:t>1</a:t>
            </a:r>
            <a:endParaRPr lang="zh-CN" altLang="en-US">
              <a:solidFill>
                <a:srgbClr val="FF0000"/>
              </a:solidFill>
            </a:endParaRPr>
          </a:p>
        </p:txBody>
      </p:sp>
      <p:sp>
        <p:nvSpPr>
          <p:cNvPr id="21507" name="Rectangle 3">
            <a:extLst>
              <a:ext uri="{FF2B5EF4-FFF2-40B4-BE49-F238E27FC236}">
                <a16:creationId xmlns:a16="http://schemas.microsoft.com/office/drawing/2014/main" id="{77A9F2AF-2337-429B-933B-53AC5EC04841}"/>
              </a:ext>
            </a:extLst>
          </p:cNvPr>
          <p:cNvSpPr>
            <a:spLocks noGrp="1" noChangeArrowheads="1"/>
          </p:cNvSpPr>
          <p:nvPr>
            <p:ph type="body" idx="1"/>
          </p:nvPr>
        </p:nvSpPr>
        <p:spPr>
          <a:xfrm>
            <a:off x="838200" y="1981200"/>
            <a:ext cx="7772400" cy="4114800"/>
          </a:xfrm>
        </p:spPr>
        <p:txBody>
          <a:bodyPr/>
          <a:lstStyle/>
          <a:p>
            <a:pPr eaLnBrk="1" hangingPunct="1"/>
            <a:r>
              <a:rPr lang="zh-CN" altLang="en-US" sz="2800" b="1" dirty="0"/>
              <a:t>杯具</a:t>
            </a:r>
          </a:p>
          <a:p>
            <a:pPr eaLnBrk="1" hangingPunct="1"/>
            <a:r>
              <a:rPr lang="zh-CN" altLang="en-US" sz="2800" b="1" dirty="0"/>
              <a:t>表</a:t>
            </a:r>
          </a:p>
          <a:p>
            <a:pPr eaLnBrk="1" hangingPunct="1"/>
            <a:r>
              <a:rPr lang="zh-CN" altLang="en-US" sz="2800" b="1" dirty="0"/>
              <a:t>大虾 </a:t>
            </a:r>
          </a:p>
          <a:p>
            <a:pPr eaLnBrk="1" hangingPunct="1"/>
            <a:r>
              <a:rPr lang="zh-CN" altLang="en-US" sz="2800" b="1" dirty="0"/>
              <a:t>童鞋</a:t>
            </a:r>
          </a:p>
          <a:p>
            <a:pPr eaLnBrk="1" hangingPunct="1"/>
            <a:r>
              <a:rPr lang="zh-CN" altLang="en-US" sz="2800" b="1" dirty="0"/>
              <a:t>马甲</a:t>
            </a:r>
          </a:p>
          <a:p>
            <a:pPr eaLnBrk="1" hangingPunct="1"/>
            <a:r>
              <a:rPr lang="zh-CN" altLang="en-US" sz="2800" b="1" dirty="0"/>
              <a:t>粉丝</a:t>
            </a:r>
          </a:p>
          <a:p>
            <a:pPr eaLnBrk="1" hangingPunct="1"/>
            <a:r>
              <a:rPr lang="zh-CN" altLang="en-US" sz="2800" b="1" dirty="0"/>
              <a:t>潜水</a:t>
            </a:r>
          </a:p>
          <a:p>
            <a:pPr eaLnBrk="1" hangingPunct="1"/>
            <a:r>
              <a:rPr lang="en-US" altLang="zh-CN" sz="2800" b="1" dirty="0"/>
              <a:t>High</a:t>
            </a:r>
          </a:p>
          <a:p>
            <a:pPr eaLnBrk="1" hangingPunct="1"/>
            <a:r>
              <a:rPr lang="en-US" altLang="zh-CN" sz="2800" b="1" dirty="0"/>
              <a:t>YYDS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01EF1F9-8093-4BE9-9849-22EA8CC81904}"/>
              </a:ext>
            </a:extLst>
          </p:cNvPr>
          <p:cNvSpPr>
            <a:spLocks noGrp="1" noChangeArrowheads="1"/>
          </p:cNvSpPr>
          <p:nvPr>
            <p:ph type="title"/>
          </p:nvPr>
        </p:nvSpPr>
        <p:spPr>
          <a:xfrm>
            <a:off x="1171575" y="620713"/>
            <a:ext cx="7793038" cy="1143000"/>
          </a:xfrm>
        </p:spPr>
        <p:txBody>
          <a:bodyPr/>
          <a:lstStyle/>
          <a:p>
            <a:pPr eaLnBrk="1" hangingPunct="1"/>
            <a:r>
              <a:rPr lang="zh-CN" altLang="en-US"/>
              <a:t>数据与其语义是不可分的</a:t>
            </a:r>
            <a:r>
              <a:rPr lang="en-US" altLang="zh-CN"/>
              <a:t>--</a:t>
            </a:r>
            <a:r>
              <a:rPr lang="zh-CN" altLang="en-US">
                <a:solidFill>
                  <a:srgbClr val="FF0000"/>
                </a:solidFill>
              </a:rPr>
              <a:t>举例</a:t>
            </a:r>
            <a:r>
              <a:rPr lang="en-US" altLang="zh-CN">
                <a:solidFill>
                  <a:srgbClr val="FF0000"/>
                </a:solidFill>
              </a:rPr>
              <a:t>2</a:t>
            </a:r>
            <a:endParaRPr lang="zh-CN" altLang="en-US">
              <a:solidFill>
                <a:srgbClr val="FF0000"/>
              </a:solidFill>
            </a:endParaRPr>
          </a:p>
        </p:txBody>
      </p:sp>
      <p:sp>
        <p:nvSpPr>
          <p:cNvPr id="21507" name="Rectangle 3">
            <a:extLst>
              <a:ext uri="{FF2B5EF4-FFF2-40B4-BE49-F238E27FC236}">
                <a16:creationId xmlns:a16="http://schemas.microsoft.com/office/drawing/2014/main" id="{C00F3973-77BE-4DE2-B303-D7CB1223AFFC}"/>
              </a:ext>
            </a:extLst>
          </p:cNvPr>
          <p:cNvSpPr>
            <a:spLocks noGrp="1" noChangeArrowheads="1"/>
          </p:cNvSpPr>
          <p:nvPr>
            <p:ph type="body" idx="1"/>
          </p:nvPr>
        </p:nvSpPr>
        <p:spPr>
          <a:xfrm>
            <a:off x="838200" y="1981200"/>
            <a:ext cx="7772400" cy="4114800"/>
          </a:xfrm>
        </p:spPr>
        <p:txBody>
          <a:bodyPr/>
          <a:lstStyle/>
          <a:p>
            <a:pPr eaLnBrk="1" hangingPunct="1"/>
            <a:r>
              <a:rPr lang="zh-CN" altLang="en-US" sz="2800" b="1" dirty="0"/>
              <a:t>学生档案中的学生记录</a:t>
            </a:r>
          </a:p>
          <a:p>
            <a:pPr lvl="1" eaLnBrk="1" hangingPunct="1">
              <a:buFont typeface="Wingdings" panose="05000000000000000000" pitchFamily="2" charset="2"/>
              <a:buNone/>
            </a:pPr>
            <a:r>
              <a:rPr lang="zh-CN" altLang="en-US" sz="2400" b="1" dirty="0"/>
              <a:t>（李明，男，</a:t>
            </a:r>
            <a:r>
              <a:rPr lang="en-US" altLang="zh-CN" sz="2400" b="1" dirty="0"/>
              <a:t>2004</a:t>
            </a:r>
            <a:r>
              <a:rPr lang="zh-CN" altLang="en-US" sz="2400" b="1" dirty="0"/>
              <a:t>，江苏，计算机系，</a:t>
            </a:r>
            <a:r>
              <a:rPr lang="en-US" altLang="zh-CN" sz="2400" b="1" dirty="0"/>
              <a:t>2022</a:t>
            </a:r>
            <a:r>
              <a:rPr lang="zh-CN" altLang="en-US" sz="2400" b="1" dirty="0"/>
              <a:t>）</a:t>
            </a:r>
          </a:p>
          <a:p>
            <a:pPr eaLnBrk="1" hangingPunct="1"/>
            <a:r>
              <a:rPr lang="zh-CN" altLang="en-US" sz="2800" b="1" dirty="0"/>
              <a:t>数据的形式不能完全表达其内容</a:t>
            </a:r>
          </a:p>
          <a:p>
            <a:pPr eaLnBrk="1" hangingPunct="1"/>
            <a:r>
              <a:rPr lang="zh-CN" altLang="en-US" sz="2800" b="1" dirty="0"/>
              <a:t>数据的解释</a:t>
            </a:r>
          </a:p>
          <a:p>
            <a:pPr lvl="1" eaLnBrk="1" hangingPunct="1"/>
            <a:r>
              <a:rPr lang="zh-CN" altLang="en-US" sz="2400" b="1" dirty="0"/>
              <a:t>语义：学生姓名、性别、出生年月、籍贯、所在系别、入学时间</a:t>
            </a:r>
          </a:p>
          <a:p>
            <a:pPr lvl="1" eaLnBrk="1" hangingPunct="1"/>
            <a:r>
              <a:rPr lang="zh-CN" altLang="en-US" sz="2400" b="1" dirty="0"/>
              <a:t>解释：李明是个大学生，</a:t>
            </a:r>
            <a:r>
              <a:rPr lang="en-US" altLang="zh-CN" sz="2400" b="1" dirty="0"/>
              <a:t>2004</a:t>
            </a:r>
            <a:r>
              <a:rPr lang="zh-CN" altLang="en-US" sz="2400" b="1" dirty="0"/>
              <a:t>年出生，江苏人，</a:t>
            </a:r>
            <a:r>
              <a:rPr lang="en-US" altLang="zh-CN" sz="2400" b="1" dirty="0"/>
              <a:t>2022</a:t>
            </a:r>
            <a:r>
              <a:rPr lang="zh-CN" altLang="en-US" sz="2400" b="1" dirty="0"/>
              <a:t>年考入计算机系</a:t>
            </a:r>
          </a:p>
          <a:p>
            <a:pPr eaLnBrk="1" hangingPunct="1"/>
            <a:r>
              <a:rPr lang="zh-CN" altLang="en-US" sz="2800" b="1" dirty="0">
                <a:ea typeface="隶书" panose="02010509060101010101" pitchFamily="49" charset="-122"/>
              </a:rPr>
              <a:t>请给出另一个解释和语义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50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5E7CEB3-862E-4C5A-A00B-38D2CBDE4469}"/>
              </a:ext>
            </a:extLst>
          </p:cNvPr>
          <p:cNvSpPr>
            <a:spLocks noGrp="1" noChangeArrowheads="1"/>
          </p:cNvSpPr>
          <p:nvPr>
            <p:ph type="title"/>
          </p:nvPr>
        </p:nvSpPr>
        <p:spPr/>
        <p:txBody>
          <a:bodyPr/>
          <a:lstStyle/>
          <a:p>
            <a:pPr eaLnBrk="1" hangingPunct="1"/>
            <a:r>
              <a:rPr lang="zh-CN" altLang="en-US"/>
              <a:t>信息和数据的关系</a:t>
            </a:r>
          </a:p>
        </p:txBody>
      </p:sp>
      <p:sp>
        <p:nvSpPr>
          <p:cNvPr id="371715" name="Rectangle 3">
            <a:extLst>
              <a:ext uri="{FF2B5EF4-FFF2-40B4-BE49-F238E27FC236}">
                <a16:creationId xmlns:a16="http://schemas.microsoft.com/office/drawing/2014/main" id="{120492D9-42DB-4693-B8D6-5441C5D0BE8D}"/>
              </a:ext>
            </a:extLst>
          </p:cNvPr>
          <p:cNvSpPr>
            <a:spLocks noGrp="1" noChangeArrowheads="1"/>
          </p:cNvSpPr>
          <p:nvPr>
            <p:ph type="body" idx="1"/>
          </p:nvPr>
        </p:nvSpPr>
        <p:spPr/>
        <p:txBody>
          <a:bodyPr/>
          <a:lstStyle/>
          <a:p>
            <a:pPr eaLnBrk="1" hangingPunct="1"/>
            <a:r>
              <a:rPr lang="zh-CN" altLang="en-US" b="1"/>
              <a:t>事物的属性通过数据来表示，数据经过加工处理后形成信息。</a:t>
            </a:r>
          </a:p>
          <a:p>
            <a:pPr eaLnBrk="1" hangingPunct="1"/>
            <a:r>
              <a:rPr lang="zh-CN" altLang="en-US" b="1"/>
              <a:t>信息是经过加工的数据；信息是有一定含义的数据；信息是对决策者有价值的数据；信息是预先不知道的数据。</a:t>
            </a:r>
          </a:p>
        </p:txBody>
      </p:sp>
      <p:sp>
        <p:nvSpPr>
          <p:cNvPr id="2" name="圆角矩形 1">
            <a:extLst>
              <a:ext uri="{FF2B5EF4-FFF2-40B4-BE49-F238E27FC236}">
                <a16:creationId xmlns:a16="http://schemas.microsoft.com/office/drawing/2014/main" id="{54AC5009-C890-4DA3-A3F4-F093D1C35002}"/>
              </a:ext>
            </a:extLst>
          </p:cNvPr>
          <p:cNvSpPr/>
          <p:nvPr/>
        </p:nvSpPr>
        <p:spPr bwMode="auto">
          <a:xfrm>
            <a:off x="1763713" y="5157788"/>
            <a:ext cx="5256212" cy="64770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marL="742950" indent="-285750">
              <a:defRPr/>
            </a:pPr>
            <a:r>
              <a:rPr lang="zh-CN" altLang="en-US" dirty="0">
                <a:solidFill>
                  <a:schemeClr val="tx1"/>
                </a:solidFill>
              </a:rPr>
              <a:t>我们关注的就是加工过程！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17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A3FE19B-BC30-4647-A0BB-843C2878CCB3}"/>
              </a:ext>
            </a:extLst>
          </p:cNvPr>
          <p:cNvSpPr>
            <a:spLocks noGrp="1" noChangeArrowheads="1"/>
          </p:cNvSpPr>
          <p:nvPr>
            <p:ph type="title"/>
          </p:nvPr>
        </p:nvSpPr>
        <p:spPr/>
        <p:txBody>
          <a:bodyPr/>
          <a:lstStyle/>
          <a:p>
            <a:pPr eaLnBrk="1" hangingPunct="1"/>
            <a:r>
              <a:rPr lang="en-US" altLang="zh-CN"/>
              <a:t>3</a:t>
            </a:r>
            <a:r>
              <a:rPr lang="zh-CN" altLang="en-US"/>
              <a:t>、数据处理</a:t>
            </a:r>
          </a:p>
        </p:txBody>
      </p:sp>
      <p:sp>
        <p:nvSpPr>
          <p:cNvPr id="22531" name="Rectangle 3">
            <a:extLst>
              <a:ext uri="{FF2B5EF4-FFF2-40B4-BE49-F238E27FC236}">
                <a16:creationId xmlns:a16="http://schemas.microsoft.com/office/drawing/2014/main" id="{D71A7DA4-9BE3-440D-98C9-6AE0C9DFC397}"/>
              </a:ext>
            </a:extLst>
          </p:cNvPr>
          <p:cNvSpPr>
            <a:spLocks noGrp="1" noChangeArrowheads="1"/>
          </p:cNvSpPr>
          <p:nvPr>
            <p:ph type="body" idx="1"/>
          </p:nvPr>
        </p:nvSpPr>
        <p:spPr>
          <a:xfrm>
            <a:off x="838200" y="1981200"/>
            <a:ext cx="7772400" cy="4114800"/>
          </a:xfrm>
        </p:spPr>
        <p:txBody>
          <a:bodyPr/>
          <a:lstStyle/>
          <a:p>
            <a:pPr algn="just" eaLnBrk="1" hangingPunct="1"/>
            <a:r>
              <a:rPr lang="zh-CN" altLang="en-US" b="1"/>
              <a:t>定义：将数据转换成信息的过程，包括数据的收集、管理、加工利用乃至信息输出演变与推导等一系列活动。</a:t>
            </a:r>
          </a:p>
          <a:p>
            <a:pPr algn="just" eaLnBrk="1" hangingPunct="1"/>
            <a:endParaRPr lang="zh-CN" altLang="en-US" b="1"/>
          </a:p>
          <a:p>
            <a:pPr algn="just" eaLnBrk="1" hangingPunct="1"/>
            <a:r>
              <a:rPr lang="zh-CN" altLang="en-US" b="1"/>
              <a:t>信息＝数据＋处理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E8AB421-5F0D-43C6-953C-8DF99AF88F1D}"/>
              </a:ext>
            </a:extLst>
          </p:cNvPr>
          <p:cNvSpPr>
            <a:spLocks noGrp="1" noChangeArrowheads="1"/>
          </p:cNvSpPr>
          <p:nvPr>
            <p:ph type="title"/>
          </p:nvPr>
        </p:nvSpPr>
        <p:spPr/>
        <p:txBody>
          <a:bodyPr/>
          <a:lstStyle/>
          <a:p>
            <a:pPr eaLnBrk="1" hangingPunct="1"/>
            <a:r>
              <a:rPr lang="en-US" altLang="zh-CN"/>
              <a:t>4</a:t>
            </a:r>
            <a:r>
              <a:rPr lang="zh-CN" altLang="en-US"/>
              <a:t>、数据管理</a:t>
            </a:r>
          </a:p>
        </p:txBody>
      </p:sp>
      <p:sp>
        <p:nvSpPr>
          <p:cNvPr id="19459" name="Rectangle 3">
            <a:extLst>
              <a:ext uri="{FF2B5EF4-FFF2-40B4-BE49-F238E27FC236}">
                <a16:creationId xmlns:a16="http://schemas.microsoft.com/office/drawing/2014/main" id="{1CA52246-509E-406E-9B79-80D354F99943}"/>
              </a:ext>
            </a:extLst>
          </p:cNvPr>
          <p:cNvSpPr>
            <a:spLocks noGrp="1" noChangeArrowheads="1"/>
          </p:cNvSpPr>
          <p:nvPr>
            <p:ph type="body" idx="1"/>
          </p:nvPr>
        </p:nvSpPr>
        <p:spPr>
          <a:xfrm>
            <a:off x="611188" y="1989138"/>
            <a:ext cx="7772400" cy="4114800"/>
          </a:xfrm>
        </p:spPr>
        <p:txBody>
          <a:bodyPr/>
          <a:lstStyle/>
          <a:p>
            <a:pPr algn="just" eaLnBrk="1" hangingPunct="1"/>
            <a:r>
              <a:rPr lang="zh-CN" altLang="en-US" b="1"/>
              <a:t>定义：数据的收集、整理、组织、编码、存储、维护、检索和传输等操作。</a:t>
            </a:r>
          </a:p>
          <a:p>
            <a:pPr algn="just" eaLnBrk="1" hangingPunct="1"/>
            <a:r>
              <a:rPr lang="zh-CN" altLang="en-US" b="1"/>
              <a:t>数据管理技术的优劣，直接影响数据处理的效率。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299C8BA6-7720-4EEB-89EC-4BD7A09EAD0A}"/>
              </a:ext>
            </a:extLst>
          </p:cNvPr>
          <p:cNvSpPr>
            <a:spLocks noGrp="1"/>
          </p:cNvSpPr>
          <p:nvPr>
            <p:ph type="title"/>
          </p:nvPr>
        </p:nvSpPr>
        <p:spPr/>
        <p:txBody>
          <a:bodyPr/>
          <a:lstStyle/>
          <a:p>
            <a:r>
              <a:rPr lang="zh-CN" altLang="en-US" dirty="0"/>
              <a:t>数据库系统概念</a:t>
            </a:r>
          </a:p>
        </p:txBody>
      </p:sp>
      <p:sp>
        <p:nvSpPr>
          <p:cNvPr id="22531" name="Rectangle 3">
            <a:extLst>
              <a:ext uri="{FF2B5EF4-FFF2-40B4-BE49-F238E27FC236}">
                <a16:creationId xmlns:a16="http://schemas.microsoft.com/office/drawing/2014/main" id="{8D44E253-FEC4-4FBD-9DC4-BB155C4F09A3}"/>
              </a:ext>
            </a:extLst>
          </p:cNvPr>
          <p:cNvSpPr>
            <a:spLocks noGrp="1" noChangeArrowheads="1"/>
          </p:cNvSpPr>
          <p:nvPr>
            <p:ph sz="half" idx="1"/>
          </p:nvPr>
        </p:nvSpPr>
        <p:spPr>
          <a:xfrm>
            <a:off x="250825" y="2133600"/>
            <a:ext cx="3810000" cy="4114800"/>
          </a:xfrm>
        </p:spPr>
        <p:txBody>
          <a:bodyPr/>
          <a:lstStyle/>
          <a:p>
            <a:pPr algn="just" eaLnBrk="1" hangingPunct="1"/>
            <a:r>
              <a:rPr lang="zh-CN" altLang="en-US" b="1" dirty="0"/>
              <a:t>数据库</a:t>
            </a:r>
            <a:r>
              <a:rPr lang="en-US" altLang="zh-CN" b="1" dirty="0">
                <a:latin typeface="Times New Roman" panose="02020603050405020304" pitchFamily="18" charset="0"/>
                <a:ea typeface="Arial Unicode MS" pitchFamily="34" charset="-122"/>
                <a:cs typeface="Times New Roman" panose="02020603050405020304" pitchFamily="18" charset="0"/>
              </a:rPr>
              <a:t>(Database,</a:t>
            </a:r>
            <a:r>
              <a:rPr lang="zh-CN" altLang="en-US" b="1" dirty="0">
                <a:latin typeface="Times New Roman" panose="02020603050405020304" pitchFamily="18" charset="0"/>
                <a:ea typeface="Arial Unicode MS" pitchFamily="34" charset="-122"/>
                <a:cs typeface="Times New Roman" panose="02020603050405020304" pitchFamily="18" charset="0"/>
              </a:rPr>
              <a:t>简称</a:t>
            </a:r>
            <a:r>
              <a:rPr lang="en-US" altLang="zh-CN" b="1" dirty="0">
                <a:latin typeface="Times New Roman" panose="02020603050405020304" pitchFamily="18" charset="0"/>
                <a:ea typeface="Arial Unicode MS" pitchFamily="34" charset="-122"/>
                <a:cs typeface="Times New Roman" panose="02020603050405020304" pitchFamily="18" charset="0"/>
              </a:rPr>
              <a:t>DB)</a:t>
            </a:r>
          </a:p>
          <a:p>
            <a:pPr lvl="1" algn="just" eaLnBrk="1" hangingPunct="1"/>
            <a:r>
              <a:rPr lang="zh-CN" altLang="en-US" b="1" dirty="0">
                <a:solidFill>
                  <a:schemeClr val="tx2"/>
                </a:solidFill>
              </a:rPr>
              <a:t>长期</a:t>
            </a:r>
            <a:r>
              <a:rPr lang="zh-CN" altLang="en-US" b="1" dirty="0"/>
              <a:t>储存在计算机内、有</a:t>
            </a:r>
            <a:r>
              <a:rPr lang="zh-CN" altLang="en-US" b="1" dirty="0">
                <a:solidFill>
                  <a:schemeClr val="tx2"/>
                </a:solidFill>
              </a:rPr>
              <a:t>组织</a:t>
            </a:r>
            <a:r>
              <a:rPr lang="zh-CN" altLang="en-US" b="1" dirty="0"/>
              <a:t>的、可</a:t>
            </a:r>
            <a:r>
              <a:rPr lang="zh-CN" altLang="en-US" b="1" dirty="0">
                <a:solidFill>
                  <a:schemeClr val="tx2"/>
                </a:solidFill>
              </a:rPr>
              <a:t>共享</a:t>
            </a:r>
            <a:r>
              <a:rPr lang="zh-CN" altLang="en-US" b="1" dirty="0"/>
              <a:t>的</a:t>
            </a:r>
            <a:r>
              <a:rPr lang="zh-CN" altLang="en-US" b="1" dirty="0">
                <a:solidFill>
                  <a:schemeClr val="tx2"/>
                </a:solidFill>
              </a:rPr>
              <a:t>大量</a:t>
            </a:r>
            <a:r>
              <a:rPr lang="zh-CN" altLang="en-US" b="1" dirty="0"/>
              <a:t>数据集合</a:t>
            </a:r>
          </a:p>
          <a:p>
            <a:pPr algn="just" eaLnBrk="1" hangingPunct="1"/>
            <a:r>
              <a:rPr lang="zh-CN" altLang="en-US" b="1" dirty="0"/>
              <a:t>用户</a:t>
            </a:r>
            <a:r>
              <a:rPr lang="zh-CN" altLang="en-US" b="1" dirty="0">
                <a:latin typeface="Times New Roman" panose="02020603050405020304" pitchFamily="18" charset="0"/>
                <a:ea typeface="Arial Unicode MS" pitchFamily="34" charset="-122"/>
              </a:rPr>
              <a:t>（</a:t>
            </a:r>
            <a:r>
              <a:rPr lang="en-US" altLang="zh-CN" b="1" dirty="0">
                <a:latin typeface="Times New Roman" panose="02020603050405020304" pitchFamily="18" charset="0"/>
                <a:ea typeface="Arial Unicode MS" pitchFamily="34" charset="-122"/>
              </a:rPr>
              <a:t>User</a:t>
            </a:r>
            <a:r>
              <a:rPr lang="zh-CN" altLang="en-US" b="1" dirty="0">
                <a:latin typeface="Times New Roman" panose="02020603050405020304" pitchFamily="18" charset="0"/>
                <a:ea typeface="Arial Unicode MS" pitchFamily="34" charset="-122"/>
              </a:rPr>
              <a:t>）</a:t>
            </a:r>
          </a:p>
          <a:p>
            <a:pPr lvl="1" algn="just" eaLnBrk="1" hangingPunct="1"/>
            <a:r>
              <a:rPr lang="zh-CN" altLang="en-US" b="1" dirty="0"/>
              <a:t>终端用户</a:t>
            </a:r>
          </a:p>
          <a:p>
            <a:pPr lvl="1" algn="just" eaLnBrk="1" hangingPunct="1"/>
            <a:r>
              <a:rPr lang="zh-CN" altLang="en-US" b="1" dirty="0"/>
              <a:t>应用程序员</a:t>
            </a:r>
          </a:p>
          <a:p>
            <a:pPr lvl="1" algn="just" eaLnBrk="1" hangingPunct="1"/>
            <a:r>
              <a:rPr lang="zh-CN" altLang="en-US" b="1" dirty="0"/>
              <a:t>数据库管理员</a:t>
            </a:r>
            <a:endParaRPr lang="en-US" altLang="zh-CN" b="1" dirty="0"/>
          </a:p>
          <a:p>
            <a:pPr lvl="1" algn="just" eaLnBrk="1" hangingPunct="1"/>
            <a:endParaRPr lang="zh-CN" altLang="en-US" sz="3200" b="1" dirty="0"/>
          </a:p>
          <a:p>
            <a:pPr eaLnBrk="1" hangingPunct="1"/>
            <a:endParaRPr lang="en-US" altLang="zh-CN" dirty="0"/>
          </a:p>
        </p:txBody>
      </p:sp>
      <p:sp>
        <p:nvSpPr>
          <p:cNvPr id="3" name="内容占位符 2">
            <a:extLst>
              <a:ext uri="{FF2B5EF4-FFF2-40B4-BE49-F238E27FC236}">
                <a16:creationId xmlns:a16="http://schemas.microsoft.com/office/drawing/2014/main" id="{9685B5A7-DB6D-4D25-9E4D-D6581E09F0A3}"/>
              </a:ext>
            </a:extLst>
          </p:cNvPr>
          <p:cNvSpPr>
            <a:spLocks noGrp="1"/>
          </p:cNvSpPr>
          <p:nvPr>
            <p:ph sz="half" idx="2"/>
          </p:nvPr>
        </p:nvSpPr>
        <p:spPr>
          <a:xfrm>
            <a:off x="4211638" y="2133600"/>
            <a:ext cx="4537075" cy="4114800"/>
          </a:xfrm>
        </p:spPr>
        <p:txBody>
          <a:bodyPr/>
          <a:lstStyle/>
          <a:p>
            <a:pPr algn="just" eaLnBrk="1" hangingPunct="1"/>
            <a:r>
              <a:rPr lang="zh-CN" altLang="en-US" b="1" dirty="0"/>
              <a:t>数据库管理系统</a:t>
            </a:r>
            <a:r>
              <a:rPr lang="zh-CN" altLang="en-US" b="1" dirty="0">
                <a:latin typeface="Times New Roman" panose="02020603050405020304" pitchFamily="18" charset="0"/>
                <a:ea typeface="Arial Unicode MS" pitchFamily="34" charset="-122"/>
                <a:cs typeface="Times New Roman" panose="02020603050405020304" pitchFamily="18" charset="0"/>
              </a:rPr>
              <a:t>（</a:t>
            </a:r>
            <a:r>
              <a:rPr lang="en-US" altLang="zh-CN" b="1" dirty="0">
                <a:latin typeface="Times New Roman" panose="02020603050405020304" pitchFamily="18" charset="0"/>
                <a:ea typeface="Arial Unicode MS" pitchFamily="34" charset="-122"/>
                <a:cs typeface="Times New Roman" panose="02020603050405020304" pitchFamily="18" charset="0"/>
              </a:rPr>
              <a:t>Data Base Management </a:t>
            </a:r>
            <a:r>
              <a:rPr lang="en-US" altLang="zh-CN" b="1" dirty="0" err="1">
                <a:latin typeface="Times New Roman" panose="02020603050405020304" pitchFamily="18" charset="0"/>
                <a:ea typeface="Arial Unicode MS" pitchFamily="34" charset="-122"/>
                <a:cs typeface="Times New Roman" panose="02020603050405020304" pitchFamily="18" charset="0"/>
              </a:rPr>
              <a:t>System,DBMS</a:t>
            </a:r>
            <a:r>
              <a:rPr lang="zh-CN" altLang="en-US" b="1" dirty="0">
                <a:latin typeface="Times New Roman" panose="02020603050405020304" pitchFamily="18" charset="0"/>
                <a:ea typeface="Arial Unicode MS" pitchFamily="34" charset="-122"/>
                <a:cs typeface="Times New Roman" panose="02020603050405020304" pitchFamily="18" charset="0"/>
              </a:rPr>
              <a:t>）</a:t>
            </a:r>
            <a:endParaRPr lang="en-US" altLang="zh-CN" b="1" dirty="0">
              <a:latin typeface="Times New Roman" panose="02020603050405020304" pitchFamily="18" charset="0"/>
              <a:ea typeface="Arial Unicode MS" pitchFamily="34" charset="-122"/>
              <a:cs typeface="Times New Roman" panose="02020603050405020304" pitchFamily="18" charset="0"/>
            </a:endParaRPr>
          </a:p>
          <a:p>
            <a:pPr lvl="1" algn="just" eaLnBrk="1" hangingPunct="1"/>
            <a:r>
              <a:rPr lang="zh-CN" altLang="en-US" b="1" dirty="0"/>
              <a:t>对数据进行管理的大型系统软件，它是数据库系统的核心组成部分，用户在数据库系统中的一切操作，包括数据的定义、查询、更新及各种控制，都是通过</a:t>
            </a:r>
            <a:r>
              <a:rPr lang="en-US" altLang="zh-CN" b="1" dirty="0"/>
              <a:t>DBMS</a:t>
            </a:r>
            <a:r>
              <a:rPr lang="zh-CN" altLang="en-US" b="1" dirty="0"/>
              <a:t>进行的。</a:t>
            </a:r>
          </a:p>
          <a:p>
            <a:endParaRPr lang="zh-CN" altLang="en-US" dirty="0"/>
          </a:p>
        </p:txBody>
      </p:sp>
    </p:spTree>
    <p:extLst>
      <p:ext uri="{BB962C8B-B14F-4D97-AF65-F5344CB8AC3E}">
        <p14:creationId xmlns:p14="http://schemas.microsoft.com/office/powerpoint/2010/main" val="32434073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53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7273D684-28C5-4CDF-BCF0-2ECBD2B51FDA}"/>
              </a:ext>
            </a:extLst>
          </p:cNvPr>
          <p:cNvSpPr>
            <a:spLocks noGrp="1" noChangeArrowheads="1"/>
          </p:cNvSpPr>
          <p:nvPr>
            <p:ph type="title"/>
          </p:nvPr>
        </p:nvSpPr>
        <p:spPr/>
        <p:txBody>
          <a:bodyPr/>
          <a:lstStyle/>
          <a:p>
            <a:r>
              <a:rPr lang="zh-CN" altLang="en-US"/>
              <a:t>数据库管理系统</a:t>
            </a:r>
            <a:r>
              <a:rPr lang="en-US" altLang="zh-CN"/>
              <a:t>(</a:t>
            </a:r>
            <a:r>
              <a:rPr lang="zh-CN" altLang="en-US"/>
              <a:t>续</a:t>
            </a:r>
            <a:r>
              <a:rPr lang="en-US" altLang="zh-CN"/>
              <a:t>)</a:t>
            </a:r>
            <a:endParaRPr lang="zh-CN" altLang="en-US"/>
          </a:p>
        </p:txBody>
      </p:sp>
      <p:pic>
        <p:nvPicPr>
          <p:cNvPr id="89090" name="Picture 2">
            <a:extLst>
              <a:ext uri="{FF2B5EF4-FFF2-40B4-BE49-F238E27FC236}">
                <a16:creationId xmlns:a16="http://schemas.microsoft.com/office/drawing/2014/main" id="{4ABF50B1-9F97-45EA-80CB-F89F625F8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4000500"/>
            <a:ext cx="3690937"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extBox 4">
            <a:extLst>
              <a:ext uri="{FF2B5EF4-FFF2-40B4-BE49-F238E27FC236}">
                <a16:creationId xmlns:a16="http://schemas.microsoft.com/office/drawing/2014/main" id="{64F04E53-1B5E-44FE-9AE9-AA785AD836B4}"/>
              </a:ext>
            </a:extLst>
          </p:cNvPr>
          <p:cNvSpPr txBox="1">
            <a:spLocks noChangeArrowheads="1"/>
          </p:cNvSpPr>
          <p:nvPr/>
        </p:nvSpPr>
        <p:spPr bwMode="auto">
          <a:xfrm>
            <a:off x="1143000" y="2071688"/>
            <a:ext cx="7000875"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Times New Roman" panose="02020603050405020304" pitchFamily="18" charset="0"/>
              </a:rPr>
              <a:t>数据库</a:t>
            </a:r>
            <a:r>
              <a:rPr lang="en-US" altLang="zh-CN" sz="2400">
                <a:latin typeface="Times New Roman" panose="02020603050405020304" pitchFamily="18" charset="0"/>
              </a:rPr>
              <a:t>( Database, </a:t>
            </a:r>
            <a:r>
              <a:rPr lang="zh-CN" altLang="en-US" sz="2400">
                <a:latin typeface="Times New Roman" panose="02020603050405020304" pitchFamily="18" charset="0"/>
              </a:rPr>
              <a:t>简称</a:t>
            </a:r>
            <a:r>
              <a:rPr lang="en-US" altLang="zh-CN" sz="2400">
                <a:latin typeface="Times New Roman" panose="02020603050405020304" pitchFamily="18" charset="0"/>
              </a:rPr>
              <a:t>DB)  :  </a:t>
            </a:r>
            <a:r>
              <a:rPr lang="zh-CN" altLang="en-US" sz="2400">
                <a:latin typeface="Times New Roman" panose="02020603050405020304" pitchFamily="18" charset="0"/>
              </a:rPr>
              <a:t>结构化的数据的集合</a:t>
            </a:r>
          </a:p>
        </p:txBody>
      </p:sp>
      <p:sp>
        <p:nvSpPr>
          <p:cNvPr id="6" name="TextBox 5">
            <a:extLst>
              <a:ext uri="{FF2B5EF4-FFF2-40B4-BE49-F238E27FC236}">
                <a16:creationId xmlns:a16="http://schemas.microsoft.com/office/drawing/2014/main" id="{1C6DDCF3-A9C0-42A2-96E5-3D0F0023EAA0}"/>
              </a:ext>
            </a:extLst>
          </p:cNvPr>
          <p:cNvSpPr txBox="1">
            <a:spLocks noChangeArrowheads="1"/>
          </p:cNvSpPr>
          <p:nvPr/>
        </p:nvSpPr>
        <p:spPr bwMode="auto">
          <a:xfrm>
            <a:off x="1143000" y="3286125"/>
            <a:ext cx="3786188" cy="63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Times New Roman" panose="02020603050405020304" pitchFamily="18" charset="0"/>
              </a:rPr>
              <a:t>数据库管理系统</a:t>
            </a:r>
            <a:r>
              <a:rPr lang="en-US" altLang="zh-CN" sz="2400">
                <a:latin typeface="Times New Roman" panose="02020603050405020304" pitchFamily="18" charset="0"/>
              </a:rPr>
              <a:t>( DBMS ) </a:t>
            </a:r>
            <a:endParaRPr lang="zh-CN"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9090"/>
                                        </p:tgtEl>
                                        <p:attrNameLst>
                                          <p:attrName>style.visibility</p:attrName>
                                        </p:attrNameLst>
                                      </p:cBhvr>
                                      <p:to>
                                        <p:strVal val="visible"/>
                                      </p:to>
                                    </p:set>
                                    <p:animEffect transition="in" filter="fade">
                                      <p:cBhvr>
                                        <p:cTn id="12" dur="2000"/>
                                        <p:tgtEl>
                                          <p:spTgt spid="89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E95D739-E022-4742-826D-4A7FEC733648}"/>
              </a:ext>
            </a:extLst>
          </p:cNvPr>
          <p:cNvSpPr>
            <a:spLocks noGrp="1" noChangeArrowheads="1"/>
          </p:cNvSpPr>
          <p:nvPr>
            <p:ph type="title"/>
          </p:nvPr>
        </p:nvSpPr>
        <p:spPr/>
        <p:txBody>
          <a:bodyPr/>
          <a:lstStyle/>
          <a:p>
            <a:pPr eaLnBrk="1" hangingPunct="1"/>
            <a:r>
              <a:rPr lang="zh-CN" altLang="en-US" dirty="0"/>
              <a:t>数据库管理系统（</a:t>
            </a:r>
            <a:r>
              <a:rPr lang="en-US" altLang="zh-CN" dirty="0"/>
              <a:t>DBMS</a:t>
            </a:r>
            <a:r>
              <a:rPr lang="zh-CN" altLang="en-US" dirty="0"/>
              <a:t>）</a:t>
            </a:r>
          </a:p>
        </p:txBody>
      </p:sp>
      <p:sp>
        <p:nvSpPr>
          <p:cNvPr id="55299" name="Rectangle 3">
            <a:extLst>
              <a:ext uri="{FF2B5EF4-FFF2-40B4-BE49-F238E27FC236}">
                <a16:creationId xmlns:a16="http://schemas.microsoft.com/office/drawing/2014/main" id="{A3CE2763-701A-4137-9B30-9762C5647FD4}"/>
              </a:ext>
            </a:extLst>
          </p:cNvPr>
          <p:cNvSpPr>
            <a:spLocks noGrp="1" noChangeArrowheads="1"/>
          </p:cNvSpPr>
          <p:nvPr>
            <p:ph type="body" idx="1"/>
          </p:nvPr>
        </p:nvSpPr>
        <p:spPr/>
        <p:txBody>
          <a:bodyPr/>
          <a:lstStyle/>
          <a:p>
            <a:pPr eaLnBrk="1" hangingPunct="1">
              <a:defRPr/>
            </a:pPr>
            <a:r>
              <a:rPr lang="en-US" altLang="zh-CN" b="1" dirty="0">
                <a:latin typeface="+mn-ea"/>
              </a:rPr>
              <a:t>DBMS(Data Base Management System</a:t>
            </a:r>
            <a:r>
              <a:rPr lang="zh-CN" altLang="en-US" b="1" dirty="0">
                <a:latin typeface="+mn-ea"/>
              </a:rPr>
              <a:t>的缩写</a:t>
            </a:r>
            <a:r>
              <a:rPr lang="en-US" altLang="zh-CN" b="1" dirty="0">
                <a:latin typeface="+mn-ea"/>
              </a:rPr>
              <a:t>)</a:t>
            </a:r>
            <a:r>
              <a:rPr lang="zh-CN" altLang="en-US" b="1" dirty="0">
                <a:latin typeface="+mn-ea"/>
              </a:rPr>
              <a:t>，是对数据进行管理的大型系统软件，它是数据库系统的核心组成部分，用户在数据库系统中的一切操作，包括数据的定义、查询、更新及各种控制，都是通过</a:t>
            </a:r>
            <a:r>
              <a:rPr lang="en-US" altLang="zh-CN" b="1" dirty="0">
                <a:latin typeface="+mn-ea"/>
              </a:rPr>
              <a:t>DBMS</a:t>
            </a:r>
            <a:r>
              <a:rPr lang="zh-CN" altLang="en-US" b="1" dirty="0">
                <a:latin typeface="+mn-ea"/>
              </a:rPr>
              <a:t>进行的。</a:t>
            </a:r>
          </a:p>
        </p:txBody>
      </p:sp>
    </p:spTree>
    <p:extLst>
      <p:ext uri="{BB962C8B-B14F-4D97-AF65-F5344CB8AC3E}">
        <p14:creationId xmlns:p14="http://schemas.microsoft.com/office/powerpoint/2010/main" val="23277185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050">
            <a:extLst>
              <a:ext uri="{FF2B5EF4-FFF2-40B4-BE49-F238E27FC236}">
                <a16:creationId xmlns:a16="http://schemas.microsoft.com/office/drawing/2014/main" id="{D40246DB-9FA4-46BB-B9CD-D7A53F283518}"/>
              </a:ext>
            </a:extLst>
          </p:cNvPr>
          <p:cNvSpPr>
            <a:spLocks noGrp="1" noChangeArrowheads="1"/>
          </p:cNvSpPr>
          <p:nvPr>
            <p:ph type="title"/>
          </p:nvPr>
        </p:nvSpPr>
        <p:spPr/>
        <p:txBody>
          <a:bodyPr/>
          <a:lstStyle/>
          <a:p>
            <a:pPr eaLnBrk="1" hangingPunct="1"/>
            <a:r>
              <a:rPr lang="en-US" altLang="zh-CN"/>
              <a:t>DBMS</a:t>
            </a:r>
            <a:r>
              <a:rPr lang="zh-CN" altLang="en-US"/>
              <a:t>对数据的控制功能</a:t>
            </a:r>
          </a:p>
        </p:txBody>
      </p:sp>
      <p:sp>
        <p:nvSpPr>
          <p:cNvPr id="329731" name="Rectangle 2051">
            <a:extLst>
              <a:ext uri="{FF2B5EF4-FFF2-40B4-BE49-F238E27FC236}">
                <a16:creationId xmlns:a16="http://schemas.microsoft.com/office/drawing/2014/main" id="{F1288B38-8F2E-498D-B756-829F5555A0D0}"/>
              </a:ext>
            </a:extLst>
          </p:cNvPr>
          <p:cNvSpPr>
            <a:spLocks noGrp="1" noChangeArrowheads="1"/>
          </p:cNvSpPr>
          <p:nvPr>
            <p:ph type="body" idx="1"/>
          </p:nvPr>
        </p:nvSpPr>
        <p:spPr>
          <a:xfrm>
            <a:off x="755650" y="2060575"/>
            <a:ext cx="7772400" cy="4114800"/>
          </a:xfrm>
        </p:spPr>
        <p:txBody>
          <a:bodyPr/>
          <a:lstStyle/>
          <a:p>
            <a:pPr algn="just" eaLnBrk="1" hangingPunct="1"/>
            <a:r>
              <a:rPr lang="zh-CN" altLang="en-US" b="1"/>
              <a:t>数据的安全性（</a:t>
            </a:r>
            <a:r>
              <a:rPr lang="en-US" altLang="zh-CN" b="1"/>
              <a:t>Security</a:t>
            </a:r>
            <a:r>
              <a:rPr lang="zh-CN" altLang="en-US" b="1"/>
              <a:t>）保护</a:t>
            </a:r>
          </a:p>
          <a:p>
            <a:pPr lvl="1" algn="just" eaLnBrk="1" hangingPunct="1"/>
            <a:r>
              <a:rPr lang="zh-CN" altLang="en-US" b="1"/>
              <a:t>使每个用户只能按指定方式使用和处理指定数据，保护数据以防止不合法的使用造成的数据的泄密和破坏。</a:t>
            </a:r>
          </a:p>
          <a:p>
            <a:pPr lvl="1" algn="just" eaLnBrk="1" hangingPunct="1"/>
            <a:endParaRPr lang="zh-CN" altLang="en-US" b="1"/>
          </a:p>
          <a:p>
            <a:pPr algn="just" eaLnBrk="1" hangingPunct="1"/>
            <a:r>
              <a:rPr lang="zh-CN" altLang="en-US" b="1"/>
              <a:t>数据的完整性（</a:t>
            </a:r>
            <a:r>
              <a:rPr lang="en-US" altLang="zh-CN" b="1"/>
              <a:t>Integrity</a:t>
            </a:r>
            <a:r>
              <a:rPr lang="zh-CN" altLang="en-US" b="1"/>
              <a:t>）检查</a:t>
            </a:r>
          </a:p>
          <a:p>
            <a:pPr lvl="1" algn="just" eaLnBrk="1" hangingPunct="1"/>
            <a:r>
              <a:rPr lang="zh-CN" altLang="en-US" b="1"/>
              <a:t>将数据控制在有效的范围内，或保证数据之间满足一定的关系。</a:t>
            </a:r>
          </a:p>
        </p:txBody>
      </p:sp>
    </p:spTree>
    <p:extLst>
      <p:ext uri="{BB962C8B-B14F-4D97-AF65-F5344CB8AC3E}">
        <p14:creationId xmlns:p14="http://schemas.microsoft.com/office/powerpoint/2010/main" val="3812899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9731">
                                            <p:txEl>
                                              <p:pRg st="0" end="0"/>
                                            </p:txEl>
                                          </p:spTgt>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329731">
                                            <p:txEl>
                                              <p:pRg st="1" end="1"/>
                                            </p:txEl>
                                          </p:spTgt>
                                        </p:tgtEl>
                                        <p:attrNameLst>
                                          <p:attrName>style.visibility</p:attrName>
                                        </p:attrNameLst>
                                      </p:cBhvr>
                                      <p:to>
                                        <p:strVal val="visible"/>
                                      </p:to>
                                    </p:set>
                                    <p:animEffect transition="in" filter="blinds(horizontal)">
                                      <p:cBhvr>
                                        <p:cTn id="9" dur="500"/>
                                        <p:tgtEl>
                                          <p:spTgt spid="32973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329731">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297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B3D93D14-9155-4B93-B3E3-9234E4E1E4DC}"/>
              </a:ext>
            </a:extLst>
          </p:cNvPr>
          <p:cNvSpPr>
            <a:spLocks noGrp="1" noChangeArrowheads="1"/>
          </p:cNvSpPr>
          <p:nvPr>
            <p:ph type="title"/>
          </p:nvPr>
        </p:nvSpPr>
        <p:spPr/>
        <p:txBody>
          <a:bodyPr/>
          <a:lstStyle/>
          <a:p>
            <a:pPr eaLnBrk="1" hangingPunct="1"/>
            <a:r>
              <a:rPr lang="en-US" altLang="zh-CN" dirty="0"/>
              <a:t>DBMS</a:t>
            </a:r>
            <a:r>
              <a:rPr lang="zh-CN" altLang="en-US" dirty="0"/>
              <a:t>对数据的控制功能</a:t>
            </a:r>
          </a:p>
        </p:txBody>
      </p:sp>
      <p:sp>
        <p:nvSpPr>
          <p:cNvPr id="330755" name="Rectangle 3">
            <a:extLst>
              <a:ext uri="{FF2B5EF4-FFF2-40B4-BE49-F238E27FC236}">
                <a16:creationId xmlns:a16="http://schemas.microsoft.com/office/drawing/2014/main" id="{FB58A959-A8B1-454B-B326-BC200D8919C7}"/>
              </a:ext>
            </a:extLst>
          </p:cNvPr>
          <p:cNvSpPr>
            <a:spLocks noGrp="1" noChangeArrowheads="1"/>
          </p:cNvSpPr>
          <p:nvPr>
            <p:ph type="body" idx="1"/>
          </p:nvPr>
        </p:nvSpPr>
        <p:spPr/>
        <p:txBody>
          <a:bodyPr/>
          <a:lstStyle/>
          <a:p>
            <a:pPr algn="just" eaLnBrk="1" hangingPunct="1"/>
            <a:r>
              <a:rPr lang="zh-CN" altLang="en-US" b="1"/>
              <a:t>并发（</a:t>
            </a:r>
            <a:r>
              <a:rPr lang="en-US" altLang="zh-CN" b="1"/>
              <a:t>Concurrency</a:t>
            </a:r>
            <a:r>
              <a:rPr lang="zh-CN" altLang="en-US" b="1"/>
              <a:t>）控制</a:t>
            </a:r>
          </a:p>
          <a:p>
            <a:pPr lvl="1" algn="just" eaLnBrk="1" hangingPunct="1"/>
            <a:r>
              <a:rPr lang="zh-CN" altLang="en-US" b="1"/>
              <a:t>对多用户的并发操作加以控制和协调，防止相互干扰而得到错误的结果。</a:t>
            </a:r>
          </a:p>
          <a:p>
            <a:pPr lvl="1" algn="just" eaLnBrk="1" hangingPunct="1"/>
            <a:endParaRPr lang="zh-CN" altLang="en-US" b="1"/>
          </a:p>
          <a:p>
            <a:pPr algn="just" eaLnBrk="1" hangingPunct="1"/>
            <a:r>
              <a:rPr lang="zh-CN" altLang="en-US" b="1"/>
              <a:t>数据库恢复（</a:t>
            </a:r>
            <a:r>
              <a:rPr lang="en-US" altLang="zh-CN" b="1"/>
              <a:t>Recovery</a:t>
            </a:r>
            <a:r>
              <a:rPr lang="zh-CN" altLang="en-US" b="1"/>
              <a:t>）</a:t>
            </a:r>
          </a:p>
          <a:p>
            <a:pPr lvl="1" algn="just" eaLnBrk="1" hangingPunct="1"/>
            <a:r>
              <a:rPr lang="zh-CN" altLang="en-US" b="1"/>
              <a:t>将数据库从错误状态恢复到某一已知的正确状态。</a:t>
            </a:r>
          </a:p>
        </p:txBody>
      </p:sp>
    </p:spTree>
    <p:extLst>
      <p:ext uri="{BB962C8B-B14F-4D97-AF65-F5344CB8AC3E}">
        <p14:creationId xmlns:p14="http://schemas.microsoft.com/office/powerpoint/2010/main" val="1233279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075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075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3075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0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3E5060-C951-F2A4-AFEE-2035D15FE296}"/>
              </a:ext>
            </a:extLst>
          </p:cNvPr>
          <p:cNvSpPr>
            <a:spLocks noGrp="1"/>
          </p:cNvSpPr>
          <p:nvPr>
            <p:ph type="title"/>
          </p:nvPr>
        </p:nvSpPr>
        <p:spPr/>
        <p:txBody>
          <a:bodyPr/>
          <a:lstStyle/>
          <a:p>
            <a:r>
              <a:rPr lang="zh-CN" altLang="en-US" dirty="0"/>
              <a:t>典型的数据库管理系统</a:t>
            </a:r>
          </a:p>
        </p:txBody>
      </p:sp>
      <p:sp>
        <p:nvSpPr>
          <p:cNvPr id="3" name="内容占位符 2">
            <a:extLst>
              <a:ext uri="{FF2B5EF4-FFF2-40B4-BE49-F238E27FC236}">
                <a16:creationId xmlns:a16="http://schemas.microsoft.com/office/drawing/2014/main" id="{5A9E4E8F-2E22-E109-54EB-7AF7F4759CEB}"/>
              </a:ext>
            </a:extLst>
          </p:cNvPr>
          <p:cNvSpPr>
            <a:spLocks noGrp="1"/>
          </p:cNvSpPr>
          <p:nvPr>
            <p:ph sz="half" idx="1"/>
          </p:nvPr>
        </p:nvSpPr>
        <p:spPr/>
        <p:txBody>
          <a:bodyPr/>
          <a:lstStyle/>
          <a:p>
            <a:endParaRPr lang="zh-CN" altLang="en-US"/>
          </a:p>
        </p:txBody>
      </p:sp>
      <p:sp>
        <p:nvSpPr>
          <p:cNvPr id="4" name="内容占位符 3">
            <a:extLst>
              <a:ext uri="{FF2B5EF4-FFF2-40B4-BE49-F238E27FC236}">
                <a16:creationId xmlns:a16="http://schemas.microsoft.com/office/drawing/2014/main" id="{76FB06EF-6966-8579-19BF-5614E6320586}"/>
              </a:ext>
            </a:extLst>
          </p:cNvPr>
          <p:cNvSpPr>
            <a:spLocks noGrp="1"/>
          </p:cNvSpPr>
          <p:nvPr>
            <p:ph sz="half" idx="2"/>
          </p:nvPr>
        </p:nvSpPr>
        <p:spPr/>
        <p:txBody>
          <a:bodyPr/>
          <a:lstStyle/>
          <a:p>
            <a:endParaRPr lang="zh-CN" altLang="en-US"/>
          </a:p>
        </p:txBody>
      </p:sp>
      <p:pic>
        <p:nvPicPr>
          <p:cNvPr id="6" name="图片 5">
            <a:extLst>
              <a:ext uri="{FF2B5EF4-FFF2-40B4-BE49-F238E27FC236}">
                <a16:creationId xmlns:a16="http://schemas.microsoft.com/office/drawing/2014/main" id="{3CEF0E34-C836-430A-268C-588DCB9FEF1F}"/>
              </a:ext>
            </a:extLst>
          </p:cNvPr>
          <p:cNvPicPr>
            <a:picLocks noChangeAspect="1"/>
          </p:cNvPicPr>
          <p:nvPr/>
        </p:nvPicPr>
        <p:blipFill>
          <a:blip r:embed="rId3"/>
          <a:stretch>
            <a:fillRect/>
          </a:stretch>
        </p:blipFill>
        <p:spPr>
          <a:xfrm>
            <a:off x="32792" y="2017713"/>
            <a:ext cx="9144000" cy="4318470"/>
          </a:xfrm>
          <a:prstGeom prst="rect">
            <a:avLst/>
          </a:prstGeom>
        </p:spPr>
      </p:pic>
    </p:spTree>
    <p:extLst>
      <p:ext uri="{BB962C8B-B14F-4D97-AF65-F5344CB8AC3E}">
        <p14:creationId xmlns:p14="http://schemas.microsoft.com/office/powerpoint/2010/main" val="1190007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A59F185-3ADE-452F-836F-615073676039}"/>
              </a:ext>
            </a:extLst>
          </p:cNvPr>
          <p:cNvSpPr txBox="1"/>
          <p:nvPr/>
        </p:nvSpPr>
        <p:spPr>
          <a:xfrm>
            <a:off x="1240131" y="404664"/>
            <a:ext cx="7884368" cy="1289840"/>
          </a:xfrm>
          <a:prstGeom prst="rect">
            <a:avLst/>
          </a:prstGeom>
          <a:noFill/>
        </p:spPr>
        <p:txBody>
          <a:bodyPr wrap="square">
            <a:spAutoFit/>
          </a:bodyPr>
          <a:lstStyle/>
          <a:p>
            <a:pPr algn="l"/>
            <a:r>
              <a:rPr lang="en-US" altLang="zh-CN" b="1" i="0" dirty="0">
                <a:solidFill>
                  <a:srgbClr val="333333"/>
                </a:solidFill>
                <a:effectLst/>
                <a:latin typeface="-apple-system"/>
              </a:rPr>
              <a:t>2024</a:t>
            </a:r>
            <a:r>
              <a:rPr lang="zh-CN" altLang="en-US" b="1" i="0" dirty="0">
                <a:solidFill>
                  <a:srgbClr val="333333"/>
                </a:solidFill>
                <a:effectLst/>
                <a:latin typeface="-apple-system"/>
              </a:rPr>
              <a:t>年数据库产品排行榜</a:t>
            </a:r>
            <a:endParaRPr lang="en-US" altLang="zh-CN" b="1" i="0" dirty="0">
              <a:solidFill>
                <a:srgbClr val="333333"/>
              </a:solidFill>
              <a:effectLst/>
              <a:latin typeface="-apple-system"/>
            </a:endParaRPr>
          </a:p>
          <a:p>
            <a:pPr algn="l"/>
            <a:r>
              <a:rPr lang="en-US" altLang="zh-CN" sz="1800" dirty="0">
                <a:solidFill>
                  <a:srgbClr val="333333"/>
                </a:solidFill>
                <a:latin typeface="-apple-system"/>
              </a:rPr>
              <a:t>--</a:t>
            </a:r>
            <a:r>
              <a:rPr lang="zh-CN" altLang="en-US" sz="1800" dirty="0">
                <a:solidFill>
                  <a:srgbClr val="333333"/>
                </a:solidFill>
                <a:latin typeface="-apple-system"/>
              </a:rPr>
              <a:t> </a:t>
            </a:r>
            <a:r>
              <a:rPr lang="zh-CN" altLang="en-US" sz="1800" b="1" i="0" dirty="0">
                <a:solidFill>
                  <a:srgbClr val="333333"/>
                </a:solidFill>
                <a:effectLst/>
                <a:latin typeface="-apple-system"/>
              </a:rPr>
              <a:t>根据</a:t>
            </a:r>
            <a:r>
              <a:rPr lang="zh-CN" altLang="en-US" sz="1800" b="0" i="0" dirty="0">
                <a:solidFill>
                  <a:srgbClr val="666666"/>
                </a:solidFill>
                <a:effectLst/>
                <a:latin typeface="Microsoft YaHei" panose="020B0503020204020204" pitchFamily="34" charset="-122"/>
                <a:ea typeface="Microsoft YaHei" panose="020B0503020204020204" pitchFamily="34" charset="-122"/>
              </a:rPr>
              <a:t> </a:t>
            </a:r>
            <a:r>
              <a:rPr lang="en-US" altLang="zh-CN" sz="1800" dirty="0">
                <a:solidFill>
                  <a:srgbClr val="333333"/>
                </a:solidFill>
                <a:latin typeface="-apple-system"/>
              </a:rPr>
              <a:t>Google </a:t>
            </a:r>
            <a:r>
              <a:rPr lang="zh-CN" altLang="en-US" sz="1800" dirty="0">
                <a:solidFill>
                  <a:srgbClr val="333333"/>
                </a:solidFill>
                <a:latin typeface="-apple-system"/>
              </a:rPr>
              <a:t>上搜索数据库名称频率</a:t>
            </a:r>
            <a:r>
              <a:rPr lang="zh-CN" altLang="en-US" sz="1800">
                <a:solidFill>
                  <a:srgbClr val="333333"/>
                </a:solidFill>
                <a:latin typeface="-apple-system"/>
              </a:rPr>
              <a:t>进行计算</a:t>
            </a:r>
            <a:endParaRPr lang="zh-CN" altLang="en-US" sz="1800" dirty="0">
              <a:solidFill>
                <a:srgbClr val="333333"/>
              </a:solidFill>
              <a:latin typeface="-apple-system"/>
            </a:endParaRPr>
          </a:p>
        </p:txBody>
      </p:sp>
      <p:pic>
        <p:nvPicPr>
          <p:cNvPr id="2" name="图片 1"/>
          <p:cNvPicPr>
            <a:picLocks noChangeAspect="1"/>
          </p:cNvPicPr>
          <p:nvPr/>
        </p:nvPicPr>
        <p:blipFill>
          <a:blip r:embed="rId3"/>
          <a:stretch>
            <a:fillRect/>
          </a:stretch>
        </p:blipFill>
        <p:spPr>
          <a:xfrm>
            <a:off x="0" y="2120217"/>
            <a:ext cx="9144000" cy="4722959"/>
          </a:xfrm>
          <a:prstGeom prst="rect">
            <a:avLst/>
          </a:prstGeom>
        </p:spPr>
      </p:pic>
    </p:spTree>
    <p:extLst>
      <p:ext uri="{BB962C8B-B14F-4D97-AF65-F5344CB8AC3E}">
        <p14:creationId xmlns:p14="http://schemas.microsoft.com/office/powerpoint/2010/main" val="3553567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084039-15E8-598C-1750-82D7BC6B08E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34059D-D883-2983-C71F-6948F7FBE7AA}"/>
              </a:ext>
            </a:extLst>
          </p:cNvPr>
          <p:cNvSpPr>
            <a:spLocks noGrp="1"/>
          </p:cNvSpPr>
          <p:nvPr>
            <p:ph sz="half" idx="1"/>
          </p:nvPr>
        </p:nvSpPr>
        <p:spPr/>
        <p:txBody>
          <a:bodyPr/>
          <a:lstStyle/>
          <a:p>
            <a:endParaRPr lang="zh-CN" altLang="en-US"/>
          </a:p>
        </p:txBody>
      </p:sp>
      <p:sp>
        <p:nvSpPr>
          <p:cNvPr id="4" name="内容占位符 3">
            <a:extLst>
              <a:ext uri="{FF2B5EF4-FFF2-40B4-BE49-F238E27FC236}">
                <a16:creationId xmlns:a16="http://schemas.microsoft.com/office/drawing/2014/main" id="{D17C52CC-B5AD-4324-222F-5169F20AC6BA}"/>
              </a:ext>
            </a:extLst>
          </p:cNvPr>
          <p:cNvSpPr>
            <a:spLocks noGrp="1"/>
          </p:cNvSpPr>
          <p:nvPr>
            <p:ph sz="half" idx="2"/>
          </p:nvPr>
        </p:nvSpPr>
        <p:spPr/>
        <p:txBody>
          <a:bodyPr/>
          <a:lstStyle/>
          <a:p>
            <a:endParaRPr lang="zh-CN" altLang="en-US"/>
          </a:p>
        </p:txBody>
      </p:sp>
      <p:pic>
        <p:nvPicPr>
          <p:cNvPr id="5" name="图片 4">
            <a:extLst>
              <a:ext uri="{FF2B5EF4-FFF2-40B4-BE49-F238E27FC236}">
                <a16:creationId xmlns:a16="http://schemas.microsoft.com/office/drawing/2014/main" id="{62C0C633-AF62-3CD9-005E-0CB41ED8514C}"/>
              </a:ext>
            </a:extLst>
          </p:cNvPr>
          <p:cNvPicPr>
            <a:picLocks noChangeAspect="1"/>
          </p:cNvPicPr>
          <p:nvPr/>
        </p:nvPicPr>
        <p:blipFill>
          <a:blip r:embed="rId3"/>
          <a:stretch>
            <a:fillRect/>
          </a:stretch>
        </p:blipFill>
        <p:spPr>
          <a:xfrm>
            <a:off x="474805" y="0"/>
            <a:ext cx="8194390" cy="6858000"/>
          </a:xfrm>
          <a:prstGeom prst="rect">
            <a:avLst/>
          </a:prstGeom>
        </p:spPr>
      </p:pic>
    </p:spTree>
    <p:extLst>
      <p:ext uri="{BB962C8B-B14F-4D97-AF65-F5344CB8AC3E}">
        <p14:creationId xmlns:p14="http://schemas.microsoft.com/office/powerpoint/2010/main" val="1392919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84CF112-8A26-4E6C-B917-4C62E42188CE}"/>
              </a:ext>
            </a:extLst>
          </p:cNvPr>
          <p:cNvSpPr>
            <a:spLocks noGrp="1" noChangeArrowheads="1"/>
          </p:cNvSpPr>
          <p:nvPr>
            <p:ph type="title"/>
          </p:nvPr>
        </p:nvSpPr>
        <p:spPr/>
        <p:txBody>
          <a:bodyPr/>
          <a:lstStyle/>
          <a:p>
            <a:pPr eaLnBrk="1" hangingPunct="1"/>
            <a:endParaRPr lang="zh-CN" altLang="zh-CN"/>
          </a:p>
        </p:txBody>
      </p:sp>
      <p:sp>
        <p:nvSpPr>
          <p:cNvPr id="374788" name="Rectangle 4">
            <a:extLst>
              <a:ext uri="{FF2B5EF4-FFF2-40B4-BE49-F238E27FC236}">
                <a16:creationId xmlns:a16="http://schemas.microsoft.com/office/drawing/2014/main" id="{AEF965B3-A322-488E-A780-9973CFD565E9}"/>
              </a:ext>
            </a:extLst>
          </p:cNvPr>
          <p:cNvSpPr>
            <a:spLocks noChangeArrowheads="1"/>
          </p:cNvSpPr>
          <p:nvPr/>
        </p:nvSpPr>
        <p:spPr bwMode="auto">
          <a:xfrm>
            <a:off x="250825" y="1952625"/>
            <a:ext cx="86423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just" eaLnBrk="1" hangingPunct="1">
              <a:lnSpc>
                <a:spcPct val="90000"/>
              </a:lnSpc>
              <a:buClr>
                <a:schemeClr val="folHlink"/>
              </a:buClr>
              <a:buSzPct val="60000"/>
              <a:buFont typeface="Wingdings" panose="05000000000000000000" pitchFamily="2" charset="2"/>
              <a:buChar char="n"/>
            </a:pPr>
            <a:r>
              <a:rPr lang="zh-CN" altLang="en-US" dirty="0"/>
              <a:t>数据库系统定义</a:t>
            </a:r>
          </a:p>
          <a:p>
            <a:pPr lvl="1" algn="just" eaLnBrk="1" hangingPunct="1">
              <a:lnSpc>
                <a:spcPct val="120000"/>
              </a:lnSpc>
              <a:buFont typeface="Wingdings" panose="05000000000000000000" pitchFamily="2" charset="2"/>
              <a:buChar char="n"/>
            </a:pPr>
            <a:r>
              <a:rPr lang="zh-CN" altLang="en-US" sz="2400" dirty="0"/>
              <a:t>数据库系统（</a:t>
            </a:r>
            <a:r>
              <a:rPr lang="en-US" altLang="zh-CN" sz="2400" dirty="0"/>
              <a:t>Database System</a:t>
            </a:r>
            <a:r>
              <a:rPr lang="zh-CN" altLang="en-US" sz="2400" dirty="0"/>
              <a:t>，简称</a:t>
            </a:r>
            <a:r>
              <a:rPr lang="en-US" altLang="zh-CN" sz="2400" dirty="0"/>
              <a:t>DBS</a:t>
            </a:r>
            <a:r>
              <a:rPr lang="zh-CN" altLang="en-US" sz="2400" dirty="0"/>
              <a:t>）是指在计算机系统中引入数据库后的系统构成。</a:t>
            </a:r>
          </a:p>
          <a:p>
            <a:pPr lvl="1" algn="just" eaLnBrk="1" hangingPunct="1">
              <a:lnSpc>
                <a:spcPct val="120000"/>
              </a:lnSpc>
              <a:buFont typeface="Wingdings" panose="05000000000000000000" pitchFamily="2" charset="2"/>
              <a:buChar char="n"/>
            </a:pPr>
            <a:r>
              <a:rPr lang="zh-CN" altLang="en-US" sz="2400" dirty="0"/>
              <a:t>在</a:t>
            </a:r>
            <a:r>
              <a:rPr lang="zh-CN" altLang="en-US" sz="2400" dirty="0">
                <a:solidFill>
                  <a:srgbClr val="D60093"/>
                </a:solidFill>
              </a:rPr>
              <a:t>不引起混淆</a:t>
            </a:r>
            <a:r>
              <a:rPr lang="zh-CN" altLang="en-US" sz="2400" dirty="0"/>
              <a:t>的情况下常常把</a:t>
            </a:r>
            <a:r>
              <a:rPr lang="zh-CN" altLang="en-US" sz="2400" dirty="0">
                <a:solidFill>
                  <a:srgbClr val="D60093"/>
                </a:solidFill>
              </a:rPr>
              <a:t>数据库系统</a:t>
            </a:r>
            <a:r>
              <a:rPr lang="zh-CN" altLang="en-US" sz="2400" dirty="0"/>
              <a:t>简称为</a:t>
            </a:r>
            <a:r>
              <a:rPr lang="zh-CN" altLang="en-US" sz="2400" dirty="0">
                <a:solidFill>
                  <a:srgbClr val="D60093"/>
                </a:solidFill>
              </a:rPr>
              <a:t>数据库。</a:t>
            </a:r>
          </a:p>
          <a:p>
            <a:pPr algn="just" eaLnBrk="1" hangingPunct="1">
              <a:lnSpc>
                <a:spcPct val="90000"/>
              </a:lnSpc>
              <a:buClr>
                <a:schemeClr val="folHlink"/>
              </a:buClr>
              <a:buSzPct val="60000"/>
              <a:buFont typeface="Wingdings" panose="05000000000000000000" pitchFamily="2" charset="2"/>
              <a:buChar char="n"/>
            </a:pPr>
            <a:r>
              <a:rPr lang="zh-CN" altLang="en-US" dirty="0"/>
              <a:t>数据库系统的构成</a:t>
            </a:r>
          </a:p>
          <a:p>
            <a:pPr lvl="1" algn="just" eaLnBrk="1" hangingPunct="1">
              <a:buFont typeface="Wingdings" panose="05000000000000000000" pitchFamily="2" charset="2"/>
              <a:buChar char="n"/>
            </a:pPr>
            <a:r>
              <a:rPr lang="zh-CN" altLang="en-US" sz="2400" dirty="0"/>
              <a:t>由数据库、数据库管理系统（及其开发工具）、应用系统、数据库管理员（和用户）构成。</a:t>
            </a:r>
            <a:endParaRPr lang="en-US" altLang="zh-CN" sz="2400" dirty="0"/>
          </a:p>
          <a:p>
            <a:pPr lvl="1" algn="just" eaLnBrk="1" hangingPunct="1">
              <a:buFont typeface="Wingdings" panose="05000000000000000000" pitchFamily="2" charset="2"/>
              <a:buChar char="n"/>
            </a:pPr>
            <a:r>
              <a:rPr lang="en-US" altLang="zh-CN" sz="2000" dirty="0">
                <a:latin typeface="宋体" panose="02010600030101010101" pitchFamily="2" charset="-122"/>
              </a:rPr>
              <a:t>DBS = DB + DBMS + Application + DBA + End User</a:t>
            </a:r>
          </a:p>
          <a:p>
            <a:pPr lvl="1" algn="just" eaLnBrk="1" hangingPunct="1">
              <a:buFont typeface="Wingdings" panose="05000000000000000000" pitchFamily="2" charset="2"/>
              <a:buChar char="n"/>
            </a:pPr>
            <a:endParaRPr lang="zh-CN" altLang="en-US" sz="2400" dirty="0"/>
          </a:p>
        </p:txBody>
      </p:sp>
    </p:spTree>
    <p:extLst>
      <p:ext uri="{BB962C8B-B14F-4D97-AF65-F5344CB8AC3E}">
        <p14:creationId xmlns:p14="http://schemas.microsoft.com/office/powerpoint/2010/main" val="1712803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478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478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478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478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478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478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800CD01-C1C5-4B66-BE99-03DE825FD1A5}"/>
              </a:ext>
            </a:extLst>
          </p:cNvPr>
          <p:cNvSpPr>
            <a:spLocks noGrp="1" noChangeArrowheads="1"/>
          </p:cNvSpPr>
          <p:nvPr>
            <p:ph type="title"/>
          </p:nvPr>
        </p:nvSpPr>
        <p:spPr/>
        <p:txBody>
          <a:bodyPr/>
          <a:lstStyle/>
          <a:p>
            <a:pPr eaLnBrk="1" hangingPunct="1"/>
            <a:r>
              <a:rPr lang="zh-CN" altLang="en-US" dirty="0"/>
              <a:t>案例</a:t>
            </a:r>
          </a:p>
        </p:txBody>
      </p:sp>
      <p:sp>
        <p:nvSpPr>
          <p:cNvPr id="19459" name="内容占位符 4">
            <a:extLst>
              <a:ext uri="{FF2B5EF4-FFF2-40B4-BE49-F238E27FC236}">
                <a16:creationId xmlns:a16="http://schemas.microsoft.com/office/drawing/2014/main" id="{46C137DB-4C84-4673-A3C0-69BD31F74620}"/>
              </a:ext>
            </a:extLst>
          </p:cNvPr>
          <p:cNvSpPr>
            <a:spLocks noGrp="1"/>
          </p:cNvSpPr>
          <p:nvPr>
            <p:ph idx="1"/>
          </p:nvPr>
        </p:nvSpPr>
        <p:spPr>
          <a:xfrm>
            <a:off x="1171575" y="1915033"/>
            <a:ext cx="7772400" cy="4114800"/>
          </a:xfrm>
        </p:spPr>
        <p:txBody>
          <a:bodyPr/>
          <a:lstStyle/>
          <a:p>
            <a:r>
              <a:rPr lang="zh-CN" altLang="en-US" dirty="0"/>
              <a:t>银行系统</a:t>
            </a:r>
            <a:endParaRPr lang="en-US" altLang="zh-CN" dirty="0"/>
          </a:p>
          <a:p>
            <a:endParaRPr lang="en-US" altLang="zh-CN" dirty="0"/>
          </a:p>
          <a:p>
            <a:endParaRPr lang="en-US" altLang="zh-CN" dirty="0"/>
          </a:p>
          <a:p>
            <a:r>
              <a:rPr lang="zh-CN" altLang="en-US" dirty="0"/>
              <a:t>电子商务系统</a:t>
            </a:r>
            <a:endParaRPr lang="en-US" altLang="zh-CN" dirty="0"/>
          </a:p>
          <a:p>
            <a:endParaRPr lang="zh-CN" altLang="en-US" dirty="0"/>
          </a:p>
        </p:txBody>
      </p:sp>
      <p:pic>
        <p:nvPicPr>
          <p:cNvPr id="19460" name="Picture 5">
            <a:extLst>
              <a:ext uri="{FF2B5EF4-FFF2-40B4-BE49-F238E27FC236}">
                <a16:creationId xmlns:a16="http://schemas.microsoft.com/office/drawing/2014/main" id="{76E433C7-A4F6-41B0-ADB6-1709ED1D8E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001" y="2492896"/>
            <a:ext cx="16192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6">
            <a:extLst>
              <a:ext uri="{FF2B5EF4-FFF2-40B4-BE49-F238E27FC236}">
                <a16:creationId xmlns:a16="http://schemas.microsoft.com/office/drawing/2014/main" id="{4D52ADCC-E786-4BE1-B735-5474C633EC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2521471"/>
            <a:ext cx="27717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8">
            <a:extLst>
              <a:ext uri="{FF2B5EF4-FFF2-40B4-BE49-F238E27FC236}">
                <a16:creationId xmlns:a16="http://schemas.microsoft.com/office/drawing/2014/main" id="{36AF98A6-D10B-44FB-8E5F-0548ED78E6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1001" y="4365104"/>
            <a:ext cx="19431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9">
            <a:extLst>
              <a:ext uri="{FF2B5EF4-FFF2-40B4-BE49-F238E27FC236}">
                <a16:creationId xmlns:a16="http://schemas.microsoft.com/office/drawing/2014/main" id="{41098164-B6C4-4C5F-A3B3-0DAFF6090F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0428" y="4322241"/>
            <a:ext cx="16287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D2B321C-E328-5B81-1179-5A51C6611C6A}"/>
              </a:ext>
            </a:extLst>
          </p:cNvPr>
          <p:cNvSpPr txBox="1"/>
          <p:nvPr>
            <p:custDataLst>
              <p:tags r:id="rId2"/>
            </p:custDataLst>
          </p:nvPr>
        </p:nvSpPr>
        <p:spPr>
          <a:xfrm>
            <a:off x="914400" y="2160383"/>
            <a:ext cx="7315200" cy="2143125"/>
          </a:xfrm>
          <a:prstGeom prst="rect">
            <a:avLst/>
          </a:prstGeom>
          <a:noFill/>
        </p:spPr>
        <p:txBody>
          <a:bodyPr vert="horz" wrap="square" rtlCol="0" anchor="ctr" anchorCtr="0">
            <a:noAutofit/>
          </a:bodyPr>
          <a:lstStyle/>
          <a:p>
            <a:r>
              <a:rPr lang="zh-CN" altLang="en-US" sz="2400" dirty="0"/>
              <a:t>课堂小问答：结合自己实际生活经验，谈谈什么情形使用了数据库，试着分析该数据库中应该都保存了哪些方面的数据？</a:t>
            </a:r>
          </a:p>
        </p:txBody>
      </p:sp>
      <p:sp>
        <p:nvSpPr>
          <p:cNvPr id="7" name="矩形: 圆角 6">
            <a:extLst>
              <a:ext uri="{FF2B5EF4-FFF2-40B4-BE49-F238E27FC236}">
                <a16:creationId xmlns:a16="http://schemas.microsoft.com/office/drawing/2014/main" id="{51CF2093-668A-7D0B-6074-2B5649C16FD5}"/>
              </a:ext>
            </a:extLst>
          </p:cNvPr>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15DDC67B-D238-59CF-8FD3-41BF1AEBD54A}"/>
              </a:ext>
            </a:extLst>
          </p:cNvPr>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noAutofit/>
          </a:bodyPr>
          <a:lstStyle/>
          <a:p>
            <a:pPr marL="742950" indent="-285750"/>
            <a:r>
              <a:rPr kumimoji="1" lang="zh-CN" altLang="en-US" sz="1200" b="1" i="0"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1" lang="en-US" altLang="zh-CN" sz="1200" b="1" i="0"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1" lang="zh-CN" altLang="en-US" sz="1200" b="1" i="0"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2" name="组合 11">
            <a:extLst>
              <a:ext uri="{FF2B5EF4-FFF2-40B4-BE49-F238E27FC236}">
                <a16:creationId xmlns:a16="http://schemas.microsoft.com/office/drawing/2014/main" id="{B25D04D3-56AF-4F59-A0B0-A742FFF73E07}"/>
              </a:ext>
            </a:extLst>
          </p:cNvPr>
          <p:cNvGrpSpPr/>
          <p:nvPr>
            <p:custDataLst>
              <p:tags r:id="rId5"/>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2FC1C0DF-BE7D-7DCA-07C0-C7AE47435A1C}"/>
                </a:ext>
              </a:extLst>
            </p:cNvPr>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endParaRPr kumimoji="1" lang="zh-CN" altLang="en-US" sz="2800" b="1" i="0" u="none" strike="noStrike" cap="none" normalizeH="0" baseline="0">
                <a:ln>
                  <a:noFill/>
                </a:ln>
                <a:solidFill>
                  <a:schemeClr val="tx1"/>
                </a:solidFill>
                <a:effectLst/>
                <a:latin typeface="Tahoma" pitchFamily="34" charset="0"/>
                <a:ea typeface="宋体" pitchFamily="2" charset="-122"/>
              </a:endParaRPr>
            </a:p>
          </p:txBody>
        </p:sp>
        <p:sp>
          <p:nvSpPr>
            <p:cNvPr id="9" name="ColorBlock">
              <a:extLst>
                <a:ext uri="{FF2B5EF4-FFF2-40B4-BE49-F238E27FC236}">
                  <a16:creationId xmlns:a16="http://schemas.microsoft.com/office/drawing/2014/main" id="{8C83390A-EB31-1190-E1F4-BDB7C1E8728F}"/>
                </a:ext>
              </a:extLst>
            </p:cNvPr>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endParaRPr kumimoji="1" lang="zh-CN" altLang="en-US" sz="2800" b="1" i="0" u="none" strike="noStrike" cap="none" normalizeH="0" baseline="0">
                <a:ln>
                  <a:noFill/>
                </a:ln>
                <a:solidFill>
                  <a:schemeClr val="tx1"/>
                </a:solidFill>
                <a:effectLst/>
                <a:latin typeface="Tahoma" pitchFamily="34" charset="0"/>
                <a:ea typeface="宋体" pitchFamily="2" charset="-122"/>
              </a:endParaRPr>
            </a:p>
          </p:txBody>
        </p:sp>
        <p:sp>
          <p:nvSpPr>
            <p:cNvPr id="10" name="TypeText">
              <a:extLst>
                <a:ext uri="{FF2B5EF4-FFF2-40B4-BE49-F238E27FC236}">
                  <a16:creationId xmlns:a16="http://schemas.microsoft.com/office/drawing/2014/main" id="{7BADFC50-BBB7-3832-5CE4-C5C16862D3B5}"/>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0FF6EF1-7FFA-7149-7032-BCB3ECCD2859}"/>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E7008C40-01E2-E082-91F6-AD615FF6AA87}"/>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33535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050">
            <a:extLst>
              <a:ext uri="{FF2B5EF4-FFF2-40B4-BE49-F238E27FC236}">
                <a16:creationId xmlns:a16="http://schemas.microsoft.com/office/drawing/2014/main" id="{B624BA53-3437-4939-AFA8-583685F4E541}"/>
              </a:ext>
            </a:extLst>
          </p:cNvPr>
          <p:cNvSpPr>
            <a:spLocks noGrp="1" noChangeArrowheads="1"/>
          </p:cNvSpPr>
          <p:nvPr>
            <p:ph type="title"/>
          </p:nvPr>
        </p:nvSpPr>
        <p:spPr/>
        <p:txBody>
          <a:bodyPr/>
          <a:lstStyle/>
          <a:p>
            <a:pPr eaLnBrk="1" hangingPunct="1"/>
            <a:r>
              <a:rPr lang="en-US" altLang="zh-CN" sz="3200"/>
              <a:t>1.2 </a:t>
            </a:r>
            <a:r>
              <a:rPr lang="zh-CN" altLang="en-US" sz="3200"/>
              <a:t>数据库技术的产生和发展</a:t>
            </a:r>
            <a:endParaRPr lang="zh-CN" altLang="en-US" sz="3200">
              <a:ea typeface="黑体" panose="02010609060101010101" pitchFamily="49" charset="-122"/>
            </a:endParaRPr>
          </a:p>
        </p:txBody>
      </p:sp>
      <p:sp>
        <p:nvSpPr>
          <p:cNvPr id="339971" name="Rectangle 2051">
            <a:extLst>
              <a:ext uri="{FF2B5EF4-FFF2-40B4-BE49-F238E27FC236}">
                <a16:creationId xmlns:a16="http://schemas.microsoft.com/office/drawing/2014/main" id="{FDE598AF-ADFD-40CB-8C65-C9DDD94FCB6C}"/>
              </a:ext>
            </a:extLst>
          </p:cNvPr>
          <p:cNvSpPr>
            <a:spLocks noGrp="1" noChangeArrowheads="1"/>
          </p:cNvSpPr>
          <p:nvPr>
            <p:ph type="body" idx="1"/>
          </p:nvPr>
        </p:nvSpPr>
        <p:spPr>
          <a:xfrm>
            <a:off x="1182688" y="2017713"/>
            <a:ext cx="7046912" cy="4114800"/>
          </a:xfrm>
        </p:spPr>
        <p:txBody>
          <a:bodyPr/>
          <a:lstStyle/>
          <a:p>
            <a:pPr algn="just" eaLnBrk="1" hangingPunct="1"/>
            <a:endParaRPr lang="en-US" altLang="zh-CN" sz="2400" b="1"/>
          </a:p>
          <a:p>
            <a:pPr lvl="1" algn="just" eaLnBrk="1" hangingPunct="1">
              <a:lnSpc>
                <a:spcPct val="160000"/>
              </a:lnSpc>
            </a:pPr>
            <a:r>
              <a:rPr lang="zh-CN" altLang="en-US" sz="2000" b="1">
                <a:solidFill>
                  <a:srgbClr val="800080"/>
                </a:solidFill>
              </a:rPr>
              <a:t>人工管理阶段</a:t>
            </a:r>
            <a:r>
              <a:rPr lang="en-US" altLang="zh-CN" sz="2000" b="1"/>
              <a:t>(40</a:t>
            </a:r>
            <a:r>
              <a:rPr lang="zh-CN" altLang="en-US" sz="2000" b="1"/>
              <a:t>年代中</a:t>
            </a:r>
            <a:r>
              <a:rPr lang="en-US" altLang="zh-CN" sz="2000" b="1"/>
              <a:t>--50</a:t>
            </a:r>
            <a:r>
              <a:rPr lang="zh-CN" altLang="en-US" sz="2000" b="1"/>
              <a:t>年代中</a:t>
            </a:r>
            <a:r>
              <a:rPr lang="en-US" altLang="zh-CN" sz="2000" b="1"/>
              <a:t>)</a:t>
            </a:r>
            <a:r>
              <a:rPr lang="zh-CN" altLang="en-US" sz="2000" b="1"/>
              <a:t>：数据不保存、不共享</a:t>
            </a:r>
          </a:p>
          <a:p>
            <a:pPr lvl="1" algn="just" eaLnBrk="1" hangingPunct="1">
              <a:lnSpc>
                <a:spcPct val="160000"/>
              </a:lnSpc>
            </a:pPr>
            <a:r>
              <a:rPr lang="zh-CN" altLang="en-US" sz="2000" b="1">
                <a:solidFill>
                  <a:srgbClr val="800080"/>
                </a:solidFill>
              </a:rPr>
              <a:t>文件系统阶段</a:t>
            </a:r>
            <a:r>
              <a:rPr lang="en-US" altLang="zh-CN" sz="2000" b="1"/>
              <a:t>(50</a:t>
            </a:r>
            <a:r>
              <a:rPr lang="zh-CN" altLang="en-US" sz="2000" b="1"/>
              <a:t>年代末</a:t>
            </a:r>
            <a:r>
              <a:rPr lang="en-US" altLang="zh-CN" sz="2000" b="1"/>
              <a:t>--60</a:t>
            </a:r>
            <a:r>
              <a:rPr lang="zh-CN" altLang="en-US" sz="2000" b="1"/>
              <a:t>年代中</a:t>
            </a:r>
            <a:r>
              <a:rPr lang="en-US" altLang="zh-CN" sz="2000" b="1"/>
              <a:t>)</a:t>
            </a:r>
            <a:r>
              <a:rPr lang="zh-CN" altLang="en-US" sz="2000" b="1"/>
              <a:t>：数据可长期保存、共享性差、由文件系统管理数据</a:t>
            </a:r>
          </a:p>
          <a:p>
            <a:pPr lvl="1" algn="just" eaLnBrk="1" hangingPunct="1">
              <a:lnSpc>
                <a:spcPct val="160000"/>
              </a:lnSpc>
            </a:pPr>
            <a:r>
              <a:rPr lang="zh-CN" altLang="en-US" sz="2000" b="1">
                <a:solidFill>
                  <a:srgbClr val="800080"/>
                </a:solidFill>
              </a:rPr>
              <a:t>数据库系统阶段</a:t>
            </a:r>
            <a:r>
              <a:rPr lang="en-US" altLang="zh-CN" sz="2000" b="1"/>
              <a:t>(60</a:t>
            </a:r>
            <a:r>
              <a:rPr lang="zh-CN" altLang="en-US" sz="2000" b="1"/>
              <a:t>年代末</a:t>
            </a:r>
            <a:r>
              <a:rPr lang="en-US" altLang="zh-CN" sz="2000" b="1"/>
              <a:t>--</a:t>
            </a:r>
            <a:r>
              <a:rPr lang="zh-CN" altLang="en-US" sz="2000" b="1"/>
              <a:t>现在</a:t>
            </a:r>
            <a:r>
              <a:rPr lang="en-US" altLang="zh-CN" sz="2000" b="1"/>
              <a:t>)</a:t>
            </a:r>
            <a:r>
              <a:rPr lang="zh-CN" altLang="en-US" sz="2000" b="1"/>
              <a:t>：数据共享性高、由数据库系统管理数据</a:t>
            </a:r>
            <a:endParaRPr lang="zh-CN" altLang="en-US" sz="1800" b="1"/>
          </a:p>
        </p:txBody>
      </p:sp>
      <p:sp>
        <p:nvSpPr>
          <p:cNvPr id="20484" name="Rectangle 2052">
            <a:extLst>
              <a:ext uri="{FF2B5EF4-FFF2-40B4-BE49-F238E27FC236}">
                <a16:creationId xmlns:a16="http://schemas.microsoft.com/office/drawing/2014/main" id="{8B1779D8-9E4F-4665-A8B6-9FD6936E69FD}"/>
              </a:ext>
            </a:extLst>
          </p:cNvPr>
          <p:cNvSpPr>
            <a:spLocks noChangeArrowheads="1"/>
          </p:cNvSpPr>
          <p:nvPr/>
        </p:nvSpPr>
        <p:spPr bwMode="auto">
          <a:xfrm>
            <a:off x="762000" y="1905000"/>
            <a:ext cx="502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r>
              <a:rPr lang="zh-CN" altLang="en-US"/>
              <a:t>数据管理技术的发展过程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997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997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99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AF383-C70E-AE23-A1A0-CBEC9C3F9C1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50BA103-EEE9-F18C-C907-9417F665DED8}"/>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4BEF0194-0D07-6245-1A0E-E4D451536730}"/>
              </a:ext>
            </a:extLst>
          </p:cNvPr>
          <p:cNvPicPr>
            <a:picLocks noChangeAspect="1"/>
          </p:cNvPicPr>
          <p:nvPr/>
        </p:nvPicPr>
        <p:blipFill>
          <a:blip r:embed="rId3"/>
          <a:stretch>
            <a:fillRect/>
          </a:stretch>
        </p:blipFill>
        <p:spPr>
          <a:xfrm>
            <a:off x="0" y="1161191"/>
            <a:ext cx="9144000" cy="4535618"/>
          </a:xfrm>
          <a:prstGeom prst="rect">
            <a:avLst/>
          </a:prstGeom>
        </p:spPr>
      </p:pic>
      <p:sp>
        <p:nvSpPr>
          <p:cNvPr id="6" name="文本框 5">
            <a:extLst>
              <a:ext uri="{FF2B5EF4-FFF2-40B4-BE49-F238E27FC236}">
                <a16:creationId xmlns:a16="http://schemas.microsoft.com/office/drawing/2014/main" id="{49A56C36-E4D5-B85B-31A9-3DADA3A1363B}"/>
              </a:ext>
            </a:extLst>
          </p:cNvPr>
          <p:cNvSpPr txBox="1"/>
          <p:nvPr/>
        </p:nvSpPr>
        <p:spPr>
          <a:xfrm>
            <a:off x="2483768" y="5840059"/>
            <a:ext cx="4572000" cy="713272"/>
          </a:xfrm>
          <a:prstGeom prst="rect">
            <a:avLst/>
          </a:prstGeom>
          <a:noFill/>
        </p:spPr>
        <p:txBody>
          <a:bodyPr wrap="square">
            <a:spAutoFit/>
          </a:bodyPr>
          <a:lstStyle/>
          <a:p>
            <a:r>
              <a:rPr lang="zh-CN" altLang="en-US" dirty="0"/>
              <a:t>数据库发展历史</a:t>
            </a:r>
          </a:p>
        </p:txBody>
      </p:sp>
    </p:spTree>
    <p:extLst>
      <p:ext uri="{BB962C8B-B14F-4D97-AF65-F5344CB8AC3E}">
        <p14:creationId xmlns:p14="http://schemas.microsoft.com/office/powerpoint/2010/main" val="701531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01A18-1486-9924-2052-87498F202425}"/>
              </a:ext>
            </a:extLst>
          </p:cNvPr>
          <p:cNvSpPr>
            <a:spLocks noGrp="1"/>
          </p:cNvSpPr>
          <p:nvPr>
            <p:ph type="title"/>
          </p:nvPr>
        </p:nvSpPr>
        <p:spPr/>
        <p:txBody>
          <a:bodyPr/>
          <a:lstStyle/>
          <a:p>
            <a:r>
              <a:rPr lang="zh-CN" altLang="en-US" dirty="0"/>
              <a:t>人工管理</a:t>
            </a:r>
          </a:p>
        </p:txBody>
      </p:sp>
      <p:sp>
        <p:nvSpPr>
          <p:cNvPr id="3" name="内容占位符 2">
            <a:extLst>
              <a:ext uri="{FF2B5EF4-FFF2-40B4-BE49-F238E27FC236}">
                <a16:creationId xmlns:a16="http://schemas.microsoft.com/office/drawing/2014/main" id="{441F42B1-660E-DC5D-78A9-E9BC692AEC99}"/>
              </a:ext>
            </a:extLst>
          </p:cNvPr>
          <p:cNvSpPr>
            <a:spLocks noGrp="1"/>
          </p:cNvSpPr>
          <p:nvPr>
            <p:ph idx="1"/>
          </p:nvPr>
        </p:nvSpPr>
        <p:spPr>
          <a:xfrm>
            <a:off x="395536" y="1979415"/>
            <a:ext cx="7772400" cy="4114800"/>
          </a:xfrm>
        </p:spPr>
        <p:txBody>
          <a:bodyPr/>
          <a:lstStyle/>
          <a:p>
            <a:r>
              <a:rPr lang="zh-CN" altLang="en-US" sz="2800" b="1" dirty="0"/>
              <a:t>数据管理特点：</a:t>
            </a:r>
            <a:endParaRPr lang="en-US" altLang="zh-CN" sz="2800" b="1" dirty="0"/>
          </a:p>
          <a:p>
            <a:pPr marL="457200" lvl="1" indent="0">
              <a:buNone/>
            </a:pPr>
            <a:r>
              <a:rPr lang="zh-CN" altLang="en-US" sz="2400" b="1" dirty="0"/>
              <a:t>数据面向应用</a:t>
            </a:r>
            <a:endParaRPr lang="en-US" altLang="zh-CN" sz="2400" b="1" dirty="0"/>
          </a:p>
          <a:p>
            <a:pPr marL="457200" lvl="1" indent="0">
              <a:buNone/>
            </a:pPr>
            <a:r>
              <a:rPr lang="zh-CN" altLang="en-US" sz="2400" b="1" dirty="0"/>
              <a:t>数据不保存</a:t>
            </a:r>
            <a:endParaRPr lang="en-US" altLang="zh-CN" sz="2400" b="1" dirty="0"/>
          </a:p>
          <a:p>
            <a:pPr marL="457200" lvl="1" indent="0">
              <a:buNone/>
            </a:pPr>
            <a:r>
              <a:rPr lang="zh-CN" altLang="en-US" sz="2400" b="1" dirty="0"/>
              <a:t>数据不能共享</a:t>
            </a:r>
            <a:endParaRPr lang="en-US" altLang="zh-CN" sz="2400" b="1" dirty="0"/>
          </a:p>
          <a:p>
            <a:endParaRPr lang="zh-CN" altLang="en-US" dirty="0"/>
          </a:p>
        </p:txBody>
      </p:sp>
      <p:pic>
        <p:nvPicPr>
          <p:cNvPr id="6" name="图片 5">
            <a:extLst>
              <a:ext uri="{FF2B5EF4-FFF2-40B4-BE49-F238E27FC236}">
                <a16:creationId xmlns:a16="http://schemas.microsoft.com/office/drawing/2014/main" id="{7A2CB96A-71C2-E6D4-A58D-39837A5211CC}"/>
              </a:ext>
            </a:extLst>
          </p:cNvPr>
          <p:cNvPicPr>
            <a:picLocks noChangeAspect="1"/>
          </p:cNvPicPr>
          <p:nvPr/>
        </p:nvPicPr>
        <p:blipFill>
          <a:blip r:embed="rId3"/>
          <a:stretch>
            <a:fillRect/>
          </a:stretch>
        </p:blipFill>
        <p:spPr>
          <a:xfrm>
            <a:off x="5724128" y="0"/>
            <a:ext cx="2592288" cy="1979415"/>
          </a:xfrm>
          <a:prstGeom prst="rect">
            <a:avLst/>
          </a:prstGeom>
        </p:spPr>
      </p:pic>
      <p:pic>
        <p:nvPicPr>
          <p:cNvPr id="7" name="图片 6">
            <a:extLst>
              <a:ext uri="{FF2B5EF4-FFF2-40B4-BE49-F238E27FC236}">
                <a16:creationId xmlns:a16="http://schemas.microsoft.com/office/drawing/2014/main" id="{7CC46C34-BF19-44FE-96E2-16587D6A894D}"/>
              </a:ext>
            </a:extLst>
          </p:cNvPr>
          <p:cNvPicPr>
            <a:picLocks noChangeAspect="1"/>
          </p:cNvPicPr>
          <p:nvPr/>
        </p:nvPicPr>
        <p:blipFill>
          <a:blip r:embed="rId4"/>
          <a:stretch>
            <a:fillRect/>
          </a:stretch>
        </p:blipFill>
        <p:spPr>
          <a:xfrm>
            <a:off x="2857043" y="3429000"/>
            <a:ext cx="6131940" cy="3330172"/>
          </a:xfrm>
          <a:prstGeom prst="rect">
            <a:avLst/>
          </a:prstGeom>
        </p:spPr>
      </p:pic>
    </p:spTree>
    <p:extLst>
      <p:ext uri="{BB962C8B-B14F-4D97-AF65-F5344CB8AC3E}">
        <p14:creationId xmlns:p14="http://schemas.microsoft.com/office/powerpoint/2010/main" val="3396498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E903CC-F056-D33D-C077-EDADF5353C65}"/>
              </a:ext>
            </a:extLst>
          </p:cNvPr>
          <p:cNvSpPr>
            <a:spLocks noGrp="1"/>
          </p:cNvSpPr>
          <p:nvPr>
            <p:ph type="title"/>
          </p:nvPr>
        </p:nvSpPr>
        <p:spPr/>
        <p:txBody>
          <a:bodyPr/>
          <a:lstStyle/>
          <a:p>
            <a:r>
              <a:rPr lang="zh-CN" altLang="en-US" dirty="0"/>
              <a:t>文件系统管理</a:t>
            </a:r>
          </a:p>
        </p:txBody>
      </p:sp>
      <p:sp>
        <p:nvSpPr>
          <p:cNvPr id="3" name="内容占位符 2">
            <a:extLst>
              <a:ext uri="{FF2B5EF4-FFF2-40B4-BE49-F238E27FC236}">
                <a16:creationId xmlns:a16="http://schemas.microsoft.com/office/drawing/2014/main" id="{BA80820D-3ECD-5886-56F2-A789D4D3E57B}"/>
              </a:ext>
            </a:extLst>
          </p:cNvPr>
          <p:cNvSpPr>
            <a:spLocks noGrp="1"/>
          </p:cNvSpPr>
          <p:nvPr>
            <p:ph idx="1"/>
          </p:nvPr>
        </p:nvSpPr>
        <p:spPr>
          <a:xfrm>
            <a:off x="683568" y="1988840"/>
            <a:ext cx="8127504" cy="4114800"/>
          </a:xfrm>
        </p:spPr>
        <p:txBody>
          <a:bodyPr/>
          <a:lstStyle/>
          <a:p>
            <a:r>
              <a:rPr lang="zh-CN" altLang="en-US" b="1" dirty="0"/>
              <a:t>数据管理的特点：数据具有一定的共享性</a:t>
            </a:r>
          </a:p>
        </p:txBody>
      </p:sp>
      <p:pic>
        <p:nvPicPr>
          <p:cNvPr id="6" name="图片 5">
            <a:extLst>
              <a:ext uri="{FF2B5EF4-FFF2-40B4-BE49-F238E27FC236}">
                <a16:creationId xmlns:a16="http://schemas.microsoft.com/office/drawing/2014/main" id="{D510938E-58F4-43BD-AD1E-830D2E84352B}"/>
              </a:ext>
            </a:extLst>
          </p:cNvPr>
          <p:cNvPicPr>
            <a:picLocks noChangeAspect="1"/>
          </p:cNvPicPr>
          <p:nvPr/>
        </p:nvPicPr>
        <p:blipFill>
          <a:blip r:embed="rId3"/>
          <a:stretch>
            <a:fillRect/>
          </a:stretch>
        </p:blipFill>
        <p:spPr>
          <a:xfrm>
            <a:off x="1043608" y="2636912"/>
            <a:ext cx="6742816" cy="4103774"/>
          </a:xfrm>
          <a:prstGeom prst="rect">
            <a:avLst/>
          </a:prstGeom>
        </p:spPr>
      </p:pic>
    </p:spTree>
    <p:extLst>
      <p:ext uri="{BB962C8B-B14F-4D97-AF65-F5344CB8AC3E}">
        <p14:creationId xmlns:p14="http://schemas.microsoft.com/office/powerpoint/2010/main" val="705472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0917F9F4-A18C-4F9B-8CA8-379B6E8B7113}"/>
              </a:ext>
            </a:extLst>
          </p:cNvPr>
          <p:cNvSpPr>
            <a:spLocks noGrp="1"/>
          </p:cNvSpPr>
          <p:nvPr>
            <p:ph type="title"/>
          </p:nvPr>
        </p:nvSpPr>
        <p:spPr/>
        <p:txBody>
          <a:bodyPr/>
          <a:lstStyle/>
          <a:p>
            <a:r>
              <a:rPr lang="zh-CN" altLang="en-US" dirty="0"/>
              <a:t>文件系统管理</a:t>
            </a:r>
          </a:p>
        </p:txBody>
      </p:sp>
      <p:sp>
        <p:nvSpPr>
          <p:cNvPr id="3" name="内容占位符 2">
            <a:extLst>
              <a:ext uri="{FF2B5EF4-FFF2-40B4-BE49-F238E27FC236}">
                <a16:creationId xmlns:a16="http://schemas.microsoft.com/office/drawing/2014/main" id="{8777EFCD-489B-483A-A370-23C3D1A06B58}"/>
              </a:ext>
            </a:extLst>
          </p:cNvPr>
          <p:cNvSpPr>
            <a:spLocks noGrp="1"/>
          </p:cNvSpPr>
          <p:nvPr>
            <p:ph idx="1"/>
          </p:nvPr>
        </p:nvSpPr>
        <p:spPr>
          <a:xfrm>
            <a:off x="827584" y="1988840"/>
            <a:ext cx="7772400" cy="4114800"/>
          </a:xfrm>
        </p:spPr>
        <p:txBody>
          <a:bodyPr/>
          <a:lstStyle/>
          <a:p>
            <a:pPr marL="534987" indent="-457200" eaLnBrk="1" hangingPunct="1">
              <a:defRPr/>
            </a:pPr>
            <a:r>
              <a:rPr lang="zh-CN" altLang="en-US" b="1" dirty="0">
                <a:latin typeface="宋体" pitchFamily="2" charset="-122"/>
              </a:rPr>
              <a:t>文件处理系统是由源源不断的</a:t>
            </a:r>
            <a:r>
              <a:rPr lang="zh-CN" altLang="en-US" b="1" dirty="0">
                <a:solidFill>
                  <a:srgbClr val="FF0000"/>
                </a:solidFill>
                <a:latin typeface="宋体" pitchFamily="2" charset="-122"/>
              </a:rPr>
              <a:t>数据文件</a:t>
            </a:r>
            <a:r>
              <a:rPr lang="zh-CN" altLang="en-US" b="1" dirty="0">
                <a:latin typeface="宋体" pitchFamily="2" charset="-122"/>
              </a:rPr>
              <a:t>和</a:t>
            </a:r>
            <a:r>
              <a:rPr lang="zh-CN" altLang="en-US" b="1" dirty="0">
                <a:solidFill>
                  <a:srgbClr val="FF0000"/>
                </a:solidFill>
                <a:latin typeface="宋体" pitchFamily="2" charset="-122"/>
              </a:rPr>
              <a:t>程序</a:t>
            </a:r>
            <a:r>
              <a:rPr lang="zh-CN" altLang="en-US" b="1" dirty="0">
                <a:latin typeface="宋体" pitchFamily="2" charset="-122"/>
              </a:rPr>
              <a:t>混合而成，由此产生了很多问题！</a:t>
            </a:r>
            <a:endParaRPr lang="zh-CN" altLang="zh-CN" b="1" dirty="0">
              <a:latin typeface="宋体" pitchFamily="2" charset="-122"/>
            </a:endParaRPr>
          </a:p>
          <a:p>
            <a:pPr>
              <a:defRPr/>
            </a:pPr>
            <a:endParaRPr lang="zh-CN" altLang="en-US" b="1" dirty="0"/>
          </a:p>
        </p:txBody>
      </p:sp>
      <p:pic>
        <p:nvPicPr>
          <p:cNvPr id="4" name="图片 3">
            <a:extLst>
              <a:ext uri="{FF2B5EF4-FFF2-40B4-BE49-F238E27FC236}">
                <a16:creationId xmlns:a16="http://schemas.microsoft.com/office/drawing/2014/main" id="{1D954797-4887-C747-BDC0-5EE3279F0ED6}"/>
              </a:ext>
            </a:extLst>
          </p:cNvPr>
          <p:cNvPicPr>
            <a:picLocks noChangeAspect="1"/>
          </p:cNvPicPr>
          <p:nvPr/>
        </p:nvPicPr>
        <p:blipFill>
          <a:blip r:embed="rId3"/>
          <a:stretch>
            <a:fillRect/>
          </a:stretch>
        </p:blipFill>
        <p:spPr>
          <a:xfrm>
            <a:off x="2275829" y="3068960"/>
            <a:ext cx="4592341" cy="33843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0A406130-2534-49BE-B587-11557525E8C1}"/>
              </a:ext>
            </a:extLst>
          </p:cNvPr>
          <p:cNvSpPr>
            <a:spLocks noGrp="1"/>
          </p:cNvSpPr>
          <p:nvPr>
            <p:ph type="title"/>
          </p:nvPr>
        </p:nvSpPr>
        <p:spPr/>
        <p:txBody>
          <a:bodyPr/>
          <a:lstStyle/>
          <a:p>
            <a:r>
              <a:rPr lang="zh-CN" altLang="en-US"/>
              <a:t>文件系统管理</a:t>
            </a:r>
          </a:p>
        </p:txBody>
      </p:sp>
      <p:sp>
        <p:nvSpPr>
          <p:cNvPr id="15363" name="内容占位符 2">
            <a:extLst>
              <a:ext uri="{FF2B5EF4-FFF2-40B4-BE49-F238E27FC236}">
                <a16:creationId xmlns:a16="http://schemas.microsoft.com/office/drawing/2014/main" id="{F9DBADC1-F7BE-4C54-8E56-890C37AE9AC2}"/>
              </a:ext>
            </a:extLst>
          </p:cNvPr>
          <p:cNvSpPr>
            <a:spLocks noGrp="1"/>
          </p:cNvSpPr>
          <p:nvPr>
            <p:ph idx="1"/>
          </p:nvPr>
        </p:nvSpPr>
        <p:spPr>
          <a:xfrm>
            <a:off x="755650" y="2060575"/>
            <a:ext cx="7993063" cy="4114800"/>
          </a:xfrm>
        </p:spPr>
        <p:txBody>
          <a:bodyPr/>
          <a:lstStyle/>
          <a:p>
            <a:r>
              <a:rPr lang="zh-CN" altLang="en-US" sz="2800" b="1"/>
              <a:t>把需要管理的数据存放在永久性的系统文件中，为了能够操作这些文件里的数据，系统里还有针对这些文件编写的应用程序。如，银行为了保存所有客户及账户的信息，可能包括如下应用程序：</a:t>
            </a:r>
          </a:p>
          <a:p>
            <a:pPr lvl="1"/>
            <a:r>
              <a:rPr lang="zh-CN" altLang="en-US" sz="2400" b="1"/>
              <a:t>创建新账户的程序</a:t>
            </a:r>
          </a:p>
          <a:p>
            <a:pPr lvl="1"/>
            <a:r>
              <a:rPr lang="zh-CN" altLang="en-US" sz="2400" b="1"/>
              <a:t>处理某账户的借</a:t>
            </a:r>
            <a:r>
              <a:rPr lang="en-US" altLang="zh-CN" sz="2400" b="1"/>
              <a:t>/</a:t>
            </a:r>
            <a:r>
              <a:rPr lang="zh-CN" altLang="en-US" sz="2400" b="1"/>
              <a:t>贷程序</a:t>
            </a:r>
          </a:p>
          <a:p>
            <a:pPr lvl="1"/>
            <a:r>
              <a:rPr lang="zh-CN" altLang="en-US" sz="2400" b="1"/>
              <a:t>查询账户余额的程序</a:t>
            </a:r>
          </a:p>
          <a:p>
            <a:pPr lvl="1"/>
            <a:r>
              <a:rPr lang="zh-CN" altLang="en-US" sz="2400" b="1"/>
              <a:t>产生每月财务报告的程序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E1986E85-88B9-46B4-9236-A7DDE6DE415F}"/>
              </a:ext>
            </a:extLst>
          </p:cNvPr>
          <p:cNvSpPr>
            <a:spLocks noGrp="1"/>
          </p:cNvSpPr>
          <p:nvPr>
            <p:ph type="title"/>
          </p:nvPr>
        </p:nvSpPr>
        <p:spPr/>
        <p:txBody>
          <a:bodyPr/>
          <a:lstStyle/>
          <a:p>
            <a:r>
              <a:rPr lang="zh-CN" altLang="en-US"/>
              <a:t>文件系统管理的弊端：</a:t>
            </a:r>
          </a:p>
        </p:txBody>
      </p:sp>
      <p:sp>
        <p:nvSpPr>
          <p:cNvPr id="3" name="内容占位符 2">
            <a:extLst>
              <a:ext uri="{FF2B5EF4-FFF2-40B4-BE49-F238E27FC236}">
                <a16:creationId xmlns:a16="http://schemas.microsoft.com/office/drawing/2014/main" id="{CF2368A7-318B-4CE1-8E7B-A5D0FBC48C50}"/>
              </a:ext>
            </a:extLst>
          </p:cNvPr>
          <p:cNvSpPr>
            <a:spLocks noGrp="1"/>
          </p:cNvSpPr>
          <p:nvPr>
            <p:ph idx="1"/>
          </p:nvPr>
        </p:nvSpPr>
        <p:spPr>
          <a:xfrm>
            <a:off x="755650" y="2017713"/>
            <a:ext cx="7772400" cy="4114800"/>
          </a:xfrm>
        </p:spPr>
        <p:txBody>
          <a:bodyPr/>
          <a:lstStyle/>
          <a:p>
            <a:pPr marL="0" indent="0">
              <a:buFont typeface="Wingdings" panose="05000000000000000000" pitchFamily="2" charset="2"/>
              <a:buNone/>
              <a:defRPr/>
            </a:pPr>
            <a:r>
              <a:rPr lang="en-US" altLang="zh-CN" sz="2800" b="1" dirty="0"/>
              <a:t>1.</a:t>
            </a:r>
            <a:r>
              <a:rPr lang="zh-CN" altLang="en-US" sz="2800" b="1" dirty="0"/>
              <a:t>数据冗余，数据不一致</a:t>
            </a:r>
            <a:endParaRPr lang="en-US" altLang="zh-CN" sz="2800" b="1" dirty="0"/>
          </a:p>
          <a:p>
            <a:pPr>
              <a:defRPr/>
            </a:pPr>
            <a:r>
              <a:rPr lang="zh-CN" altLang="en-US" sz="2400" b="1" dirty="0">
                <a:solidFill>
                  <a:srgbClr val="FF0000"/>
                </a:solidFill>
              </a:rPr>
              <a:t>冗余</a:t>
            </a:r>
            <a:r>
              <a:rPr lang="zh-CN" altLang="en-US" sz="2400" b="1" dirty="0"/>
              <a:t>是指相同的信息可能在不同的文件中重复存储。如某个客户的联系方式既可能在由储蓄账户记录组成的文件里出现，也可能在由信用卡账户记录组成的文件中出现；</a:t>
            </a:r>
            <a:endParaRPr lang="en-US" altLang="zh-CN" sz="2400" b="1" dirty="0"/>
          </a:p>
          <a:p>
            <a:pPr>
              <a:defRPr/>
            </a:pPr>
            <a:r>
              <a:rPr lang="zh-CN" altLang="en-US" sz="2400" b="1" dirty="0"/>
              <a:t>数据冗余还可能导致数据</a:t>
            </a:r>
            <a:r>
              <a:rPr lang="zh-CN" altLang="en-US" sz="2400" b="1" dirty="0">
                <a:solidFill>
                  <a:srgbClr val="FF0000"/>
                </a:solidFill>
              </a:rPr>
              <a:t>不一致性</a:t>
            </a:r>
            <a:r>
              <a:rPr lang="zh-CN" altLang="en-US" sz="2400" b="1"/>
              <a:t>，即同一</a:t>
            </a:r>
            <a:r>
              <a:rPr lang="zh-CN" altLang="en-US" sz="2400" b="1" dirty="0"/>
              <a:t>数据的不同副本不一致。如某个客户联系方式的更改可能只是在储蓄账户文件里得到反映而在系统的其他文件中没有得到反映。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BA7A3DDA-2099-4A4A-978B-FFA51A814B77}"/>
              </a:ext>
            </a:extLst>
          </p:cNvPr>
          <p:cNvSpPr>
            <a:spLocks noGrp="1"/>
          </p:cNvSpPr>
          <p:nvPr>
            <p:ph type="title"/>
          </p:nvPr>
        </p:nvSpPr>
        <p:spPr/>
        <p:txBody>
          <a:bodyPr/>
          <a:lstStyle/>
          <a:p>
            <a:r>
              <a:rPr lang="zh-CN" altLang="en-US"/>
              <a:t>文件系统管理的弊端：</a:t>
            </a:r>
          </a:p>
        </p:txBody>
      </p:sp>
      <p:sp>
        <p:nvSpPr>
          <p:cNvPr id="3" name="内容占位符 2">
            <a:extLst>
              <a:ext uri="{FF2B5EF4-FFF2-40B4-BE49-F238E27FC236}">
                <a16:creationId xmlns:a16="http://schemas.microsoft.com/office/drawing/2014/main" id="{478C4131-8BB8-45FB-8E7A-217600602D0C}"/>
              </a:ext>
            </a:extLst>
          </p:cNvPr>
          <p:cNvSpPr>
            <a:spLocks noGrp="1"/>
          </p:cNvSpPr>
          <p:nvPr>
            <p:ph idx="1"/>
          </p:nvPr>
        </p:nvSpPr>
        <p:spPr/>
        <p:txBody>
          <a:bodyPr/>
          <a:lstStyle/>
          <a:p>
            <a:pPr marL="0" indent="0">
              <a:buFont typeface="Wingdings" panose="05000000000000000000" pitchFamily="2" charset="2"/>
              <a:buNone/>
              <a:defRPr/>
            </a:pPr>
            <a:r>
              <a:rPr lang="en-US" altLang="zh-CN" sz="2800" b="1" dirty="0"/>
              <a:t>2.</a:t>
            </a:r>
            <a:r>
              <a:rPr lang="zh-CN" altLang="en-US" sz="2800" b="1" dirty="0"/>
              <a:t>数据访问困难</a:t>
            </a:r>
          </a:p>
          <a:p>
            <a:pPr>
              <a:defRPr/>
            </a:pPr>
            <a:r>
              <a:rPr lang="zh-CN" altLang="en-US" sz="2400" b="1" dirty="0"/>
              <a:t>由于数据使用者的要求不断变化，需要不断地增加和修改程序才能满足新的要求。如银行的工作人员今天可能需要储蓄账户中余额不少于</a:t>
            </a:r>
            <a:r>
              <a:rPr lang="en-US" altLang="zh-CN" sz="2400" b="1" dirty="0"/>
              <a:t>1000</a:t>
            </a:r>
            <a:r>
              <a:rPr lang="zh-CN" altLang="en-US" sz="2400" b="1" dirty="0"/>
              <a:t>元的客户清单，明天又可能需要每月信用卡消费在</a:t>
            </a:r>
            <a:r>
              <a:rPr lang="en-US" altLang="zh-CN" sz="2400" b="1" dirty="0"/>
              <a:t>10000</a:t>
            </a:r>
            <a:r>
              <a:rPr lang="zh-CN" altLang="en-US" sz="2400" b="1" dirty="0"/>
              <a:t>元以上的信用记录良好的客户清单。</a:t>
            </a:r>
          </a:p>
          <a:p>
            <a:pPr>
              <a:defRPr/>
            </a:pPr>
            <a:r>
              <a:rPr lang="zh-CN" altLang="en-US" sz="2400" b="1" dirty="0"/>
              <a:t>传统的文件管理系统不能支持以一种方便而有效的方式去获取所需的数据，需要开发通用的、能对变化的需求做出更快反应的数据检索系统。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44CA0F-91F7-EB91-BC4D-1D884F20DC64}"/>
              </a:ext>
            </a:extLst>
          </p:cNvPr>
          <p:cNvSpPr>
            <a:spLocks noGrp="1"/>
          </p:cNvSpPr>
          <p:nvPr>
            <p:ph type="title"/>
          </p:nvPr>
        </p:nvSpPr>
        <p:spPr/>
        <p:txBody>
          <a:bodyPr/>
          <a:lstStyle/>
          <a:p>
            <a:r>
              <a:rPr lang="zh-CN" altLang="en-US" dirty="0"/>
              <a:t>数据库系统管理</a:t>
            </a:r>
          </a:p>
        </p:txBody>
      </p:sp>
      <p:pic>
        <p:nvPicPr>
          <p:cNvPr id="7" name="图片 6">
            <a:extLst>
              <a:ext uri="{FF2B5EF4-FFF2-40B4-BE49-F238E27FC236}">
                <a16:creationId xmlns:a16="http://schemas.microsoft.com/office/drawing/2014/main" id="{E6C5AEFE-A815-B589-60CE-97141875AD6D}"/>
              </a:ext>
            </a:extLst>
          </p:cNvPr>
          <p:cNvPicPr>
            <a:picLocks noChangeAspect="1"/>
          </p:cNvPicPr>
          <p:nvPr/>
        </p:nvPicPr>
        <p:blipFill>
          <a:blip r:embed="rId3"/>
          <a:stretch>
            <a:fillRect/>
          </a:stretch>
        </p:blipFill>
        <p:spPr>
          <a:xfrm>
            <a:off x="7668344" y="5024264"/>
            <a:ext cx="1403648" cy="1833736"/>
          </a:xfrm>
          <a:prstGeom prst="rect">
            <a:avLst/>
          </a:prstGeom>
        </p:spPr>
      </p:pic>
      <p:sp>
        <p:nvSpPr>
          <p:cNvPr id="3" name="矩形 2"/>
          <p:cNvSpPr/>
          <p:nvPr/>
        </p:nvSpPr>
        <p:spPr>
          <a:xfrm>
            <a:off x="827584" y="1953191"/>
            <a:ext cx="7971713" cy="2997359"/>
          </a:xfrm>
          <a:prstGeom prst="rect">
            <a:avLst/>
          </a:prstGeom>
        </p:spPr>
        <p:txBody>
          <a:bodyPr wrap="square">
            <a:spAutoFit/>
          </a:bodyPr>
          <a:lstStyle/>
          <a:p>
            <a:pPr marL="342900" indent="-342900">
              <a:lnSpc>
                <a:spcPct val="150000"/>
              </a:lnSpc>
              <a:buFont typeface="Wingdings" panose="05000000000000000000" pitchFamily="2" charset="2"/>
              <a:buChar char="p"/>
            </a:pPr>
            <a:r>
              <a:rPr lang="en-US" altLang="zh-CN" sz="2400" b="0" dirty="0">
                <a:solidFill>
                  <a:srgbClr val="000000"/>
                </a:solidFill>
                <a:latin typeface="+mn-ea"/>
                <a:ea typeface="+mn-ea"/>
              </a:rPr>
              <a:t> </a:t>
            </a:r>
            <a:r>
              <a:rPr lang="en-US" altLang="zh-CN" sz="2400" dirty="0">
                <a:solidFill>
                  <a:srgbClr val="000000"/>
                </a:solidFill>
                <a:latin typeface="+mn-ea"/>
                <a:ea typeface="+mn-ea"/>
              </a:rPr>
              <a:t>20 </a:t>
            </a:r>
            <a:r>
              <a:rPr lang="zh-CN" altLang="en-US" sz="2400" dirty="0">
                <a:solidFill>
                  <a:srgbClr val="000000"/>
                </a:solidFill>
                <a:latin typeface="+mn-ea"/>
                <a:ea typeface="+mn-ea"/>
              </a:rPr>
              <a:t>世纪 </a:t>
            </a:r>
            <a:r>
              <a:rPr lang="en-US" altLang="zh-CN" sz="2400" dirty="0">
                <a:solidFill>
                  <a:srgbClr val="000000"/>
                </a:solidFill>
                <a:latin typeface="+mn-ea"/>
                <a:ea typeface="+mn-ea"/>
              </a:rPr>
              <a:t>60 </a:t>
            </a:r>
            <a:r>
              <a:rPr lang="zh-CN" altLang="en-US" sz="2400" dirty="0">
                <a:solidFill>
                  <a:srgbClr val="000000"/>
                </a:solidFill>
                <a:latin typeface="+mn-ea"/>
                <a:ea typeface="+mn-ea"/>
              </a:rPr>
              <a:t>年代后期管理的数据对象、应用范围、数据量、处理速度和共享性需求变化</a:t>
            </a:r>
          </a:p>
          <a:p>
            <a:pPr marL="342900" indent="-342900">
              <a:lnSpc>
                <a:spcPct val="150000"/>
              </a:lnSpc>
              <a:buFont typeface="Wingdings" panose="05000000000000000000" pitchFamily="2" charset="2"/>
              <a:buChar char="p"/>
            </a:pPr>
            <a:r>
              <a:rPr lang="zh-CN" altLang="en-US" sz="2400" dirty="0">
                <a:solidFill>
                  <a:srgbClr val="000000"/>
                </a:solidFill>
                <a:latin typeface="+mn-ea"/>
                <a:ea typeface="+mn-ea"/>
              </a:rPr>
              <a:t> 硬件：大容量磁盘、光盘，价格下降</a:t>
            </a:r>
          </a:p>
          <a:p>
            <a:pPr marL="342900" indent="-342900">
              <a:lnSpc>
                <a:spcPct val="150000"/>
              </a:lnSpc>
              <a:buFont typeface="Wingdings" panose="05000000000000000000" pitchFamily="2" charset="2"/>
              <a:buChar char="p"/>
            </a:pPr>
            <a:r>
              <a:rPr lang="zh-CN" altLang="en-US" sz="2400" dirty="0">
                <a:solidFill>
                  <a:srgbClr val="000000"/>
                </a:solidFill>
                <a:latin typeface="+mn-ea"/>
                <a:ea typeface="+mn-ea"/>
              </a:rPr>
              <a:t> 软件：价格上升，编制和维护成本增加</a:t>
            </a:r>
          </a:p>
          <a:p>
            <a:pPr marL="342900" indent="-342900">
              <a:lnSpc>
                <a:spcPct val="150000"/>
              </a:lnSpc>
              <a:buFont typeface="Wingdings" panose="05000000000000000000" pitchFamily="2" charset="2"/>
              <a:buChar char="p"/>
            </a:pPr>
            <a:r>
              <a:rPr lang="zh-CN" altLang="en-US" sz="2400" dirty="0">
                <a:solidFill>
                  <a:srgbClr val="000000"/>
                </a:solidFill>
                <a:latin typeface="+mn-ea"/>
                <a:ea typeface="+mn-ea"/>
              </a:rPr>
              <a:t> 数据处理：要求更高的联机实时处理，出现分布处理</a:t>
            </a:r>
          </a:p>
        </p:txBody>
      </p:sp>
    </p:spTree>
    <p:extLst>
      <p:ext uri="{BB962C8B-B14F-4D97-AF65-F5344CB8AC3E}">
        <p14:creationId xmlns:p14="http://schemas.microsoft.com/office/powerpoint/2010/main" val="1602631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216F7-01B8-5D7C-69D3-7771E6C72A36}"/>
              </a:ext>
            </a:extLst>
          </p:cNvPr>
          <p:cNvSpPr>
            <a:spLocks noGrp="1"/>
          </p:cNvSpPr>
          <p:nvPr>
            <p:ph type="title"/>
          </p:nvPr>
        </p:nvSpPr>
        <p:spPr/>
        <p:txBody>
          <a:bodyPr/>
          <a:lstStyle/>
          <a:p>
            <a:r>
              <a:rPr lang="zh-CN" altLang="en-US" dirty="0"/>
              <a:t>数据库系统管理</a:t>
            </a:r>
          </a:p>
        </p:txBody>
      </p:sp>
      <p:sp>
        <p:nvSpPr>
          <p:cNvPr id="3" name="矩形 2"/>
          <p:cNvSpPr/>
          <p:nvPr/>
        </p:nvSpPr>
        <p:spPr>
          <a:xfrm>
            <a:off x="539552" y="1974932"/>
            <a:ext cx="8404423" cy="4883068"/>
          </a:xfrm>
          <a:prstGeom prst="rect">
            <a:avLst/>
          </a:prstGeom>
        </p:spPr>
        <p:txBody>
          <a:bodyPr wrap="square">
            <a:spAutoFit/>
          </a:bodyPr>
          <a:lstStyle/>
          <a:p>
            <a:pPr marL="285750" indent="-285750">
              <a:lnSpc>
                <a:spcPct val="150000"/>
              </a:lnSpc>
              <a:buFont typeface="Wingdings" panose="05000000000000000000" pitchFamily="2" charset="2"/>
              <a:buChar char="p"/>
            </a:pPr>
            <a:r>
              <a:rPr lang="en-US" altLang="zh-CN" sz="2000" b="0" dirty="0">
                <a:solidFill>
                  <a:srgbClr val="000000"/>
                </a:solidFill>
                <a:latin typeface="Inter"/>
              </a:rPr>
              <a:t> </a:t>
            </a:r>
            <a:r>
              <a:rPr lang="en-US" altLang="zh-CN" sz="2000" dirty="0">
                <a:solidFill>
                  <a:srgbClr val="000000"/>
                </a:solidFill>
                <a:latin typeface="+mn-ea"/>
                <a:ea typeface="+mn-ea"/>
              </a:rPr>
              <a:t>1963 </a:t>
            </a:r>
            <a:r>
              <a:rPr lang="zh-CN" altLang="en-US" sz="2000" dirty="0">
                <a:solidFill>
                  <a:srgbClr val="000000"/>
                </a:solidFill>
                <a:latin typeface="+mn-ea"/>
                <a:ea typeface="+mn-ea"/>
              </a:rPr>
              <a:t>年，美国 </a:t>
            </a:r>
            <a:r>
              <a:rPr lang="en-US" altLang="zh-CN" sz="2000" dirty="0">
                <a:solidFill>
                  <a:srgbClr val="000000"/>
                </a:solidFill>
                <a:latin typeface="+mn-ea"/>
                <a:ea typeface="+mn-ea"/>
                <a:cs typeface="Times New Roman" panose="02020603050405020304" pitchFamily="18" charset="0"/>
              </a:rPr>
              <a:t>Honeywell</a:t>
            </a:r>
            <a:r>
              <a:rPr lang="en-US" altLang="zh-CN" sz="2000" dirty="0">
                <a:solidFill>
                  <a:srgbClr val="000000"/>
                </a:solidFill>
                <a:latin typeface="+mn-ea"/>
                <a:ea typeface="+mn-ea"/>
              </a:rPr>
              <a:t> </a:t>
            </a:r>
            <a:r>
              <a:rPr lang="zh-CN" altLang="en-US" sz="2000" dirty="0">
                <a:solidFill>
                  <a:srgbClr val="000000"/>
                </a:solidFill>
                <a:latin typeface="+mn-ea"/>
                <a:ea typeface="+mn-ea"/>
              </a:rPr>
              <a:t>公司的 </a:t>
            </a:r>
            <a:r>
              <a:rPr lang="en-US" altLang="zh-CN" sz="2000" dirty="0">
                <a:solidFill>
                  <a:srgbClr val="000000"/>
                </a:solidFill>
                <a:latin typeface="+mn-ea"/>
                <a:ea typeface="+mn-ea"/>
                <a:cs typeface="Times New Roman" panose="02020603050405020304" pitchFamily="18" charset="0"/>
              </a:rPr>
              <a:t>IDS</a:t>
            </a:r>
            <a:r>
              <a:rPr lang="zh-CN" altLang="en-US" sz="2000" dirty="0">
                <a:solidFill>
                  <a:srgbClr val="000000"/>
                </a:solidFill>
                <a:latin typeface="+mn-ea"/>
                <a:ea typeface="+mn-ea"/>
                <a:cs typeface="Times New Roman" panose="02020603050405020304" pitchFamily="18" charset="0"/>
              </a:rPr>
              <a:t>（</a:t>
            </a:r>
            <a:r>
              <a:rPr lang="en-US" altLang="zh-CN" sz="2000" dirty="0">
                <a:solidFill>
                  <a:srgbClr val="000000"/>
                </a:solidFill>
                <a:latin typeface="+mn-ea"/>
                <a:ea typeface="+mn-ea"/>
                <a:cs typeface="Times New Roman" panose="02020603050405020304" pitchFamily="18" charset="0"/>
              </a:rPr>
              <a:t>Integrated Data Store</a:t>
            </a:r>
            <a:r>
              <a:rPr lang="zh-CN" altLang="en-US" sz="2000" dirty="0">
                <a:solidFill>
                  <a:srgbClr val="000000"/>
                </a:solidFill>
                <a:latin typeface="+mn-ea"/>
                <a:ea typeface="+mn-ea"/>
                <a:cs typeface="Times New Roman" panose="02020603050405020304" pitchFamily="18" charset="0"/>
              </a:rPr>
              <a:t>）</a:t>
            </a:r>
            <a:r>
              <a:rPr lang="zh-CN" altLang="en-US" sz="2000" dirty="0">
                <a:solidFill>
                  <a:srgbClr val="000000"/>
                </a:solidFill>
                <a:latin typeface="+mn-ea"/>
                <a:ea typeface="+mn-ea"/>
              </a:rPr>
              <a:t>系统投入运行，揭开了数据库技术的序幕。</a:t>
            </a:r>
          </a:p>
          <a:p>
            <a:pPr marL="285750" indent="-285750">
              <a:lnSpc>
                <a:spcPct val="150000"/>
              </a:lnSpc>
              <a:buFont typeface="Wingdings" panose="05000000000000000000" pitchFamily="2" charset="2"/>
              <a:buChar char="p"/>
            </a:pPr>
            <a:r>
              <a:rPr lang="en-US" altLang="zh-CN" sz="2000" dirty="0">
                <a:solidFill>
                  <a:srgbClr val="000000"/>
                </a:solidFill>
                <a:latin typeface="+mn-ea"/>
                <a:ea typeface="+mn-ea"/>
              </a:rPr>
              <a:t> 1965 </a:t>
            </a:r>
            <a:r>
              <a:rPr lang="zh-CN" altLang="en-US" sz="2000" dirty="0">
                <a:solidFill>
                  <a:srgbClr val="000000"/>
                </a:solidFill>
                <a:latin typeface="+mn-ea"/>
                <a:ea typeface="+mn-ea"/>
              </a:rPr>
              <a:t>年，美国一家火箭公司利用该系统帮助设计了阿波罗登月宇航器，推动了数据库技术的产生。</a:t>
            </a:r>
          </a:p>
          <a:p>
            <a:pPr marL="285750" indent="-285750">
              <a:lnSpc>
                <a:spcPct val="150000"/>
              </a:lnSpc>
              <a:buFont typeface="Wingdings" panose="05000000000000000000" pitchFamily="2" charset="2"/>
              <a:buChar char="p"/>
            </a:pPr>
            <a:r>
              <a:rPr lang="en-US" altLang="zh-CN" sz="2000" dirty="0">
                <a:solidFill>
                  <a:srgbClr val="000000"/>
                </a:solidFill>
                <a:latin typeface="+mn-ea"/>
                <a:ea typeface="+mn-ea"/>
              </a:rPr>
              <a:t> 1968 </a:t>
            </a:r>
            <a:r>
              <a:rPr lang="zh-CN" altLang="en-US" sz="2000" dirty="0">
                <a:solidFill>
                  <a:srgbClr val="000000"/>
                </a:solidFill>
                <a:latin typeface="+mn-ea"/>
                <a:ea typeface="+mn-ea"/>
              </a:rPr>
              <a:t>年，美国 </a:t>
            </a:r>
            <a:r>
              <a:rPr lang="en-US" altLang="zh-CN" sz="2000" dirty="0">
                <a:solidFill>
                  <a:srgbClr val="000000"/>
                </a:solidFill>
                <a:latin typeface="+mn-ea"/>
                <a:ea typeface="+mn-ea"/>
                <a:cs typeface="Times New Roman" panose="02020603050405020304" pitchFamily="18" charset="0"/>
              </a:rPr>
              <a:t>IBM</a:t>
            </a:r>
            <a:r>
              <a:rPr lang="en-US" altLang="zh-CN" sz="2000" dirty="0">
                <a:solidFill>
                  <a:srgbClr val="000000"/>
                </a:solidFill>
                <a:latin typeface="+mn-ea"/>
                <a:ea typeface="+mn-ea"/>
              </a:rPr>
              <a:t> </a:t>
            </a:r>
            <a:r>
              <a:rPr lang="zh-CN" altLang="en-US" sz="2000" dirty="0">
                <a:solidFill>
                  <a:srgbClr val="000000"/>
                </a:solidFill>
                <a:latin typeface="+mn-ea"/>
                <a:ea typeface="+mn-ea"/>
              </a:rPr>
              <a:t>公司研发了基于层次模型的数据库系统 </a:t>
            </a:r>
            <a:r>
              <a:rPr lang="en-US" altLang="zh-CN" sz="2000" dirty="0">
                <a:solidFill>
                  <a:srgbClr val="000000"/>
                </a:solidFill>
                <a:latin typeface="+mn-ea"/>
                <a:ea typeface="+mn-ea"/>
                <a:cs typeface="Times New Roman" panose="02020603050405020304" pitchFamily="18" charset="0"/>
              </a:rPr>
              <a:t>IMS</a:t>
            </a:r>
            <a:r>
              <a:rPr lang="zh-CN" altLang="en-US" sz="2000" dirty="0">
                <a:solidFill>
                  <a:srgbClr val="000000"/>
                </a:solidFill>
                <a:latin typeface="+mn-ea"/>
                <a:ea typeface="+mn-ea"/>
                <a:cs typeface="Times New Roman" panose="02020603050405020304" pitchFamily="18" charset="0"/>
              </a:rPr>
              <a:t>（</a:t>
            </a:r>
            <a:r>
              <a:rPr lang="en-US" altLang="zh-CN" sz="2000" dirty="0">
                <a:solidFill>
                  <a:srgbClr val="000000"/>
                </a:solidFill>
                <a:latin typeface="+mn-ea"/>
                <a:ea typeface="+mn-ea"/>
                <a:cs typeface="Times New Roman" panose="02020603050405020304" pitchFamily="18" charset="0"/>
              </a:rPr>
              <a:t>Information Management System</a:t>
            </a:r>
            <a:r>
              <a:rPr lang="zh-CN" altLang="en-US" sz="2000" dirty="0">
                <a:solidFill>
                  <a:srgbClr val="000000"/>
                </a:solidFill>
                <a:latin typeface="+mn-ea"/>
                <a:ea typeface="+mn-ea"/>
                <a:cs typeface="Times New Roman" panose="02020603050405020304" pitchFamily="18" charset="0"/>
              </a:rPr>
              <a:t>）。</a:t>
            </a:r>
          </a:p>
          <a:p>
            <a:pPr marL="285750" indent="-285750">
              <a:lnSpc>
                <a:spcPct val="150000"/>
              </a:lnSpc>
              <a:buFont typeface="Wingdings" panose="05000000000000000000" pitchFamily="2" charset="2"/>
              <a:buChar char="p"/>
            </a:pPr>
            <a:r>
              <a:rPr lang="en-US" altLang="zh-CN" sz="2000" dirty="0">
                <a:solidFill>
                  <a:srgbClr val="000000"/>
                </a:solidFill>
                <a:latin typeface="+mn-ea"/>
                <a:ea typeface="+mn-ea"/>
              </a:rPr>
              <a:t> 1969 </a:t>
            </a:r>
            <a:r>
              <a:rPr lang="zh-CN" altLang="en-US" sz="2000" dirty="0">
                <a:solidFill>
                  <a:srgbClr val="000000"/>
                </a:solidFill>
                <a:latin typeface="+mn-ea"/>
                <a:ea typeface="+mn-ea"/>
              </a:rPr>
              <a:t>年，美国数据库系统语言研究会</a:t>
            </a:r>
            <a:r>
              <a:rPr lang="zh-CN" altLang="en-US" sz="2000" dirty="0">
                <a:solidFill>
                  <a:srgbClr val="000000"/>
                </a:solidFill>
                <a:latin typeface="+mn-ea"/>
                <a:ea typeface="+mn-ea"/>
                <a:cs typeface="Times New Roman" panose="02020603050405020304" pitchFamily="18" charset="0"/>
              </a:rPr>
              <a:t>（</a:t>
            </a:r>
            <a:r>
              <a:rPr lang="en-US" altLang="zh-CN" sz="2000" dirty="0">
                <a:solidFill>
                  <a:srgbClr val="000000"/>
                </a:solidFill>
                <a:latin typeface="+mn-ea"/>
                <a:ea typeface="+mn-ea"/>
                <a:cs typeface="Times New Roman" panose="02020603050405020304" pitchFamily="18" charset="0"/>
              </a:rPr>
              <a:t>conference on data system language</a:t>
            </a:r>
            <a:r>
              <a:rPr lang="zh-CN" altLang="en-US" sz="2000" dirty="0">
                <a:solidFill>
                  <a:srgbClr val="000000"/>
                </a:solidFill>
                <a:latin typeface="+mn-ea"/>
                <a:ea typeface="+mn-ea"/>
                <a:cs typeface="Times New Roman" panose="02020603050405020304" pitchFamily="18" charset="0"/>
              </a:rPr>
              <a:t>）</a:t>
            </a:r>
            <a:r>
              <a:rPr lang="zh-CN" altLang="en-US" sz="2000" dirty="0">
                <a:solidFill>
                  <a:srgbClr val="000000"/>
                </a:solidFill>
                <a:latin typeface="+mn-ea"/>
                <a:ea typeface="+mn-ea"/>
              </a:rPr>
              <a:t>下属的数据库任务组</a:t>
            </a:r>
            <a:r>
              <a:rPr lang="zh-CN" altLang="en-US" sz="2000" dirty="0">
                <a:solidFill>
                  <a:srgbClr val="000000"/>
                </a:solidFill>
                <a:latin typeface="+mn-ea"/>
                <a:ea typeface="+mn-ea"/>
                <a:cs typeface="Times New Roman" panose="02020603050405020304" pitchFamily="18" charset="0"/>
              </a:rPr>
              <a:t>（</a:t>
            </a:r>
            <a:r>
              <a:rPr lang="en-US" altLang="zh-CN" sz="2000" dirty="0" err="1">
                <a:solidFill>
                  <a:srgbClr val="000000"/>
                </a:solidFill>
                <a:latin typeface="+mn-ea"/>
                <a:ea typeface="+mn-ea"/>
                <a:cs typeface="Times New Roman" panose="02020603050405020304" pitchFamily="18" charset="0"/>
              </a:rPr>
              <a:t>DataBase</a:t>
            </a:r>
            <a:r>
              <a:rPr lang="en-US" altLang="zh-CN" sz="2000" dirty="0">
                <a:solidFill>
                  <a:srgbClr val="000000"/>
                </a:solidFill>
                <a:latin typeface="+mn-ea"/>
                <a:ea typeface="+mn-ea"/>
                <a:cs typeface="Times New Roman" panose="02020603050405020304" pitchFamily="18" charset="0"/>
              </a:rPr>
              <a:t> Task Group</a:t>
            </a:r>
            <a:r>
              <a:rPr lang="zh-CN" altLang="en-US" sz="2000" dirty="0">
                <a:solidFill>
                  <a:srgbClr val="000000"/>
                </a:solidFill>
                <a:latin typeface="+mn-ea"/>
                <a:ea typeface="+mn-ea"/>
                <a:cs typeface="Times New Roman" panose="02020603050405020304" pitchFamily="18" charset="0"/>
              </a:rPr>
              <a:t>）</a:t>
            </a:r>
            <a:r>
              <a:rPr lang="zh-CN" altLang="en-US" sz="2000" dirty="0">
                <a:solidFill>
                  <a:srgbClr val="000000"/>
                </a:solidFill>
                <a:latin typeface="+mn-ea"/>
                <a:ea typeface="+mn-ea"/>
              </a:rPr>
              <a:t>提出基于网状数据模型的一个系统方案。</a:t>
            </a:r>
          </a:p>
          <a:p>
            <a:pPr marL="285750" indent="-285750">
              <a:lnSpc>
                <a:spcPct val="150000"/>
              </a:lnSpc>
              <a:buFont typeface="Wingdings" panose="05000000000000000000" pitchFamily="2" charset="2"/>
              <a:buChar char="p"/>
            </a:pPr>
            <a:r>
              <a:rPr lang="en-US" altLang="zh-CN" sz="2000" dirty="0">
                <a:solidFill>
                  <a:srgbClr val="000000"/>
                </a:solidFill>
                <a:latin typeface="+mn-ea"/>
                <a:ea typeface="+mn-ea"/>
              </a:rPr>
              <a:t> 1970 </a:t>
            </a:r>
            <a:r>
              <a:rPr lang="zh-CN" altLang="en-US" sz="2000" dirty="0">
                <a:solidFill>
                  <a:srgbClr val="000000"/>
                </a:solidFill>
                <a:latin typeface="+mn-ea"/>
                <a:ea typeface="+mn-ea"/>
              </a:rPr>
              <a:t>年，美国</a:t>
            </a:r>
            <a:r>
              <a:rPr lang="zh-CN" altLang="en-US" sz="2000" dirty="0">
                <a:solidFill>
                  <a:srgbClr val="000000"/>
                </a:solidFill>
                <a:latin typeface="+mn-ea"/>
                <a:ea typeface="+mn-ea"/>
                <a:cs typeface="Times New Roman" panose="02020603050405020304" pitchFamily="18" charset="0"/>
              </a:rPr>
              <a:t> </a:t>
            </a:r>
            <a:r>
              <a:rPr lang="en-US" altLang="zh-CN" sz="2000" dirty="0">
                <a:solidFill>
                  <a:srgbClr val="000000"/>
                </a:solidFill>
                <a:latin typeface="+mn-ea"/>
                <a:ea typeface="+mn-ea"/>
                <a:cs typeface="Times New Roman" panose="02020603050405020304" pitchFamily="18" charset="0"/>
              </a:rPr>
              <a:t>IBM </a:t>
            </a:r>
            <a:r>
              <a:rPr lang="zh-CN" altLang="en-US" sz="2000" dirty="0">
                <a:solidFill>
                  <a:srgbClr val="000000"/>
                </a:solidFill>
                <a:latin typeface="+mn-ea"/>
                <a:ea typeface="+mn-ea"/>
              </a:rPr>
              <a:t>的</a:t>
            </a:r>
            <a:r>
              <a:rPr lang="zh-CN" altLang="en-US" sz="2000" dirty="0">
                <a:solidFill>
                  <a:srgbClr val="000000"/>
                </a:solidFill>
                <a:latin typeface="+mn-ea"/>
                <a:ea typeface="+mn-ea"/>
                <a:cs typeface="Times New Roman" panose="02020603050405020304" pitchFamily="18" charset="0"/>
              </a:rPr>
              <a:t> </a:t>
            </a:r>
            <a:r>
              <a:rPr lang="en-US" altLang="zh-CN" sz="2000" dirty="0" err="1">
                <a:solidFill>
                  <a:srgbClr val="000000"/>
                </a:solidFill>
                <a:latin typeface="+mn-ea"/>
                <a:ea typeface="+mn-ea"/>
                <a:cs typeface="Times New Roman" panose="02020603050405020304" pitchFamily="18" charset="0"/>
              </a:rPr>
              <a:t>E.F.Codd</a:t>
            </a:r>
            <a:r>
              <a:rPr lang="en-US" altLang="zh-CN" sz="2000" dirty="0">
                <a:solidFill>
                  <a:srgbClr val="000000"/>
                </a:solidFill>
                <a:latin typeface="+mn-ea"/>
                <a:ea typeface="+mn-ea"/>
                <a:cs typeface="Times New Roman" panose="02020603050405020304" pitchFamily="18" charset="0"/>
              </a:rPr>
              <a:t> </a:t>
            </a:r>
            <a:r>
              <a:rPr lang="zh-CN" altLang="en-US" sz="2000" dirty="0">
                <a:solidFill>
                  <a:srgbClr val="000000"/>
                </a:solidFill>
                <a:latin typeface="+mn-ea"/>
                <a:ea typeface="+mn-ea"/>
              </a:rPr>
              <a:t>发表论文提出了关系数据模型。</a:t>
            </a:r>
          </a:p>
        </p:txBody>
      </p:sp>
    </p:spTree>
    <p:extLst>
      <p:ext uri="{BB962C8B-B14F-4D97-AF65-F5344CB8AC3E}">
        <p14:creationId xmlns:p14="http://schemas.microsoft.com/office/powerpoint/2010/main" val="1809664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80A2FA3C-4D5B-45EB-B0A5-AB09019D1F6B}"/>
              </a:ext>
            </a:extLst>
          </p:cNvPr>
          <p:cNvSpPr>
            <a:spLocks noGrp="1"/>
          </p:cNvSpPr>
          <p:nvPr>
            <p:ph type="title"/>
          </p:nvPr>
        </p:nvSpPr>
        <p:spPr/>
        <p:txBody>
          <a:bodyPr/>
          <a:lstStyle/>
          <a:p>
            <a:r>
              <a:rPr lang="zh-CN" altLang="en-US"/>
              <a:t>小结</a:t>
            </a:r>
          </a:p>
        </p:txBody>
      </p:sp>
      <p:sp>
        <p:nvSpPr>
          <p:cNvPr id="3" name="内容占位符 2">
            <a:extLst>
              <a:ext uri="{FF2B5EF4-FFF2-40B4-BE49-F238E27FC236}">
                <a16:creationId xmlns:a16="http://schemas.microsoft.com/office/drawing/2014/main" id="{3D2F3B4F-0408-45E6-B059-702A564A9D3B}"/>
              </a:ext>
            </a:extLst>
          </p:cNvPr>
          <p:cNvSpPr>
            <a:spLocks noGrp="1"/>
          </p:cNvSpPr>
          <p:nvPr>
            <p:ph idx="1"/>
          </p:nvPr>
        </p:nvSpPr>
        <p:spPr>
          <a:xfrm>
            <a:off x="827088" y="2017713"/>
            <a:ext cx="7772400" cy="4114800"/>
          </a:xfrm>
        </p:spPr>
        <p:txBody>
          <a:bodyPr/>
          <a:lstStyle/>
          <a:p>
            <a:pPr marL="0" indent="0">
              <a:buFont typeface="Wingdings" panose="05000000000000000000" pitchFamily="2" charset="2"/>
              <a:buNone/>
              <a:defRPr/>
            </a:pPr>
            <a:r>
              <a:rPr lang="zh-CN" altLang="en-US" sz="2400" b="1" dirty="0"/>
              <a:t>数据库管理系统的目的就是为了解决上面提到的和未提到的在文件管理系统中存在的问题：</a:t>
            </a:r>
          </a:p>
          <a:p>
            <a:pPr>
              <a:defRPr/>
            </a:pPr>
            <a:r>
              <a:rPr lang="zh-CN" altLang="en-US" sz="2400" b="1" dirty="0"/>
              <a:t>数据冗余和不一致</a:t>
            </a:r>
          </a:p>
          <a:p>
            <a:pPr>
              <a:defRPr/>
            </a:pPr>
            <a:r>
              <a:rPr lang="zh-CN" altLang="en-US" sz="2400" b="1" dirty="0"/>
              <a:t>数据访问困难</a:t>
            </a:r>
          </a:p>
          <a:p>
            <a:pPr>
              <a:defRPr/>
            </a:pPr>
            <a:r>
              <a:rPr lang="zh-CN" altLang="en-US" sz="2400" b="1" dirty="0"/>
              <a:t>数据孤立</a:t>
            </a:r>
          </a:p>
          <a:p>
            <a:pPr>
              <a:defRPr/>
            </a:pPr>
            <a:r>
              <a:rPr lang="zh-CN" altLang="en-US" sz="2400" b="1" dirty="0"/>
              <a:t>完整性问题</a:t>
            </a:r>
          </a:p>
          <a:p>
            <a:pPr>
              <a:defRPr/>
            </a:pPr>
            <a:r>
              <a:rPr lang="zh-CN" altLang="en-US" sz="2400" b="1" dirty="0"/>
              <a:t>原子性问题</a:t>
            </a:r>
          </a:p>
          <a:p>
            <a:pPr>
              <a:defRPr/>
            </a:pPr>
            <a:r>
              <a:rPr lang="zh-CN" altLang="en-US" sz="2400" b="1" dirty="0"/>
              <a:t>并发访问异常</a:t>
            </a:r>
          </a:p>
          <a:p>
            <a:pPr>
              <a:defRPr/>
            </a:pPr>
            <a:r>
              <a:rPr lang="zh-CN" altLang="en-US" sz="2400" b="1" dirty="0"/>
              <a:t>安全性问题</a:t>
            </a:r>
          </a:p>
          <a:p>
            <a:pPr marL="0" indent="0">
              <a:buFont typeface="Wingdings" panose="05000000000000000000" pitchFamily="2" charset="2"/>
              <a:buNone/>
              <a:defRPr/>
            </a:pPr>
            <a:r>
              <a:rPr lang="zh-CN" altLang="en-US" sz="2400" b="1" dirty="0"/>
              <a:t>由于这些问题，数据库管理系统提出了很多新的概念和算法，加速了</a:t>
            </a:r>
            <a:r>
              <a:rPr lang="en-US" altLang="zh-CN" sz="2400" b="1" dirty="0"/>
              <a:t>DBMS</a:t>
            </a:r>
            <a:r>
              <a:rPr lang="zh-CN" altLang="en-US" sz="2400" b="1" dirty="0"/>
              <a:t>的发展。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83B1477-7E64-426C-94D0-4C0D1F3617FD}"/>
              </a:ext>
            </a:extLst>
          </p:cNvPr>
          <p:cNvSpPr>
            <a:spLocks noGrp="1" noChangeArrowheads="1"/>
          </p:cNvSpPr>
          <p:nvPr>
            <p:ph type="title"/>
          </p:nvPr>
        </p:nvSpPr>
        <p:spPr/>
        <p:txBody>
          <a:bodyPr/>
          <a:lstStyle/>
          <a:p>
            <a:pPr eaLnBrk="1" hangingPunct="1"/>
            <a:r>
              <a:rPr lang="zh-CN" altLang="en-US" sz="3200"/>
              <a:t>数据管理技术的产生和发展</a:t>
            </a:r>
            <a:r>
              <a:rPr lang="en-US" altLang="zh-CN" sz="3200"/>
              <a:t>(</a:t>
            </a:r>
            <a:r>
              <a:rPr lang="zh-CN" altLang="en-US" sz="3200"/>
              <a:t>续</a:t>
            </a:r>
            <a:r>
              <a:rPr lang="en-US" altLang="zh-CN" sz="3200"/>
              <a:t>)</a:t>
            </a:r>
            <a:endParaRPr lang="en-US" altLang="zh-CN" sz="3200">
              <a:ea typeface="黑体" panose="02010609060101010101" pitchFamily="49" charset="-122"/>
            </a:endParaRPr>
          </a:p>
        </p:txBody>
      </p:sp>
      <p:sp>
        <p:nvSpPr>
          <p:cNvPr id="20483" name="Rectangle 3">
            <a:extLst>
              <a:ext uri="{FF2B5EF4-FFF2-40B4-BE49-F238E27FC236}">
                <a16:creationId xmlns:a16="http://schemas.microsoft.com/office/drawing/2014/main" id="{8150049D-F8E8-4B80-99B9-456DEBE91774}"/>
              </a:ext>
            </a:extLst>
          </p:cNvPr>
          <p:cNvSpPr>
            <a:spLocks noGrp="1" noChangeArrowheads="1"/>
          </p:cNvSpPr>
          <p:nvPr>
            <p:ph type="body" idx="1"/>
          </p:nvPr>
        </p:nvSpPr>
        <p:spPr>
          <a:xfrm>
            <a:off x="1182688" y="2017713"/>
            <a:ext cx="7046912" cy="4114800"/>
          </a:xfrm>
        </p:spPr>
        <p:txBody>
          <a:bodyPr/>
          <a:lstStyle/>
          <a:p>
            <a:pPr algn="just" eaLnBrk="1" hangingPunct="1"/>
            <a:r>
              <a:rPr lang="zh-CN" altLang="en-US" b="1" dirty="0"/>
              <a:t>数据管理技术的发展动力</a:t>
            </a:r>
          </a:p>
          <a:p>
            <a:pPr lvl="1" algn="just" eaLnBrk="1" hangingPunct="1"/>
            <a:r>
              <a:rPr lang="zh-CN" altLang="en-US" b="1" dirty="0"/>
              <a:t>应用需求的推动</a:t>
            </a:r>
          </a:p>
          <a:p>
            <a:pPr lvl="1" algn="just" eaLnBrk="1" hangingPunct="1"/>
            <a:r>
              <a:rPr lang="zh-CN" altLang="en-US" b="1" dirty="0"/>
              <a:t>计算机硬件的发展</a:t>
            </a:r>
          </a:p>
          <a:p>
            <a:pPr lvl="1" algn="just" eaLnBrk="1" hangingPunct="1"/>
            <a:r>
              <a:rPr lang="zh-CN" altLang="en-US" b="1" dirty="0"/>
              <a:t>计算机软件的发展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F155A54-75F4-44AF-8D29-FF64A990EA1B}"/>
              </a:ext>
            </a:extLst>
          </p:cNvPr>
          <p:cNvSpPr>
            <a:spLocks noGrp="1" noChangeArrowheads="1"/>
          </p:cNvSpPr>
          <p:nvPr>
            <p:ph type="title"/>
          </p:nvPr>
        </p:nvSpPr>
        <p:spPr/>
        <p:txBody>
          <a:bodyPr/>
          <a:lstStyle/>
          <a:p>
            <a:pPr eaLnBrk="1" hangingPunct="1"/>
            <a:r>
              <a:rPr lang="en-US" altLang="zh-CN" dirty="0"/>
              <a:t>1.3 </a:t>
            </a:r>
            <a:r>
              <a:rPr lang="zh-CN" altLang="en-US" dirty="0"/>
              <a:t>数据模型（</a:t>
            </a:r>
            <a:r>
              <a:rPr lang="en-US" altLang="zh-CN" dirty="0"/>
              <a:t>Data Model</a:t>
            </a:r>
            <a:r>
              <a:rPr lang="zh-CN" altLang="en-US" dirty="0"/>
              <a:t>）</a:t>
            </a:r>
          </a:p>
        </p:txBody>
      </p:sp>
      <p:sp>
        <p:nvSpPr>
          <p:cNvPr id="351235" name="Rectangle 3">
            <a:extLst>
              <a:ext uri="{FF2B5EF4-FFF2-40B4-BE49-F238E27FC236}">
                <a16:creationId xmlns:a16="http://schemas.microsoft.com/office/drawing/2014/main" id="{DF25CB5B-D25D-43A2-8D7B-F640A7CABF28}"/>
              </a:ext>
            </a:extLst>
          </p:cNvPr>
          <p:cNvSpPr>
            <a:spLocks noGrp="1" noChangeArrowheads="1"/>
          </p:cNvSpPr>
          <p:nvPr>
            <p:ph type="body" idx="1"/>
          </p:nvPr>
        </p:nvSpPr>
        <p:spPr>
          <a:xfrm>
            <a:off x="914400" y="1828800"/>
            <a:ext cx="7772400" cy="4114800"/>
          </a:xfrm>
        </p:spPr>
        <p:txBody>
          <a:bodyPr/>
          <a:lstStyle/>
          <a:p>
            <a:pPr eaLnBrk="1" hangingPunct="1">
              <a:lnSpc>
                <a:spcPct val="140000"/>
              </a:lnSpc>
            </a:pPr>
            <a:r>
              <a:rPr lang="zh-CN" altLang="en-US" sz="2800" b="1"/>
              <a:t>数据模型用来</a:t>
            </a:r>
            <a:r>
              <a:rPr lang="zh-CN" altLang="en-US" sz="2800" b="1">
                <a:solidFill>
                  <a:schemeClr val="tx2"/>
                </a:solidFill>
              </a:rPr>
              <a:t>抽象、表示和处理</a:t>
            </a:r>
            <a:r>
              <a:rPr lang="zh-CN" altLang="en-US" sz="2800" b="1"/>
              <a:t>现实世界中的数据和信息。通俗地讲数据模型就是现实世界的模拟。</a:t>
            </a:r>
          </a:p>
          <a:p>
            <a:pPr algn="just" eaLnBrk="1" hangingPunct="1">
              <a:lnSpc>
                <a:spcPct val="140000"/>
              </a:lnSpc>
            </a:pPr>
            <a:r>
              <a:rPr lang="zh-CN" altLang="en-US" sz="2800" b="1"/>
              <a:t>数据模型应满足三方面要求</a:t>
            </a:r>
          </a:p>
          <a:p>
            <a:pPr lvl="1" algn="just" eaLnBrk="1" hangingPunct="1">
              <a:lnSpc>
                <a:spcPct val="140000"/>
              </a:lnSpc>
            </a:pPr>
            <a:r>
              <a:rPr lang="zh-CN" altLang="en-US" sz="2400" b="1"/>
              <a:t>能比较</a:t>
            </a:r>
            <a:r>
              <a:rPr lang="zh-CN" altLang="en-US" sz="2400" b="1">
                <a:solidFill>
                  <a:schemeClr val="folHlink"/>
                </a:solidFill>
              </a:rPr>
              <a:t>真实</a:t>
            </a:r>
            <a:r>
              <a:rPr lang="zh-CN" altLang="en-US" sz="2400" b="1"/>
              <a:t>地模拟现实世界</a:t>
            </a:r>
          </a:p>
          <a:p>
            <a:pPr lvl="1" algn="just" eaLnBrk="1" hangingPunct="1">
              <a:lnSpc>
                <a:spcPct val="140000"/>
              </a:lnSpc>
            </a:pPr>
            <a:r>
              <a:rPr lang="zh-CN" altLang="en-US" sz="2400" b="1"/>
              <a:t>容</a:t>
            </a:r>
            <a:r>
              <a:rPr lang="zh-CN" altLang="en-US" sz="2400" b="1">
                <a:solidFill>
                  <a:schemeClr val="folHlink"/>
                </a:solidFill>
              </a:rPr>
              <a:t>易</a:t>
            </a:r>
            <a:r>
              <a:rPr lang="zh-CN" altLang="en-US" sz="2400" b="1"/>
              <a:t>为人所</a:t>
            </a:r>
            <a:r>
              <a:rPr lang="zh-CN" altLang="en-US" sz="2400" b="1">
                <a:solidFill>
                  <a:schemeClr val="folHlink"/>
                </a:solidFill>
              </a:rPr>
              <a:t>理解</a:t>
            </a:r>
          </a:p>
          <a:p>
            <a:pPr lvl="1" algn="just" eaLnBrk="1" hangingPunct="1">
              <a:lnSpc>
                <a:spcPct val="140000"/>
              </a:lnSpc>
            </a:pPr>
            <a:r>
              <a:rPr lang="zh-CN" altLang="en-US" sz="2400" b="1">
                <a:solidFill>
                  <a:schemeClr val="folHlink"/>
                </a:solidFill>
              </a:rPr>
              <a:t>易</a:t>
            </a:r>
            <a:r>
              <a:rPr lang="zh-CN" altLang="en-US" sz="2400" b="1"/>
              <a:t>于在计算机上</a:t>
            </a:r>
            <a:r>
              <a:rPr lang="zh-CN" altLang="en-US" sz="2400" b="1">
                <a:solidFill>
                  <a:schemeClr val="folHlink"/>
                </a:solidFill>
              </a:rPr>
              <a:t>实现</a:t>
            </a:r>
          </a:p>
        </p:txBody>
      </p:sp>
    </p:spTree>
    <p:extLst>
      <p:ext uri="{BB962C8B-B14F-4D97-AF65-F5344CB8AC3E}">
        <p14:creationId xmlns:p14="http://schemas.microsoft.com/office/powerpoint/2010/main" val="175082659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12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2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12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3A6428E-510F-4048-BE11-AAB811E1ED3D}"/>
              </a:ext>
            </a:extLst>
          </p:cNvPr>
          <p:cNvSpPr>
            <a:spLocks noGrp="1" noChangeArrowheads="1"/>
          </p:cNvSpPr>
          <p:nvPr>
            <p:ph type="title"/>
          </p:nvPr>
        </p:nvSpPr>
        <p:spPr/>
        <p:txBody>
          <a:bodyPr/>
          <a:lstStyle/>
          <a:p>
            <a:pPr eaLnBrk="1" hangingPunct="1"/>
            <a:r>
              <a:rPr lang="en-US" altLang="zh-CN"/>
              <a:t>1.</a:t>
            </a:r>
            <a:r>
              <a:rPr lang="zh-CN" altLang="en-US"/>
              <a:t>客观对象的抽象过程</a:t>
            </a:r>
          </a:p>
        </p:txBody>
      </p:sp>
      <p:sp>
        <p:nvSpPr>
          <p:cNvPr id="54275" name="Rectangle 3">
            <a:extLst>
              <a:ext uri="{FF2B5EF4-FFF2-40B4-BE49-F238E27FC236}">
                <a16:creationId xmlns:a16="http://schemas.microsoft.com/office/drawing/2014/main" id="{DC2F3A25-4859-4B80-A87D-1744C336A6F9}"/>
              </a:ext>
            </a:extLst>
          </p:cNvPr>
          <p:cNvSpPr>
            <a:spLocks noGrp="1" noChangeArrowheads="1"/>
          </p:cNvSpPr>
          <p:nvPr>
            <p:ph type="body" idx="1"/>
          </p:nvPr>
        </p:nvSpPr>
        <p:spPr/>
        <p:txBody>
          <a:bodyPr/>
          <a:lstStyle/>
          <a:p>
            <a:pPr eaLnBrk="1" hangingPunct="1"/>
            <a:endParaRPr lang="zh-CN" altLang="zh-CN"/>
          </a:p>
        </p:txBody>
      </p:sp>
      <p:sp>
        <p:nvSpPr>
          <p:cNvPr id="400388" name="Rectangle 4">
            <a:extLst>
              <a:ext uri="{FF2B5EF4-FFF2-40B4-BE49-F238E27FC236}">
                <a16:creationId xmlns:a16="http://schemas.microsoft.com/office/drawing/2014/main" id="{08F40F93-2350-4152-AA4C-1A8BB24C601D}"/>
              </a:ext>
            </a:extLst>
          </p:cNvPr>
          <p:cNvSpPr>
            <a:spLocks noChangeArrowheads="1"/>
          </p:cNvSpPr>
          <p:nvPr/>
        </p:nvSpPr>
        <p:spPr bwMode="auto">
          <a:xfrm>
            <a:off x="5792788" y="5981700"/>
            <a:ext cx="2362200" cy="495300"/>
          </a:xfrm>
          <a:prstGeom prst="rect">
            <a:avLst/>
          </a:prstGeom>
          <a:solidFill>
            <a:srgbClr val="00E4A8"/>
          </a:solidFill>
          <a:ln w="9525">
            <a:solidFill>
              <a:srgbClr val="000000"/>
            </a:solidFill>
            <a:miter lim="800000"/>
            <a:headEnd/>
            <a:tailEnd/>
          </a:ln>
          <a:effectLst/>
        </p:spPr>
        <p:txBody>
          <a:bodyPr wrap="none" anchor="ctr"/>
          <a:lstStyle/>
          <a:p>
            <a:pPr algn="ctr">
              <a:lnSpc>
                <a:spcPct val="100000"/>
              </a:lnSpc>
              <a:spcBef>
                <a:spcPct val="0"/>
              </a:spcBef>
              <a:buClrTx/>
              <a:buSzTx/>
              <a:buFontTx/>
              <a:buNone/>
              <a:defRPr/>
            </a:pPr>
            <a:r>
              <a:rPr lang="zh-CN" altLang="en-US">
                <a:effectLst>
                  <a:outerShdw blurRad="38100" dist="38100" dir="2700000" algn="tl">
                    <a:srgbClr val="FFFFFF"/>
                  </a:outerShdw>
                </a:effectLst>
                <a:ea typeface="ˎ̥"/>
                <a:cs typeface="ˎ̥"/>
              </a:rPr>
              <a:t>机器世界</a:t>
            </a:r>
            <a:endParaRPr kumimoji="0" lang="zh-CN" altLang="en-US" sz="1800" b="0">
              <a:latin typeface="Arial" pitchFamily="34" charset="0"/>
            </a:endParaRPr>
          </a:p>
        </p:txBody>
      </p:sp>
      <p:grpSp>
        <p:nvGrpSpPr>
          <p:cNvPr id="2" name="Group 5">
            <a:extLst>
              <a:ext uri="{FF2B5EF4-FFF2-40B4-BE49-F238E27FC236}">
                <a16:creationId xmlns:a16="http://schemas.microsoft.com/office/drawing/2014/main" id="{04826B6A-1164-4BA1-A1E7-618F4F005A71}"/>
              </a:ext>
            </a:extLst>
          </p:cNvPr>
          <p:cNvGrpSpPr>
            <a:grpSpLocks/>
          </p:cNvGrpSpPr>
          <p:nvPr/>
        </p:nvGrpSpPr>
        <p:grpSpPr bwMode="auto">
          <a:xfrm>
            <a:off x="5716588" y="4832350"/>
            <a:ext cx="2362200" cy="1143000"/>
            <a:chOff x="3601" y="3000"/>
            <a:chExt cx="1488" cy="720"/>
          </a:xfrm>
        </p:grpSpPr>
        <p:sp>
          <p:nvSpPr>
            <p:cNvPr id="400390" name="Rectangle 6">
              <a:extLst>
                <a:ext uri="{FF2B5EF4-FFF2-40B4-BE49-F238E27FC236}">
                  <a16:creationId xmlns:a16="http://schemas.microsoft.com/office/drawing/2014/main" id="{3E9550AD-2573-42A7-B679-F0E0B676C611}"/>
                </a:ext>
              </a:extLst>
            </p:cNvPr>
            <p:cNvSpPr>
              <a:spLocks noChangeArrowheads="1"/>
            </p:cNvSpPr>
            <p:nvPr/>
          </p:nvSpPr>
          <p:spPr bwMode="auto">
            <a:xfrm>
              <a:off x="3601" y="3000"/>
              <a:ext cx="1488" cy="336"/>
            </a:xfrm>
            <a:prstGeom prst="rect">
              <a:avLst/>
            </a:prstGeom>
            <a:solidFill>
              <a:srgbClr val="00E4A8"/>
            </a:solidFill>
            <a:ln w="9525">
              <a:solidFill>
                <a:srgbClr val="000000"/>
              </a:solidFill>
              <a:miter lim="800000"/>
              <a:headEnd/>
              <a:tailEnd/>
            </a:ln>
            <a:effectLst/>
          </p:spPr>
          <p:txBody>
            <a:bodyPr wrap="none" anchor="ctr"/>
            <a:lstStyle/>
            <a:p>
              <a:pPr algn="ctr">
                <a:lnSpc>
                  <a:spcPct val="100000"/>
                </a:lnSpc>
                <a:spcBef>
                  <a:spcPct val="0"/>
                </a:spcBef>
                <a:buClrTx/>
                <a:buSzTx/>
                <a:buFontTx/>
                <a:buNone/>
                <a:defRPr/>
              </a:pPr>
              <a:r>
                <a:rPr lang="zh-CN" altLang="en-US">
                  <a:effectLst>
                    <a:outerShdw blurRad="38100" dist="38100" dir="2700000" algn="tl">
                      <a:srgbClr val="FFFFFF"/>
                    </a:outerShdw>
                  </a:effectLst>
                  <a:ea typeface="ˎ̥"/>
                  <a:cs typeface="ˎ̥"/>
                </a:rPr>
                <a:t>信息世界</a:t>
              </a:r>
              <a:endParaRPr kumimoji="0" lang="zh-CN" altLang="en-US" sz="1800" b="0">
                <a:latin typeface="Arial" pitchFamily="34" charset="0"/>
              </a:endParaRPr>
            </a:p>
          </p:txBody>
        </p:sp>
        <p:sp>
          <p:nvSpPr>
            <p:cNvPr id="54289" name="Line 7">
              <a:extLst>
                <a:ext uri="{FF2B5EF4-FFF2-40B4-BE49-F238E27FC236}">
                  <a16:creationId xmlns:a16="http://schemas.microsoft.com/office/drawing/2014/main" id="{39B9A2F0-3229-4D80-9659-398922CE5228}"/>
                </a:ext>
              </a:extLst>
            </p:cNvPr>
            <p:cNvSpPr>
              <a:spLocks noChangeShapeType="1"/>
            </p:cNvSpPr>
            <p:nvPr/>
          </p:nvSpPr>
          <p:spPr bwMode="auto">
            <a:xfrm flipH="1">
              <a:off x="4369" y="3384"/>
              <a:ext cx="0" cy="336"/>
            </a:xfrm>
            <a:prstGeom prst="line">
              <a:avLst/>
            </a:prstGeom>
            <a:noFill/>
            <a:ln w="381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00392" name="Text Box 8">
            <a:extLst>
              <a:ext uri="{FF2B5EF4-FFF2-40B4-BE49-F238E27FC236}">
                <a16:creationId xmlns:a16="http://schemas.microsoft.com/office/drawing/2014/main" id="{52289DDC-75BB-447A-AD56-1FDF44DE8977}"/>
              </a:ext>
            </a:extLst>
          </p:cNvPr>
          <p:cNvSpPr txBox="1">
            <a:spLocks noChangeArrowheads="1"/>
          </p:cNvSpPr>
          <p:nvPr/>
        </p:nvSpPr>
        <p:spPr bwMode="auto">
          <a:xfrm>
            <a:off x="1524000" y="2921000"/>
            <a:ext cx="3756025" cy="946150"/>
          </a:xfrm>
          <a:prstGeom prst="rect">
            <a:avLst/>
          </a:prstGeom>
          <a:solidFill>
            <a:srgbClr val="F5FA9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SzTx/>
              <a:buFontTx/>
              <a:buNone/>
            </a:pPr>
            <a:r>
              <a:rPr lang="zh-CN" altLang="en-US">
                <a:latin typeface="Arial" panose="020B0604020202020204" pitchFamily="34" charset="0"/>
                <a:ea typeface="隶书" panose="02010509060101010101" pitchFamily="49" charset="-122"/>
              </a:rPr>
              <a:t>现实世界中的客观对象</a:t>
            </a:r>
          </a:p>
          <a:p>
            <a:pPr eaLnBrk="1" hangingPunct="1">
              <a:lnSpc>
                <a:spcPct val="100000"/>
              </a:lnSpc>
              <a:spcBef>
                <a:spcPct val="0"/>
              </a:spcBef>
              <a:buClrTx/>
              <a:buSzTx/>
              <a:buFontTx/>
              <a:buNone/>
            </a:pPr>
            <a:r>
              <a:rPr lang="zh-CN" altLang="en-US">
                <a:latin typeface="Arial" panose="020B0604020202020204" pitchFamily="34" charset="0"/>
                <a:ea typeface="隶书" panose="02010509060101010101" pitchFamily="49" charset="-122"/>
              </a:rPr>
              <a:t>抽象为概念模型</a:t>
            </a:r>
          </a:p>
        </p:txBody>
      </p:sp>
      <p:sp>
        <p:nvSpPr>
          <p:cNvPr id="400393" name="Text Box 9">
            <a:extLst>
              <a:ext uri="{FF2B5EF4-FFF2-40B4-BE49-F238E27FC236}">
                <a16:creationId xmlns:a16="http://schemas.microsoft.com/office/drawing/2014/main" id="{C5750B3C-2B3C-4A3F-A38B-1FAA2A67E4B7}"/>
              </a:ext>
            </a:extLst>
          </p:cNvPr>
          <p:cNvSpPr txBox="1">
            <a:spLocks noChangeArrowheads="1"/>
          </p:cNvSpPr>
          <p:nvPr/>
        </p:nvSpPr>
        <p:spPr bwMode="auto">
          <a:xfrm>
            <a:off x="1535113" y="5110163"/>
            <a:ext cx="3756025" cy="946150"/>
          </a:xfrm>
          <a:prstGeom prst="rect">
            <a:avLst/>
          </a:prstGeom>
          <a:solidFill>
            <a:srgbClr val="F5FA9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SzTx/>
              <a:buFontTx/>
              <a:buNone/>
            </a:pPr>
            <a:r>
              <a:rPr lang="zh-CN" altLang="en-US">
                <a:latin typeface="Arial" panose="020B0604020202020204" pitchFamily="34" charset="0"/>
                <a:ea typeface="隶书" panose="02010509060101010101" pitchFamily="49" charset="-122"/>
              </a:rPr>
              <a:t>把概念模型转换为某一</a:t>
            </a:r>
          </a:p>
          <a:p>
            <a:pPr eaLnBrk="1" hangingPunct="1">
              <a:lnSpc>
                <a:spcPct val="100000"/>
              </a:lnSpc>
              <a:spcBef>
                <a:spcPct val="0"/>
              </a:spcBef>
              <a:buClrTx/>
              <a:buSzTx/>
              <a:buFontTx/>
              <a:buNone/>
            </a:pPr>
            <a:r>
              <a:rPr lang="en-US" altLang="zh-CN">
                <a:latin typeface="Arial" panose="020B0604020202020204" pitchFamily="34" charset="0"/>
                <a:ea typeface="隶书" panose="02010509060101010101" pitchFamily="49" charset="-122"/>
              </a:rPr>
              <a:t>DBMS</a:t>
            </a:r>
            <a:r>
              <a:rPr lang="zh-CN" altLang="en-US">
                <a:latin typeface="Arial" panose="020B0604020202020204" pitchFamily="34" charset="0"/>
                <a:ea typeface="隶书" panose="02010509060101010101" pitchFamily="49" charset="-122"/>
              </a:rPr>
              <a:t>支持的数据模型</a:t>
            </a:r>
          </a:p>
        </p:txBody>
      </p:sp>
      <p:grpSp>
        <p:nvGrpSpPr>
          <p:cNvPr id="3" name="Group 10">
            <a:extLst>
              <a:ext uri="{FF2B5EF4-FFF2-40B4-BE49-F238E27FC236}">
                <a16:creationId xmlns:a16="http://schemas.microsoft.com/office/drawing/2014/main" id="{4261D9BC-FC45-4C8B-9B40-7B99F18D1239}"/>
              </a:ext>
            </a:extLst>
          </p:cNvPr>
          <p:cNvGrpSpPr>
            <a:grpSpLocks/>
          </p:cNvGrpSpPr>
          <p:nvPr/>
        </p:nvGrpSpPr>
        <p:grpSpPr bwMode="auto">
          <a:xfrm>
            <a:off x="6600830" y="2813050"/>
            <a:ext cx="685800" cy="2019300"/>
            <a:chOff x="4158" y="1728"/>
            <a:chExt cx="432" cy="1272"/>
          </a:xfrm>
        </p:grpSpPr>
        <p:sp>
          <p:nvSpPr>
            <p:cNvPr id="54284" name="Line 11">
              <a:extLst>
                <a:ext uri="{FF2B5EF4-FFF2-40B4-BE49-F238E27FC236}">
                  <a16:creationId xmlns:a16="http://schemas.microsoft.com/office/drawing/2014/main" id="{2B691B07-FACE-44B6-8DFE-2F1348EDA588}"/>
                </a:ext>
              </a:extLst>
            </p:cNvPr>
            <p:cNvSpPr>
              <a:spLocks noChangeShapeType="1"/>
            </p:cNvSpPr>
            <p:nvPr/>
          </p:nvSpPr>
          <p:spPr bwMode="auto">
            <a:xfrm flipH="1">
              <a:off x="4369" y="2664"/>
              <a:ext cx="0" cy="336"/>
            </a:xfrm>
            <a:prstGeom prst="line">
              <a:avLst/>
            </a:prstGeom>
            <a:noFill/>
            <a:ln w="381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0397" name="Rectangle 13">
              <a:extLst>
                <a:ext uri="{FF2B5EF4-FFF2-40B4-BE49-F238E27FC236}">
                  <a16:creationId xmlns:a16="http://schemas.microsoft.com/office/drawing/2014/main" id="{A5600D8A-888F-498B-8759-E3492DC56CA2}"/>
                </a:ext>
              </a:extLst>
            </p:cNvPr>
            <p:cNvSpPr>
              <a:spLocks noChangeArrowheads="1"/>
            </p:cNvSpPr>
            <p:nvPr/>
          </p:nvSpPr>
          <p:spPr bwMode="auto">
            <a:xfrm>
              <a:off x="4158" y="1728"/>
              <a:ext cx="432" cy="912"/>
            </a:xfrm>
            <a:prstGeom prst="rect">
              <a:avLst/>
            </a:prstGeom>
            <a:solidFill>
              <a:srgbClr val="00E4A8"/>
            </a:solidFill>
            <a:ln w="9525">
              <a:solidFill>
                <a:srgbClr val="000000"/>
              </a:solidFill>
              <a:miter lim="800000"/>
              <a:headEnd/>
              <a:tailEnd/>
            </a:ln>
            <a:effectLst/>
          </p:spPr>
          <p:txBody>
            <a:bodyPr wrap="none" anchor="ctr"/>
            <a:lstStyle/>
            <a:p>
              <a:pPr algn="ctr">
                <a:lnSpc>
                  <a:spcPct val="100000"/>
                </a:lnSpc>
                <a:spcBef>
                  <a:spcPct val="0"/>
                </a:spcBef>
                <a:buClrTx/>
                <a:buSzTx/>
                <a:buFontTx/>
                <a:buNone/>
                <a:defRPr/>
              </a:pPr>
              <a:r>
                <a:rPr lang="zh-CN" altLang="en-US" sz="2400" dirty="0">
                  <a:effectLst>
                    <a:outerShdw blurRad="38100" dist="38100" dir="2700000" algn="tl">
                      <a:srgbClr val="FFFFFF"/>
                    </a:outerShdw>
                  </a:effectLst>
                  <a:ea typeface="ˎ̥"/>
                  <a:cs typeface="ˎ̥"/>
                </a:rPr>
                <a:t>认 </a:t>
              </a:r>
              <a:endParaRPr lang="zh-CN" altLang="en-US" sz="2400" b="0" dirty="0">
                <a:latin typeface="Arial" pitchFamily="34" charset="0"/>
                <a:ea typeface="ˎ̥"/>
                <a:cs typeface="ˎ̥"/>
              </a:endParaRPr>
            </a:p>
            <a:p>
              <a:pPr algn="ctr">
                <a:lnSpc>
                  <a:spcPct val="100000"/>
                </a:lnSpc>
                <a:spcBef>
                  <a:spcPct val="0"/>
                </a:spcBef>
                <a:buClrTx/>
                <a:buSzTx/>
                <a:buFontTx/>
                <a:buNone/>
                <a:defRPr/>
              </a:pPr>
              <a:r>
                <a:rPr lang="zh-CN" altLang="en-US" sz="2400" dirty="0">
                  <a:effectLst>
                    <a:outerShdw blurRad="38100" dist="38100" dir="2700000" algn="tl">
                      <a:srgbClr val="FFFFFF"/>
                    </a:outerShdw>
                  </a:effectLst>
                  <a:ea typeface="ˎ̥"/>
                  <a:cs typeface="ˎ̥"/>
                </a:rPr>
                <a:t>识 </a:t>
              </a:r>
              <a:endParaRPr lang="zh-CN" altLang="en-US" sz="2400" b="0" dirty="0">
                <a:latin typeface="Arial" pitchFamily="34" charset="0"/>
                <a:ea typeface="ˎ̥"/>
                <a:cs typeface="ˎ̥"/>
              </a:endParaRPr>
            </a:p>
            <a:p>
              <a:pPr algn="ctr">
                <a:lnSpc>
                  <a:spcPct val="100000"/>
                </a:lnSpc>
                <a:spcBef>
                  <a:spcPct val="0"/>
                </a:spcBef>
                <a:buClrTx/>
                <a:buSzTx/>
                <a:buFontTx/>
                <a:buNone/>
                <a:defRPr/>
              </a:pPr>
              <a:r>
                <a:rPr lang="zh-CN" altLang="en-US" sz="2400" dirty="0">
                  <a:effectLst>
                    <a:outerShdw blurRad="38100" dist="38100" dir="2700000" algn="tl">
                      <a:srgbClr val="FFFFFF"/>
                    </a:outerShdw>
                  </a:effectLst>
                  <a:ea typeface="ˎ̥"/>
                  <a:cs typeface="ˎ̥"/>
                </a:rPr>
                <a:t>抽 </a:t>
              </a:r>
              <a:endParaRPr lang="zh-CN" altLang="en-US" sz="2400" b="0" dirty="0">
                <a:latin typeface="Arial" pitchFamily="34" charset="0"/>
                <a:ea typeface="ˎ̥"/>
                <a:cs typeface="ˎ̥"/>
              </a:endParaRPr>
            </a:p>
            <a:p>
              <a:pPr algn="ctr">
                <a:lnSpc>
                  <a:spcPct val="100000"/>
                </a:lnSpc>
                <a:spcBef>
                  <a:spcPct val="0"/>
                </a:spcBef>
                <a:buClrTx/>
                <a:buSzTx/>
                <a:buFontTx/>
                <a:buNone/>
                <a:defRPr/>
              </a:pPr>
              <a:r>
                <a:rPr lang="zh-CN" altLang="en-US" sz="2400" dirty="0">
                  <a:effectLst>
                    <a:outerShdw blurRad="38100" dist="38100" dir="2700000" algn="tl">
                      <a:srgbClr val="FFFFFF"/>
                    </a:outerShdw>
                  </a:effectLst>
                  <a:ea typeface="ˎ̥"/>
                  <a:cs typeface="ˎ̥"/>
                </a:rPr>
                <a:t>象</a:t>
              </a:r>
              <a:endParaRPr kumimoji="0" lang="zh-CN" altLang="en-US" sz="1800" b="0" dirty="0">
                <a:latin typeface="Arial" pitchFamily="34" charset="0"/>
              </a:endParaRPr>
            </a:p>
          </p:txBody>
        </p:sp>
      </p:grpSp>
      <p:grpSp>
        <p:nvGrpSpPr>
          <p:cNvPr id="5" name="Group 15">
            <a:extLst>
              <a:ext uri="{FF2B5EF4-FFF2-40B4-BE49-F238E27FC236}">
                <a16:creationId xmlns:a16="http://schemas.microsoft.com/office/drawing/2014/main" id="{A3A34307-D392-495F-98A9-BCCA68336E67}"/>
              </a:ext>
            </a:extLst>
          </p:cNvPr>
          <p:cNvGrpSpPr>
            <a:grpSpLocks/>
          </p:cNvGrpSpPr>
          <p:nvPr/>
        </p:nvGrpSpPr>
        <p:grpSpPr bwMode="auto">
          <a:xfrm>
            <a:off x="5715000" y="1752600"/>
            <a:ext cx="2362200" cy="1066800"/>
            <a:chOff x="3600" y="1056"/>
            <a:chExt cx="1488" cy="672"/>
          </a:xfrm>
        </p:grpSpPr>
        <p:sp>
          <p:nvSpPr>
            <p:cNvPr id="54282" name="Line 16">
              <a:extLst>
                <a:ext uri="{FF2B5EF4-FFF2-40B4-BE49-F238E27FC236}">
                  <a16:creationId xmlns:a16="http://schemas.microsoft.com/office/drawing/2014/main" id="{386246C7-F984-4E1C-8DC4-6DFD7E95A313}"/>
                </a:ext>
              </a:extLst>
            </p:cNvPr>
            <p:cNvSpPr>
              <a:spLocks noChangeShapeType="1"/>
            </p:cNvSpPr>
            <p:nvPr/>
          </p:nvSpPr>
          <p:spPr bwMode="auto">
            <a:xfrm flipH="1">
              <a:off x="4369" y="1392"/>
              <a:ext cx="0" cy="336"/>
            </a:xfrm>
            <a:prstGeom prst="line">
              <a:avLst/>
            </a:prstGeom>
            <a:noFill/>
            <a:ln w="3810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0401" name="Rectangle 17">
              <a:extLst>
                <a:ext uri="{FF2B5EF4-FFF2-40B4-BE49-F238E27FC236}">
                  <a16:creationId xmlns:a16="http://schemas.microsoft.com/office/drawing/2014/main" id="{CBA1B011-4F12-4C37-AC95-CC310D0D9C84}"/>
                </a:ext>
              </a:extLst>
            </p:cNvPr>
            <p:cNvSpPr>
              <a:spLocks noChangeArrowheads="1"/>
            </p:cNvSpPr>
            <p:nvPr/>
          </p:nvSpPr>
          <p:spPr bwMode="auto">
            <a:xfrm>
              <a:off x="3600" y="1056"/>
              <a:ext cx="1488" cy="336"/>
            </a:xfrm>
            <a:prstGeom prst="rect">
              <a:avLst/>
            </a:prstGeom>
            <a:solidFill>
              <a:srgbClr val="00E4A8"/>
            </a:solidFill>
            <a:ln w="9525">
              <a:solidFill>
                <a:srgbClr val="000000"/>
              </a:solidFill>
              <a:miter lim="800000"/>
              <a:headEnd/>
              <a:tailEnd/>
            </a:ln>
            <a:effectLst/>
          </p:spPr>
          <p:txBody>
            <a:bodyPr wrap="none" anchor="ctr"/>
            <a:lstStyle/>
            <a:p>
              <a:pPr algn="ctr">
                <a:lnSpc>
                  <a:spcPct val="100000"/>
                </a:lnSpc>
                <a:spcBef>
                  <a:spcPct val="0"/>
                </a:spcBef>
                <a:buClrTx/>
                <a:buSzTx/>
                <a:buFontTx/>
                <a:buNone/>
                <a:defRPr/>
              </a:pPr>
              <a:r>
                <a:rPr lang="zh-CN" altLang="en-US" dirty="0">
                  <a:effectLst>
                    <a:outerShdw blurRad="38100" dist="38100" dir="2700000" algn="tl">
                      <a:srgbClr val="FFFFFF"/>
                    </a:outerShdw>
                  </a:effectLst>
                  <a:ea typeface="ˎ̥"/>
                  <a:cs typeface="ˎ̥"/>
                </a:rPr>
                <a:t>现实世界</a:t>
              </a:r>
              <a:endParaRPr kumimoji="0" lang="zh-CN" altLang="en-US" sz="1800" b="0" dirty="0">
                <a:latin typeface="Arial" pitchFamily="34" charset="0"/>
              </a:endParaRPr>
            </a:p>
          </p:txBody>
        </p:sp>
      </p:grpSp>
    </p:spTree>
    <p:extLst>
      <p:ext uri="{BB962C8B-B14F-4D97-AF65-F5344CB8AC3E}">
        <p14:creationId xmlns:p14="http://schemas.microsoft.com/office/powerpoint/2010/main" val="2379963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0388"/>
                                        </p:tgtEl>
                                        <p:attrNameLst>
                                          <p:attrName>style.visibility</p:attrName>
                                        </p:attrNameLst>
                                      </p:cBhvr>
                                      <p:to>
                                        <p:strVal val="visible"/>
                                      </p:to>
                                    </p:set>
                                    <p:animEffect transition="in" filter="blinds(horizontal)">
                                      <p:cBhvr>
                                        <p:cTn id="22" dur="500"/>
                                        <p:tgtEl>
                                          <p:spTgt spid="4003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00392"/>
                                        </p:tgtEl>
                                        <p:attrNameLst>
                                          <p:attrName>style.visibility</p:attrName>
                                        </p:attrNameLst>
                                      </p:cBhvr>
                                      <p:to>
                                        <p:strVal val="visible"/>
                                      </p:to>
                                    </p:set>
                                    <p:anim calcmode="lin" valueType="num">
                                      <p:cBhvr additive="base">
                                        <p:cTn id="27" dur="500" fill="hold"/>
                                        <p:tgtEl>
                                          <p:spTgt spid="400392"/>
                                        </p:tgtEl>
                                        <p:attrNameLst>
                                          <p:attrName>ppt_x</p:attrName>
                                        </p:attrNameLst>
                                      </p:cBhvr>
                                      <p:tavLst>
                                        <p:tav tm="0">
                                          <p:val>
                                            <p:strVal val="0-#ppt_w/2"/>
                                          </p:val>
                                        </p:tav>
                                        <p:tav tm="100000">
                                          <p:val>
                                            <p:strVal val="#ppt_x"/>
                                          </p:val>
                                        </p:tav>
                                      </p:tavLst>
                                    </p:anim>
                                    <p:anim calcmode="lin" valueType="num">
                                      <p:cBhvr additive="base">
                                        <p:cTn id="28" dur="500" fill="hold"/>
                                        <p:tgtEl>
                                          <p:spTgt spid="400392"/>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00393"/>
                                        </p:tgtEl>
                                        <p:attrNameLst>
                                          <p:attrName>style.visibility</p:attrName>
                                        </p:attrNameLst>
                                      </p:cBhvr>
                                      <p:to>
                                        <p:strVal val="visible"/>
                                      </p:to>
                                    </p:set>
                                    <p:anim calcmode="lin" valueType="num">
                                      <p:cBhvr additive="base">
                                        <p:cTn id="33" dur="500" fill="hold"/>
                                        <p:tgtEl>
                                          <p:spTgt spid="400393"/>
                                        </p:tgtEl>
                                        <p:attrNameLst>
                                          <p:attrName>ppt_x</p:attrName>
                                        </p:attrNameLst>
                                      </p:cBhvr>
                                      <p:tavLst>
                                        <p:tav tm="0">
                                          <p:val>
                                            <p:strVal val="0-#ppt_w/2"/>
                                          </p:val>
                                        </p:tav>
                                        <p:tav tm="100000">
                                          <p:val>
                                            <p:strVal val="#ppt_x"/>
                                          </p:val>
                                        </p:tav>
                                      </p:tavLst>
                                    </p:anim>
                                    <p:anim calcmode="lin" valueType="num">
                                      <p:cBhvr additive="base">
                                        <p:cTn id="34" dur="500" fill="hold"/>
                                        <p:tgtEl>
                                          <p:spTgt spid="4003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8" grpId="0" animBg="1" autoUpdateAnimBg="0"/>
      <p:bldP spid="400392" grpId="0" animBg="1" autoUpdateAnimBg="0"/>
      <p:bldP spid="400393"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a:extLst>
              <a:ext uri="{FF2B5EF4-FFF2-40B4-BE49-F238E27FC236}">
                <a16:creationId xmlns:a16="http://schemas.microsoft.com/office/drawing/2014/main" id="{50EA5EDB-29B4-4194-A4C3-9DED989251FE}"/>
              </a:ext>
            </a:extLst>
          </p:cNvPr>
          <p:cNvSpPr>
            <a:spLocks noGrp="1" noChangeArrowheads="1"/>
          </p:cNvSpPr>
          <p:nvPr>
            <p:ph type="title"/>
          </p:nvPr>
        </p:nvSpPr>
        <p:spPr>
          <a:xfrm>
            <a:off x="1116013" y="620713"/>
            <a:ext cx="7793037" cy="1143000"/>
          </a:xfrm>
        </p:spPr>
        <p:txBody>
          <a:bodyPr/>
          <a:lstStyle/>
          <a:p>
            <a:pPr eaLnBrk="1" hangingPunct="1"/>
            <a:r>
              <a:rPr lang="zh-CN" altLang="en-US"/>
              <a:t>数据模型</a:t>
            </a:r>
            <a:r>
              <a:rPr lang="en-US" altLang="zh-CN"/>
              <a:t>(</a:t>
            </a:r>
            <a:r>
              <a:rPr lang="zh-CN" altLang="en-US"/>
              <a:t>续</a:t>
            </a:r>
            <a:r>
              <a:rPr lang="en-US" altLang="zh-CN"/>
              <a:t>)</a:t>
            </a:r>
          </a:p>
        </p:txBody>
      </p:sp>
      <p:sp>
        <p:nvSpPr>
          <p:cNvPr id="55299" name="Rectangle 1027">
            <a:extLst>
              <a:ext uri="{FF2B5EF4-FFF2-40B4-BE49-F238E27FC236}">
                <a16:creationId xmlns:a16="http://schemas.microsoft.com/office/drawing/2014/main" id="{D97979E2-4B8E-4E7C-9A1F-BF1A5D8234CB}"/>
              </a:ext>
            </a:extLst>
          </p:cNvPr>
          <p:cNvSpPr>
            <a:spLocks noGrp="1" noChangeArrowheads="1"/>
          </p:cNvSpPr>
          <p:nvPr>
            <p:ph type="body" idx="1"/>
          </p:nvPr>
        </p:nvSpPr>
        <p:spPr>
          <a:xfrm>
            <a:off x="971600" y="2017713"/>
            <a:ext cx="7983488" cy="4114800"/>
          </a:xfrm>
        </p:spPr>
        <p:txBody>
          <a:bodyPr/>
          <a:lstStyle/>
          <a:p>
            <a:pPr eaLnBrk="1" hangingPunct="1"/>
            <a:r>
              <a:rPr lang="zh-CN" altLang="en-US" b="1" dirty="0"/>
              <a:t>客观对象的抽象过程</a:t>
            </a:r>
            <a:r>
              <a:rPr lang="en-US" altLang="zh-CN" b="1" dirty="0"/>
              <a:t>---</a:t>
            </a:r>
            <a:r>
              <a:rPr lang="zh-CN" altLang="en-US" b="1" dirty="0">
                <a:solidFill>
                  <a:schemeClr val="folHlink"/>
                </a:solidFill>
              </a:rPr>
              <a:t>两步抽象</a:t>
            </a:r>
          </a:p>
          <a:p>
            <a:pPr lvl="1" algn="just" eaLnBrk="1" hangingPunct="1">
              <a:lnSpc>
                <a:spcPct val="230000"/>
              </a:lnSpc>
            </a:pPr>
            <a:r>
              <a:rPr lang="zh-CN" altLang="en-US" sz="2400" b="1" dirty="0"/>
              <a:t>现实世界中的客观对象抽象为概念模型；</a:t>
            </a:r>
          </a:p>
          <a:p>
            <a:pPr lvl="1" algn="just" eaLnBrk="1" hangingPunct="1">
              <a:lnSpc>
                <a:spcPct val="230000"/>
              </a:lnSpc>
            </a:pPr>
            <a:r>
              <a:rPr lang="zh-CN" altLang="en-US" sz="2400" b="1" dirty="0"/>
              <a:t>把概念模型转换为某一</a:t>
            </a:r>
            <a:r>
              <a:rPr lang="en-US" altLang="zh-CN" sz="2400" b="1" dirty="0"/>
              <a:t>DBMS</a:t>
            </a:r>
            <a:r>
              <a:rPr lang="zh-CN" altLang="en-US" sz="2400" b="1" dirty="0"/>
              <a:t>支持的数据模型。</a:t>
            </a:r>
            <a:endParaRPr lang="zh-CN" altLang="en-US" b="1" dirty="0"/>
          </a:p>
          <a:p>
            <a:pPr lvl="1" algn="just" eaLnBrk="1" hangingPunct="1">
              <a:buFont typeface="Wingdings" panose="05000000000000000000" pitchFamily="2" charset="2"/>
              <a:buNone/>
            </a:pPr>
            <a:endParaRPr lang="zh-CN" altLang="en-US" b="1" dirty="0"/>
          </a:p>
          <a:p>
            <a:pPr algn="just" eaLnBrk="1" hangingPunct="1">
              <a:buFont typeface="Wingdings" panose="05000000000000000000" pitchFamily="2" charset="2"/>
              <a:buNone/>
            </a:pPr>
            <a:r>
              <a:rPr lang="zh-CN" altLang="en-US" b="1" dirty="0"/>
              <a:t> </a:t>
            </a:r>
            <a:r>
              <a:rPr lang="zh-CN" altLang="en-US" sz="2800" b="1" dirty="0"/>
              <a:t>概念模型是现实世界到机器世界的一个中间层次。</a:t>
            </a:r>
          </a:p>
        </p:txBody>
      </p:sp>
    </p:spTree>
    <p:extLst>
      <p:ext uri="{BB962C8B-B14F-4D97-AF65-F5344CB8AC3E}">
        <p14:creationId xmlns:p14="http://schemas.microsoft.com/office/powerpoint/2010/main" val="283224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a:extLst>
              <a:ext uri="{FF2B5EF4-FFF2-40B4-BE49-F238E27FC236}">
                <a16:creationId xmlns:a16="http://schemas.microsoft.com/office/drawing/2014/main" id="{FDD1B2C1-E29F-4CAF-919A-3107AC84F34E}"/>
              </a:ext>
            </a:extLst>
          </p:cNvPr>
          <p:cNvSpPr>
            <a:spLocks noGrp="1" noChangeArrowheads="1"/>
          </p:cNvSpPr>
          <p:nvPr>
            <p:ph type="title"/>
          </p:nvPr>
        </p:nvSpPr>
        <p:spPr/>
        <p:txBody>
          <a:bodyPr/>
          <a:lstStyle/>
          <a:p>
            <a:pPr eaLnBrk="1" hangingPunct="1"/>
            <a:r>
              <a:rPr lang="zh-CN" altLang="en-US"/>
              <a:t>数据模型</a:t>
            </a:r>
            <a:r>
              <a:rPr lang="en-US" altLang="zh-CN"/>
              <a:t>(</a:t>
            </a:r>
            <a:r>
              <a:rPr lang="zh-CN" altLang="en-US"/>
              <a:t>续</a:t>
            </a:r>
            <a:r>
              <a:rPr lang="en-US" altLang="zh-CN"/>
              <a:t>)</a:t>
            </a:r>
          </a:p>
        </p:txBody>
      </p:sp>
      <p:sp>
        <p:nvSpPr>
          <p:cNvPr id="56323" name="Rectangle 1027">
            <a:extLst>
              <a:ext uri="{FF2B5EF4-FFF2-40B4-BE49-F238E27FC236}">
                <a16:creationId xmlns:a16="http://schemas.microsoft.com/office/drawing/2014/main" id="{6A2E0664-3A3C-472F-AE4C-A949224D700A}"/>
              </a:ext>
            </a:extLst>
          </p:cNvPr>
          <p:cNvSpPr>
            <a:spLocks noGrp="1" noChangeArrowheads="1"/>
          </p:cNvSpPr>
          <p:nvPr>
            <p:ph type="body" idx="1"/>
          </p:nvPr>
        </p:nvSpPr>
        <p:spPr>
          <a:xfrm>
            <a:off x="838200" y="2017713"/>
            <a:ext cx="7772400" cy="4114800"/>
          </a:xfrm>
        </p:spPr>
        <p:txBody>
          <a:bodyPr/>
          <a:lstStyle/>
          <a:p>
            <a:pPr eaLnBrk="1" hangingPunct="1"/>
            <a:r>
              <a:rPr lang="zh-CN" altLang="en-US" sz="2400" b="1"/>
              <a:t>数据模型分成两个不同的层次</a:t>
            </a:r>
          </a:p>
          <a:p>
            <a:pPr lvl="1" eaLnBrk="1" hangingPunct="1">
              <a:lnSpc>
                <a:spcPct val="170000"/>
              </a:lnSpc>
              <a:buFont typeface="Wingdings" panose="05000000000000000000" pitchFamily="2" charset="2"/>
              <a:buNone/>
            </a:pPr>
            <a:r>
              <a:rPr lang="en-US" altLang="zh-CN" sz="2400" b="1"/>
              <a:t>(1) </a:t>
            </a:r>
            <a:r>
              <a:rPr lang="zh-CN" altLang="en-US" sz="2400" b="1">
                <a:solidFill>
                  <a:schemeClr val="hlink"/>
                </a:solidFill>
              </a:rPr>
              <a:t>概念模型</a:t>
            </a:r>
            <a:r>
              <a:rPr lang="zh-CN" altLang="en-US" sz="2400" b="1"/>
              <a:t>   也称信息模型，它是按用户的观点来对数据和信息建模。 </a:t>
            </a:r>
          </a:p>
          <a:p>
            <a:pPr lvl="1" eaLnBrk="1" hangingPunct="1">
              <a:lnSpc>
                <a:spcPct val="170000"/>
              </a:lnSpc>
              <a:buFont typeface="Wingdings" panose="05000000000000000000" pitchFamily="2" charset="2"/>
              <a:buNone/>
            </a:pPr>
            <a:r>
              <a:rPr lang="en-US" altLang="zh-CN" sz="2400" b="1"/>
              <a:t>(2) </a:t>
            </a:r>
            <a:r>
              <a:rPr lang="zh-CN" altLang="en-US" sz="2400" b="1">
                <a:solidFill>
                  <a:schemeClr val="hlink"/>
                </a:solidFill>
              </a:rPr>
              <a:t>数据模型</a:t>
            </a:r>
            <a:r>
              <a:rPr lang="zh-CN" altLang="en-US" sz="2400" b="1"/>
              <a:t>   主要包括网状模型、层次模型、关系模型等，它是按计算机系统的观点对数据建模。</a:t>
            </a:r>
            <a:r>
              <a:rPr lang="zh-CN" altLang="en-US" sz="2000" b="1"/>
              <a:t> </a:t>
            </a:r>
          </a:p>
        </p:txBody>
      </p:sp>
    </p:spTree>
    <p:extLst>
      <p:ext uri="{BB962C8B-B14F-4D97-AF65-F5344CB8AC3E}">
        <p14:creationId xmlns:p14="http://schemas.microsoft.com/office/powerpoint/2010/main" val="957047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6E753AD1-156D-4F1D-82D4-D43798204D89}"/>
              </a:ext>
            </a:extLst>
          </p:cNvPr>
          <p:cNvSpPr>
            <a:spLocks noGrp="1"/>
          </p:cNvSpPr>
          <p:nvPr>
            <p:ph type="title"/>
          </p:nvPr>
        </p:nvSpPr>
        <p:spPr/>
        <p:txBody>
          <a:bodyPr/>
          <a:lstStyle/>
          <a:p>
            <a:r>
              <a:rPr lang="zh-CN" altLang="en-US"/>
              <a:t>数据模型</a:t>
            </a:r>
            <a:r>
              <a:rPr lang="en-US" altLang="zh-CN"/>
              <a:t>(</a:t>
            </a:r>
            <a:r>
              <a:rPr lang="zh-CN" altLang="en-US"/>
              <a:t>续</a:t>
            </a:r>
            <a:r>
              <a:rPr lang="en-US" altLang="zh-CN"/>
              <a:t>)</a:t>
            </a:r>
            <a:endParaRPr lang="zh-CN" altLang="en-US"/>
          </a:p>
        </p:txBody>
      </p:sp>
      <p:graphicFrame>
        <p:nvGraphicFramePr>
          <p:cNvPr id="4" name="内容占位符 3">
            <a:extLst>
              <a:ext uri="{FF2B5EF4-FFF2-40B4-BE49-F238E27FC236}">
                <a16:creationId xmlns:a16="http://schemas.microsoft.com/office/drawing/2014/main" id="{5942D4FE-D508-4A14-B8A3-27305519B1E5}"/>
              </a:ext>
            </a:extLst>
          </p:cNvPr>
          <p:cNvGraphicFramePr>
            <a:graphicFrameLocks noGrp="1"/>
          </p:cNvGraphicFramePr>
          <p:nvPr>
            <p:ph idx="1"/>
          </p:nvPr>
        </p:nvGraphicFramePr>
        <p:xfrm>
          <a:off x="107504" y="2132856"/>
          <a:ext cx="9144000"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529917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1383ECD-20D1-42EC-95E0-64BD74FEA1EA}"/>
              </a:ext>
            </a:extLst>
          </p:cNvPr>
          <p:cNvSpPr>
            <a:spLocks noGrp="1" noChangeArrowheads="1"/>
          </p:cNvSpPr>
          <p:nvPr>
            <p:ph type="title"/>
          </p:nvPr>
        </p:nvSpPr>
        <p:spPr/>
        <p:txBody>
          <a:bodyPr/>
          <a:lstStyle/>
          <a:p>
            <a:pPr eaLnBrk="1" hangingPunct="1"/>
            <a:r>
              <a:rPr lang="en-US" altLang="zh-CN" sz="4800" dirty="0">
                <a:solidFill>
                  <a:srgbClr val="CC0099"/>
                </a:solidFill>
                <a:latin typeface="隶书" panose="02010509060101010101" pitchFamily="49" charset="-122"/>
                <a:ea typeface="隶书" panose="02010509060101010101" pitchFamily="49" charset="-122"/>
              </a:rPr>
              <a:t>2.</a:t>
            </a:r>
            <a:r>
              <a:rPr lang="zh-CN" altLang="en-US" sz="4800" dirty="0">
                <a:solidFill>
                  <a:srgbClr val="CC0099"/>
                </a:solidFill>
                <a:latin typeface="隶书" panose="02010509060101010101" pitchFamily="49" charset="-122"/>
                <a:ea typeface="隶书" panose="02010509060101010101" pitchFamily="49" charset="-122"/>
              </a:rPr>
              <a:t>概念模型</a:t>
            </a:r>
          </a:p>
        </p:txBody>
      </p:sp>
      <p:sp>
        <p:nvSpPr>
          <p:cNvPr id="53251" name="Rectangle 3">
            <a:extLst>
              <a:ext uri="{FF2B5EF4-FFF2-40B4-BE49-F238E27FC236}">
                <a16:creationId xmlns:a16="http://schemas.microsoft.com/office/drawing/2014/main" id="{07FE94AE-D31C-4564-9AED-2CD1D022E98D}"/>
              </a:ext>
            </a:extLst>
          </p:cNvPr>
          <p:cNvSpPr>
            <a:spLocks noGrp="1" noChangeArrowheads="1"/>
          </p:cNvSpPr>
          <p:nvPr>
            <p:ph type="body" idx="1"/>
          </p:nvPr>
        </p:nvSpPr>
        <p:spPr>
          <a:xfrm>
            <a:off x="838200" y="2057400"/>
            <a:ext cx="7772400" cy="4114800"/>
          </a:xfrm>
        </p:spPr>
        <p:txBody>
          <a:bodyPr/>
          <a:lstStyle/>
          <a:p>
            <a:pPr algn="just" eaLnBrk="1" hangingPunct="1">
              <a:buFont typeface="Wingdings" panose="05000000000000000000" pitchFamily="2" charset="2"/>
              <a:buNone/>
            </a:pPr>
            <a:r>
              <a:rPr lang="en-US" altLang="zh-CN" b="1"/>
              <a:t> (1) </a:t>
            </a:r>
            <a:r>
              <a:rPr lang="zh-CN" altLang="en-US" b="1"/>
              <a:t>实体（</a:t>
            </a:r>
            <a:r>
              <a:rPr lang="en-US" altLang="zh-CN" b="1"/>
              <a:t>Entity</a:t>
            </a:r>
            <a:r>
              <a:rPr lang="zh-CN" altLang="en-US" b="1"/>
              <a:t>） </a:t>
            </a:r>
          </a:p>
          <a:p>
            <a:pPr lvl="1" algn="just" eaLnBrk="1" hangingPunct="1">
              <a:lnSpc>
                <a:spcPct val="130000"/>
              </a:lnSpc>
              <a:buFont typeface="Wingdings" panose="05000000000000000000" pitchFamily="2" charset="2"/>
              <a:buNone/>
            </a:pPr>
            <a:r>
              <a:rPr lang="zh-CN" altLang="en-US" sz="3200" b="1"/>
              <a:t>  </a:t>
            </a:r>
            <a:r>
              <a:rPr lang="zh-CN" altLang="en-US" b="1"/>
              <a:t>客观存在并可相互区别的事物称为实体。</a:t>
            </a:r>
          </a:p>
          <a:p>
            <a:pPr lvl="1" algn="just" eaLnBrk="1" hangingPunct="1">
              <a:lnSpc>
                <a:spcPct val="130000"/>
              </a:lnSpc>
              <a:buFont typeface="Wingdings" panose="05000000000000000000" pitchFamily="2" charset="2"/>
              <a:buNone/>
            </a:pPr>
            <a:r>
              <a:rPr lang="zh-CN" altLang="en-US" b="1"/>
              <a:t>  可以是具体的人、事、物或抽象的概念或联系。</a:t>
            </a:r>
          </a:p>
          <a:p>
            <a:pPr lvl="1" algn="just" eaLnBrk="1" hangingPunct="1">
              <a:lnSpc>
                <a:spcPct val="130000"/>
              </a:lnSpc>
              <a:buFont typeface="Wingdings" panose="05000000000000000000" pitchFamily="2" charset="2"/>
              <a:buNone/>
            </a:pPr>
            <a:r>
              <a:rPr lang="zh-CN" altLang="en-US" b="1">
                <a:solidFill>
                  <a:srgbClr val="990099"/>
                </a:solidFill>
              </a:rPr>
              <a:t>例：</a:t>
            </a:r>
            <a:r>
              <a:rPr lang="zh-CN" altLang="en-US" b="1"/>
              <a:t>一个学生、一个国家、一次旅游等。</a:t>
            </a:r>
          </a:p>
        </p:txBody>
      </p:sp>
    </p:spTree>
    <p:extLst>
      <p:ext uri="{BB962C8B-B14F-4D97-AF65-F5344CB8AC3E}">
        <p14:creationId xmlns:p14="http://schemas.microsoft.com/office/powerpoint/2010/main" val="2016830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5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3821F38C-7C09-439C-BA24-FF8EE596A8AD}"/>
              </a:ext>
            </a:extLst>
          </p:cNvPr>
          <p:cNvSpPr>
            <a:spLocks noGrp="1" noChangeArrowheads="1"/>
          </p:cNvSpPr>
          <p:nvPr>
            <p:ph type="title"/>
          </p:nvPr>
        </p:nvSpPr>
        <p:spPr/>
        <p:txBody>
          <a:bodyPr/>
          <a:lstStyle/>
          <a:p>
            <a:pPr eaLnBrk="1" hangingPunct="1"/>
            <a:endParaRPr lang="zh-CN" altLang="zh-CN"/>
          </a:p>
        </p:txBody>
      </p:sp>
      <p:sp>
        <p:nvSpPr>
          <p:cNvPr id="405507" name="Rectangle 3">
            <a:extLst>
              <a:ext uri="{FF2B5EF4-FFF2-40B4-BE49-F238E27FC236}">
                <a16:creationId xmlns:a16="http://schemas.microsoft.com/office/drawing/2014/main" id="{67A62DF9-8F91-4B19-A812-01D57C794F09}"/>
              </a:ext>
            </a:extLst>
          </p:cNvPr>
          <p:cNvSpPr>
            <a:spLocks noGrp="1" noChangeArrowheads="1"/>
          </p:cNvSpPr>
          <p:nvPr>
            <p:ph type="body" idx="1"/>
          </p:nvPr>
        </p:nvSpPr>
        <p:spPr/>
        <p:txBody>
          <a:bodyPr/>
          <a:lstStyle/>
          <a:p>
            <a:pPr algn="just" eaLnBrk="1" hangingPunct="1">
              <a:lnSpc>
                <a:spcPct val="130000"/>
              </a:lnSpc>
              <a:buFont typeface="Wingdings" panose="05000000000000000000" pitchFamily="2" charset="2"/>
              <a:buNone/>
            </a:pPr>
            <a:r>
              <a:rPr lang="en-US" altLang="zh-CN" b="1"/>
              <a:t>(2) </a:t>
            </a:r>
            <a:r>
              <a:rPr lang="zh-CN" altLang="en-US" b="1"/>
              <a:t>实体集（</a:t>
            </a:r>
            <a:r>
              <a:rPr lang="en-US" altLang="zh-CN" b="1"/>
              <a:t>Entity Set</a:t>
            </a:r>
            <a:r>
              <a:rPr lang="zh-CN" altLang="en-US" b="1"/>
              <a:t>）</a:t>
            </a:r>
            <a:r>
              <a:rPr lang="zh-CN" altLang="en-US" sz="2400" b="1"/>
              <a:t> </a:t>
            </a:r>
          </a:p>
          <a:p>
            <a:pPr lvl="1" algn="just" eaLnBrk="1" hangingPunct="1">
              <a:lnSpc>
                <a:spcPct val="130000"/>
              </a:lnSpc>
              <a:buFont typeface="Wingdings" panose="05000000000000000000" pitchFamily="2" charset="2"/>
              <a:buNone/>
            </a:pPr>
            <a:r>
              <a:rPr lang="zh-CN" altLang="en-US" b="1"/>
              <a:t>同型实体的集合称为实体集。</a:t>
            </a:r>
          </a:p>
          <a:p>
            <a:pPr algn="just" eaLnBrk="1" hangingPunct="1">
              <a:buFont typeface="Wingdings" panose="05000000000000000000" pitchFamily="2" charset="2"/>
              <a:buNone/>
            </a:pPr>
            <a:r>
              <a:rPr lang="en-US" altLang="zh-CN" b="1"/>
              <a:t>(3) </a:t>
            </a:r>
            <a:r>
              <a:rPr lang="zh-CN" altLang="en-US" b="1"/>
              <a:t>属性（</a:t>
            </a:r>
            <a:r>
              <a:rPr lang="en-US" altLang="zh-CN" b="1"/>
              <a:t>Attribute</a:t>
            </a:r>
            <a:r>
              <a:rPr lang="zh-CN" altLang="en-US" b="1"/>
              <a:t>）</a:t>
            </a:r>
            <a:r>
              <a:rPr lang="zh-CN" altLang="en-US" sz="2800" b="1"/>
              <a:t> </a:t>
            </a:r>
          </a:p>
          <a:p>
            <a:pPr algn="just" eaLnBrk="1" hangingPunct="1">
              <a:buFont typeface="Wingdings" panose="05000000000000000000" pitchFamily="2" charset="2"/>
              <a:buNone/>
            </a:pPr>
            <a:r>
              <a:rPr lang="zh-CN" altLang="en-US" sz="2800" b="1"/>
              <a:t>      实体所具有的某一特性称为属性。</a:t>
            </a:r>
          </a:p>
          <a:p>
            <a:pPr lvl="1" algn="just" eaLnBrk="1" hangingPunct="1">
              <a:lnSpc>
                <a:spcPct val="120000"/>
              </a:lnSpc>
              <a:buFont typeface="Wingdings" panose="05000000000000000000" pitchFamily="2" charset="2"/>
              <a:buNone/>
            </a:pPr>
            <a:r>
              <a:rPr lang="zh-CN" altLang="en-US" sz="2400" b="1">
                <a:solidFill>
                  <a:srgbClr val="990099"/>
                </a:solidFill>
              </a:rPr>
              <a:t>例：实体－</a:t>
            </a:r>
            <a:r>
              <a:rPr lang="zh-CN" altLang="en-US" sz="2400" b="1">
                <a:solidFill>
                  <a:srgbClr val="990099"/>
                </a:solidFill>
                <a:latin typeface="Times New Roman" panose="02020603050405020304" pitchFamily="18" charset="0"/>
              </a:rPr>
              <a:t>“</a:t>
            </a:r>
            <a:r>
              <a:rPr lang="zh-CN" altLang="en-US" sz="2400" b="1">
                <a:solidFill>
                  <a:srgbClr val="990099"/>
                </a:solidFill>
              </a:rPr>
              <a:t>明星</a:t>
            </a:r>
            <a:r>
              <a:rPr lang="zh-CN" altLang="en-US" sz="2400" b="1">
                <a:solidFill>
                  <a:srgbClr val="990099"/>
                </a:solidFill>
                <a:latin typeface="Times New Roman" panose="02020603050405020304" pitchFamily="18" charset="0"/>
              </a:rPr>
              <a:t>”</a:t>
            </a:r>
            <a:endParaRPr lang="zh-CN" altLang="en-US" sz="2400" b="1">
              <a:solidFill>
                <a:srgbClr val="990099"/>
              </a:solidFill>
            </a:endParaRPr>
          </a:p>
          <a:p>
            <a:pPr lvl="1" algn="just" eaLnBrk="1" hangingPunct="1">
              <a:lnSpc>
                <a:spcPct val="120000"/>
              </a:lnSpc>
              <a:buFont typeface="Wingdings" panose="05000000000000000000" pitchFamily="2" charset="2"/>
              <a:buNone/>
            </a:pPr>
            <a:r>
              <a:rPr lang="zh-CN" altLang="en-US" sz="2400" b="1"/>
              <a:t>（</a:t>
            </a:r>
            <a:r>
              <a:rPr lang="en-US" altLang="zh-CN" sz="2400" b="1">
                <a:solidFill>
                  <a:schemeClr val="hlink"/>
                </a:solidFill>
              </a:rPr>
              <a:t>950231</a:t>
            </a:r>
            <a:r>
              <a:rPr lang="zh-CN" altLang="en-US" sz="2400" b="1"/>
              <a:t>，刘德华，</a:t>
            </a:r>
            <a:r>
              <a:rPr lang="en-US" altLang="zh-CN" sz="2400" b="1"/>
              <a:t>Andy</a:t>
            </a:r>
            <a:r>
              <a:rPr lang="zh-CN" altLang="en-US" sz="2400" b="1"/>
              <a:t>，香港，</a:t>
            </a:r>
            <a:r>
              <a:rPr lang="en-US" altLang="zh-CN" sz="2400" b="1"/>
              <a:t>27-9-1961</a:t>
            </a:r>
            <a:r>
              <a:rPr lang="zh-CN" altLang="en-US" sz="2400" b="1"/>
              <a:t>，天秤座，牛，</a:t>
            </a:r>
            <a:r>
              <a:rPr lang="en-US" altLang="zh-CN" sz="2400" b="1"/>
              <a:t>174 cm</a:t>
            </a:r>
            <a:r>
              <a:rPr lang="zh-CN" altLang="en-US" sz="2400" b="1"/>
              <a:t>， </a:t>
            </a:r>
            <a:r>
              <a:rPr lang="en-US" altLang="zh-CN" sz="2400" b="1"/>
              <a:t>68 kg</a:t>
            </a:r>
            <a:r>
              <a:rPr lang="zh-CN" altLang="en-US" sz="2400" b="1"/>
              <a:t>，</a:t>
            </a:r>
            <a:r>
              <a:rPr lang="en-US" altLang="zh-CN" sz="2400" b="1"/>
              <a:t>AB</a:t>
            </a:r>
            <a:r>
              <a:rPr lang="zh-CN" altLang="en-US" sz="2400" b="1"/>
              <a:t>）</a:t>
            </a:r>
          </a:p>
        </p:txBody>
      </p:sp>
    </p:spTree>
    <p:extLst>
      <p:ext uri="{BB962C8B-B14F-4D97-AF65-F5344CB8AC3E}">
        <p14:creationId xmlns:p14="http://schemas.microsoft.com/office/powerpoint/2010/main" val="3805178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550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0550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550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5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5B52E1D0-9A27-4FBC-A51D-DB7DA491704A}"/>
              </a:ext>
            </a:extLst>
          </p:cNvPr>
          <p:cNvSpPr>
            <a:spLocks noGrp="1" noChangeArrowheads="1"/>
          </p:cNvSpPr>
          <p:nvPr>
            <p:ph type="title"/>
          </p:nvPr>
        </p:nvSpPr>
        <p:spPr>
          <a:xfrm>
            <a:off x="1350963" y="609600"/>
            <a:ext cx="7793037" cy="1143000"/>
          </a:xfrm>
        </p:spPr>
        <p:txBody>
          <a:bodyPr/>
          <a:lstStyle/>
          <a:p>
            <a:pPr eaLnBrk="1" hangingPunct="1"/>
            <a:endParaRPr lang="zh-CN" altLang="zh-CN">
              <a:solidFill>
                <a:schemeClr val="tx1"/>
              </a:solidFill>
            </a:endParaRPr>
          </a:p>
        </p:txBody>
      </p:sp>
      <p:sp>
        <p:nvSpPr>
          <p:cNvPr id="407555" name="Rectangle 3">
            <a:extLst>
              <a:ext uri="{FF2B5EF4-FFF2-40B4-BE49-F238E27FC236}">
                <a16:creationId xmlns:a16="http://schemas.microsoft.com/office/drawing/2014/main" id="{70E82278-A2F1-44AE-9C9D-4CBC97DCAB46}"/>
              </a:ext>
            </a:extLst>
          </p:cNvPr>
          <p:cNvSpPr>
            <a:spLocks noGrp="1" noChangeArrowheads="1"/>
          </p:cNvSpPr>
          <p:nvPr>
            <p:ph type="body" idx="1"/>
          </p:nvPr>
        </p:nvSpPr>
        <p:spPr>
          <a:xfrm>
            <a:off x="381000" y="2057400"/>
            <a:ext cx="8305800" cy="4114800"/>
          </a:xfrm>
        </p:spPr>
        <p:txBody>
          <a:bodyPr/>
          <a:lstStyle/>
          <a:p>
            <a:pPr algn="just" eaLnBrk="1" hangingPunct="1">
              <a:lnSpc>
                <a:spcPct val="90000"/>
              </a:lnSpc>
              <a:buFont typeface="Wingdings" panose="05000000000000000000" pitchFamily="2" charset="2"/>
              <a:buNone/>
            </a:pPr>
            <a:r>
              <a:rPr lang="en-US" altLang="zh-CN" b="1"/>
              <a:t>   (4) </a:t>
            </a:r>
            <a:r>
              <a:rPr lang="zh-CN" altLang="en-US" b="1"/>
              <a:t>主键（</a:t>
            </a:r>
            <a:r>
              <a:rPr lang="en-US" altLang="zh-CN" b="1"/>
              <a:t>Key</a:t>
            </a:r>
            <a:r>
              <a:rPr lang="zh-CN" altLang="en-US" b="1"/>
              <a:t>） </a:t>
            </a:r>
          </a:p>
          <a:p>
            <a:pPr lvl="1" algn="just" eaLnBrk="1" hangingPunct="1">
              <a:lnSpc>
                <a:spcPct val="130000"/>
              </a:lnSpc>
              <a:buFont typeface="Wingdings" panose="05000000000000000000" pitchFamily="2" charset="2"/>
              <a:buNone/>
            </a:pPr>
            <a:r>
              <a:rPr lang="zh-CN" altLang="en-US" b="1"/>
              <a:t>  唯一标识实体的属性集称为码，又称主键，或关键字。</a:t>
            </a:r>
          </a:p>
          <a:p>
            <a:pPr algn="just" eaLnBrk="1" hangingPunct="1">
              <a:lnSpc>
                <a:spcPct val="160000"/>
              </a:lnSpc>
              <a:buFont typeface="Wingdings" panose="05000000000000000000" pitchFamily="2" charset="2"/>
              <a:buNone/>
            </a:pPr>
            <a:r>
              <a:rPr lang="zh-CN" altLang="en-US" b="1">
                <a:solidFill>
                  <a:srgbClr val="CC0099"/>
                </a:solidFill>
              </a:rPr>
              <a:t>   </a:t>
            </a:r>
            <a:r>
              <a:rPr lang="en-US" altLang="zh-CN" b="1">
                <a:solidFill>
                  <a:srgbClr val="CC0099"/>
                </a:solidFill>
              </a:rPr>
              <a:t>(5) </a:t>
            </a:r>
            <a:r>
              <a:rPr lang="zh-CN" altLang="en-US" b="1">
                <a:solidFill>
                  <a:srgbClr val="CC0099"/>
                </a:solidFill>
              </a:rPr>
              <a:t>联系（</a:t>
            </a:r>
            <a:r>
              <a:rPr lang="en-US" altLang="zh-CN" b="1">
                <a:solidFill>
                  <a:srgbClr val="CC0099"/>
                </a:solidFill>
              </a:rPr>
              <a:t>Relationship</a:t>
            </a:r>
            <a:r>
              <a:rPr lang="zh-CN" altLang="en-US" b="1">
                <a:solidFill>
                  <a:srgbClr val="CC0099"/>
                </a:solidFill>
              </a:rPr>
              <a:t>）  </a:t>
            </a:r>
          </a:p>
          <a:p>
            <a:pPr lvl="1" algn="just" eaLnBrk="1" hangingPunct="1">
              <a:lnSpc>
                <a:spcPct val="160000"/>
              </a:lnSpc>
              <a:buFont typeface="Wingdings" panose="05000000000000000000" pitchFamily="2" charset="2"/>
              <a:buNone/>
            </a:pPr>
            <a:r>
              <a:rPr lang="zh-CN" altLang="en-US" b="1"/>
              <a:t>  现实世界中事物内部以及事物之间的联系在信息世界中反映为实体内部的联系和实体之间的联系。</a:t>
            </a:r>
          </a:p>
        </p:txBody>
      </p:sp>
    </p:spTree>
    <p:extLst>
      <p:ext uri="{BB962C8B-B14F-4D97-AF65-F5344CB8AC3E}">
        <p14:creationId xmlns:p14="http://schemas.microsoft.com/office/powerpoint/2010/main" val="34237005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0755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7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F0FC71F-B473-4DFC-950D-41D65BF6C8F2}"/>
              </a:ext>
            </a:extLst>
          </p:cNvPr>
          <p:cNvSpPr>
            <a:spLocks noGrp="1" noChangeArrowheads="1"/>
          </p:cNvSpPr>
          <p:nvPr>
            <p:ph type="title"/>
          </p:nvPr>
        </p:nvSpPr>
        <p:spPr/>
        <p:txBody>
          <a:bodyPr/>
          <a:lstStyle/>
          <a:p>
            <a:pPr eaLnBrk="1" hangingPunct="1"/>
            <a:r>
              <a:rPr lang="zh-CN" altLang="en-US" sz="4800">
                <a:ea typeface="隶书" panose="02010509060101010101" pitchFamily="49" charset="-122"/>
              </a:rPr>
              <a:t>两个实体型间的联系</a:t>
            </a:r>
          </a:p>
        </p:txBody>
      </p:sp>
      <p:sp>
        <p:nvSpPr>
          <p:cNvPr id="61443" name="Rectangle 3">
            <a:extLst>
              <a:ext uri="{FF2B5EF4-FFF2-40B4-BE49-F238E27FC236}">
                <a16:creationId xmlns:a16="http://schemas.microsoft.com/office/drawing/2014/main" id="{DE818142-FDE6-439E-BBFF-F8A3245A6EDF}"/>
              </a:ext>
            </a:extLst>
          </p:cNvPr>
          <p:cNvSpPr>
            <a:spLocks noGrp="1" noChangeArrowheads="1"/>
          </p:cNvSpPr>
          <p:nvPr>
            <p:ph type="body" idx="1"/>
          </p:nvPr>
        </p:nvSpPr>
        <p:spPr/>
        <p:txBody>
          <a:bodyPr/>
          <a:lstStyle/>
          <a:p>
            <a:pPr eaLnBrk="1" hangingPunct="1"/>
            <a:r>
              <a:rPr lang="zh-CN" altLang="en-US" b="1"/>
              <a:t>一对一联系</a:t>
            </a:r>
          </a:p>
          <a:p>
            <a:pPr eaLnBrk="1" hangingPunct="1"/>
            <a:endParaRPr lang="zh-CN" altLang="en-US" b="1"/>
          </a:p>
          <a:p>
            <a:pPr eaLnBrk="1" hangingPunct="1"/>
            <a:r>
              <a:rPr lang="zh-CN" altLang="en-US" b="1"/>
              <a:t>一对多联系</a:t>
            </a:r>
          </a:p>
          <a:p>
            <a:pPr eaLnBrk="1" hangingPunct="1"/>
            <a:endParaRPr lang="zh-CN" altLang="en-US" b="1"/>
          </a:p>
          <a:p>
            <a:pPr eaLnBrk="1" hangingPunct="1"/>
            <a:r>
              <a:rPr lang="zh-CN" altLang="en-US" b="1"/>
              <a:t>多对多联系</a:t>
            </a:r>
          </a:p>
        </p:txBody>
      </p:sp>
    </p:spTree>
    <p:extLst>
      <p:ext uri="{BB962C8B-B14F-4D97-AF65-F5344CB8AC3E}">
        <p14:creationId xmlns:p14="http://schemas.microsoft.com/office/powerpoint/2010/main" val="62190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1095FE4C-DE54-447A-8029-0404ECE8AAFF}"/>
              </a:ext>
            </a:extLst>
          </p:cNvPr>
          <p:cNvSpPr>
            <a:spLocks noGrp="1" noChangeArrowheads="1"/>
          </p:cNvSpPr>
          <p:nvPr>
            <p:ph type="title"/>
          </p:nvPr>
        </p:nvSpPr>
        <p:spPr/>
        <p:txBody>
          <a:bodyPr/>
          <a:lstStyle/>
          <a:p>
            <a:pPr eaLnBrk="1" hangingPunct="1"/>
            <a:r>
              <a:rPr lang="zh-CN" altLang="en-US" sz="4800">
                <a:ea typeface="隶书" panose="02010509060101010101" pitchFamily="49" charset="-122"/>
              </a:rPr>
              <a:t>两个实体型间的联系（续）</a:t>
            </a:r>
          </a:p>
        </p:txBody>
      </p:sp>
      <p:sp>
        <p:nvSpPr>
          <p:cNvPr id="62467" name="Rectangle 3">
            <a:extLst>
              <a:ext uri="{FF2B5EF4-FFF2-40B4-BE49-F238E27FC236}">
                <a16:creationId xmlns:a16="http://schemas.microsoft.com/office/drawing/2014/main" id="{E4E6F84F-F60C-43D7-9342-DC8FFD182FCE}"/>
              </a:ext>
            </a:extLst>
          </p:cNvPr>
          <p:cNvSpPr>
            <a:spLocks noGrp="1" noChangeArrowheads="1"/>
          </p:cNvSpPr>
          <p:nvPr>
            <p:ph type="body" idx="1"/>
          </p:nvPr>
        </p:nvSpPr>
        <p:spPr>
          <a:xfrm>
            <a:off x="609600" y="2133600"/>
            <a:ext cx="7772400" cy="4114800"/>
          </a:xfrm>
        </p:spPr>
        <p:txBody>
          <a:bodyPr/>
          <a:lstStyle/>
          <a:p>
            <a:pPr algn="just" eaLnBrk="1" hangingPunct="1"/>
            <a:r>
              <a:rPr lang="zh-CN" altLang="en-US" b="1">
                <a:solidFill>
                  <a:srgbClr val="800080"/>
                </a:solidFill>
              </a:rPr>
              <a:t>一对一联系（</a:t>
            </a:r>
            <a:r>
              <a:rPr lang="en-US" altLang="zh-CN" b="1">
                <a:solidFill>
                  <a:srgbClr val="800080"/>
                </a:solidFill>
              </a:rPr>
              <a:t>1</a:t>
            </a:r>
            <a:r>
              <a:rPr lang="zh-CN" altLang="en-US" b="1">
                <a:solidFill>
                  <a:srgbClr val="800080"/>
                </a:solidFill>
              </a:rPr>
              <a:t>：</a:t>
            </a:r>
            <a:r>
              <a:rPr lang="en-US" altLang="zh-CN" b="1">
                <a:solidFill>
                  <a:srgbClr val="800080"/>
                </a:solidFill>
              </a:rPr>
              <a:t>1</a:t>
            </a:r>
            <a:r>
              <a:rPr lang="zh-CN" altLang="en-US" b="1">
                <a:solidFill>
                  <a:srgbClr val="800080"/>
                </a:solidFill>
              </a:rPr>
              <a:t>） </a:t>
            </a:r>
          </a:p>
          <a:p>
            <a:pPr algn="just" eaLnBrk="1" hangingPunct="1">
              <a:buFont typeface="Wingdings" panose="05000000000000000000" pitchFamily="2" charset="2"/>
              <a:buNone/>
            </a:pPr>
            <a:r>
              <a:rPr lang="zh-CN" altLang="en-US" sz="2400" b="1"/>
              <a:t>   </a:t>
            </a:r>
            <a:r>
              <a:rPr lang="zh-CN" altLang="en-US" sz="2800" b="1"/>
              <a:t>如果对于实体集</a:t>
            </a:r>
            <a:r>
              <a:rPr lang="en-US" altLang="zh-CN" sz="2800" b="1"/>
              <a:t>A</a:t>
            </a:r>
            <a:r>
              <a:rPr lang="zh-CN" altLang="en-US" sz="2800" b="1"/>
              <a:t>中的每一个实体，实体集</a:t>
            </a:r>
            <a:r>
              <a:rPr lang="en-US" altLang="zh-CN" sz="2800" b="1"/>
              <a:t>B</a:t>
            </a:r>
            <a:r>
              <a:rPr lang="zh-CN" altLang="en-US" sz="2800" b="1"/>
              <a:t>中至多有一个实体与之联系，反之亦然，则称</a:t>
            </a:r>
            <a:r>
              <a:rPr lang="zh-CN" altLang="en-US" sz="2800" b="1">
                <a:solidFill>
                  <a:srgbClr val="FF3300"/>
                </a:solidFill>
              </a:rPr>
              <a:t>实体集</a:t>
            </a:r>
            <a:r>
              <a:rPr lang="en-US" altLang="zh-CN" sz="2800" b="1">
                <a:solidFill>
                  <a:srgbClr val="FF3300"/>
                </a:solidFill>
              </a:rPr>
              <a:t>A</a:t>
            </a:r>
            <a:r>
              <a:rPr lang="zh-CN" altLang="en-US" sz="2800" b="1">
                <a:solidFill>
                  <a:srgbClr val="FF3300"/>
                </a:solidFill>
              </a:rPr>
              <a:t>与实体集</a:t>
            </a:r>
            <a:r>
              <a:rPr lang="en-US" altLang="zh-CN" sz="2800" b="1">
                <a:solidFill>
                  <a:srgbClr val="FF3300"/>
                </a:solidFill>
              </a:rPr>
              <a:t>B</a:t>
            </a:r>
            <a:r>
              <a:rPr lang="zh-CN" altLang="en-US" sz="2800" b="1">
                <a:solidFill>
                  <a:srgbClr val="FF3300"/>
                </a:solidFill>
              </a:rPr>
              <a:t>具有一对一联系</a:t>
            </a:r>
            <a:r>
              <a:rPr lang="zh-CN" altLang="en-US" sz="2800" b="1"/>
              <a:t>。记为</a:t>
            </a:r>
            <a:r>
              <a:rPr lang="en-US" altLang="zh-CN" sz="2800" b="1">
                <a:solidFill>
                  <a:srgbClr val="FF3300"/>
                </a:solidFill>
              </a:rPr>
              <a:t>1:1</a:t>
            </a:r>
            <a:r>
              <a:rPr lang="zh-CN" altLang="en-US" sz="2800" b="1"/>
              <a:t>。</a:t>
            </a:r>
            <a:r>
              <a:rPr lang="zh-CN" altLang="en-US" sz="2400" b="1"/>
              <a:t> </a:t>
            </a:r>
            <a:endParaRPr lang="zh-CN" altLang="en-US" sz="2400"/>
          </a:p>
        </p:txBody>
      </p:sp>
    </p:spTree>
    <p:extLst>
      <p:ext uri="{BB962C8B-B14F-4D97-AF65-F5344CB8AC3E}">
        <p14:creationId xmlns:p14="http://schemas.microsoft.com/office/powerpoint/2010/main" val="6121499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93C7FD7-EFC6-4520-9B84-3E738E9CE7E1}"/>
              </a:ext>
            </a:extLst>
          </p:cNvPr>
          <p:cNvSpPr>
            <a:spLocks noGrp="1" noChangeArrowheads="1"/>
          </p:cNvSpPr>
          <p:nvPr>
            <p:ph type="title"/>
          </p:nvPr>
        </p:nvSpPr>
        <p:spPr/>
        <p:txBody>
          <a:bodyPr/>
          <a:lstStyle/>
          <a:p>
            <a:pPr eaLnBrk="1" hangingPunct="1"/>
            <a:r>
              <a:rPr lang="zh-CN" altLang="en-US" sz="4800">
                <a:ea typeface="隶书" panose="02010509060101010101" pitchFamily="49" charset="-122"/>
              </a:rPr>
              <a:t>两个实体型间的联系（续）</a:t>
            </a:r>
          </a:p>
        </p:txBody>
      </p:sp>
      <p:sp>
        <p:nvSpPr>
          <p:cNvPr id="63491" name="Rectangle 3">
            <a:extLst>
              <a:ext uri="{FF2B5EF4-FFF2-40B4-BE49-F238E27FC236}">
                <a16:creationId xmlns:a16="http://schemas.microsoft.com/office/drawing/2014/main" id="{407AC9C2-FF07-4AFB-8B34-2A01AA66D9D9}"/>
              </a:ext>
            </a:extLst>
          </p:cNvPr>
          <p:cNvSpPr>
            <a:spLocks noGrp="1" noChangeArrowheads="1"/>
          </p:cNvSpPr>
          <p:nvPr>
            <p:ph type="body" idx="1"/>
          </p:nvPr>
        </p:nvSpPr>
        <p:spPr/>
        <p:txBody>
          <a:bodyPr/>
          <a:lstStyle/>
          <a:p>
            <a:pPr eaLnBrk="1" hangingPunct="1"/>
            <a:r>
              <a:rPr lang="zh-CN" altLang="en-US" b="1">
                <a:solidFill>
                  <a:srgbClr val="800080"/>
                </a:solidFill>
              </a:rPr>
              <a:t>一对多联系（</a:t>
            </a:r>
            <a:r>
              <a:rPr lang="en-US" altLang="zh-CN" b="1">
                <a:solidFill>
                  <a:srgbClr val="800080"/>
                </a:solidFill>
              </a:rPr>
              <a:t>1</a:t>
            </a:r>
            <a:r>
              <a:rPr lang="zh-CN" altLang="en-US" b="1">
                <a:solidFill>
                  <a:srgbClr val="800080"/>
                </a:solidFill>
              </a:rPr>
              <a:t>：</a:t>
            </a:r>
            <a:r>
              <a:rPr lang="en-US" altLang="zh-CN" b="1">
                <a:solidFill>
                  <a:srgbClr val="800080"/>
                </a:solidFill>
              </a:rPr>
              <a:t>n</a:t>
            </a:r>
            <a:r>
              <a:rPr lang="zh-CN" altLang="en-US" b="1">
                <a:solidFill>
                  <a:srgbClr val="800080"/>
                </a:solidFill>
              </a:rPr>
              <a:t>）</a:t>
            </a:r>
          </a:p>
          <a:p>
            <a:pPr eaLnBrk="1" hangingPunct="1">
              <a:buFont typeface="Wingdings" panose="05000000000000000000" pitchFamily="2" charset="2"/>
              <a:buNone/>
            </a:pPr>
            <a:r>
              <a:rPr lang="zh-CN" altLang="en-US" sz="2400" b="1"/>
              <a:t>   </a:t>
            </a:r>
            <a:r>
              <a:rPr lang="zh-CN" altLang="en-US" sz="2800" b="1"/>
              <a:t>如果对于实体集</a:t>
            </a:r>
            <a:r>
              <a:rPr lang="en-US" altLang="zh-CN" sz="2800" b="1"/>
              <a:t>A</a:t>
            </a:r>
            <a:r>
              <a:rPr lang="zh-CN" altLang="en-US" sz="2800" b="1"/>
              <a:t>中的每一个实体，实体集</a:t>
            </a:r>
            <a:r>
              <a:rPr lang="en-US" altLang="zh-CN" sz="2800" b="1"/>
              <a:t>B</a:t>
            </a:r>
            <a:r>
              <a:rPr lang="zh-CN" altLang="en-US" sz="2800" b="1"/>
              <a:t>中有</a:t>
            </a:r>
            <a:r>
              <a:rPr lang="en-US" altLang="zh-CN" sz="2800" b="1"/>
              <a:t>n</a:t>
            </a:r>
            <a:r>
              <a:rPr lang="zh-CN" altLang="en-US" sz="2800" b="1"/>
              <a:t>个实体（</a:t>
            </a:r>
            <a:r>
              <a:rPr lang="en-US" altLang="zh-CN" sz="2800" b="1"/>
              <a:t>n≥0</a:t>
            </a:r>
            <a:r>
              <a:rPr lang="zh-CN" altLang="en-US" sz="2800" b="1"/>
              <a:t>）与之联系，反之，对于实体集</a:t>
            </a:r>
            <a:r>
              <a:rPr lang="en-US" altLang="zh-CN" sz="2800" b="1"/>
              <a:t>B</a:t>
            </a:r>
            <a:r>
              <a:rPr lang="zh-CN" altLang="en-US" sz="2800" b="1"/>
              <a:t>中的每一个实体，实体集</a:t>
            </a:r>
            <a:r>
              <a:rPr lang="en-US" altLang="zh-CN" sz="2800" b="1"/>
              <a:t>A</a:t>
            </a:r>
            <a:r>
              <a:rPr lang="zh-CN" altLang="en-US" sz="2800" b="1"/>
              <a:t>中至多只有一个实体与之联系，则称</a:t>
            </a:r>
            <a:r>
              <a:rPr lang="zh-CN" altLang="en-US" sz="2800" b="1">
                <a:solidFill>
                  <a:srgbClr val="FF3300"/>
                </a:solidFill>
              </a:rPr>
              <a:t>实体集</a:t>
            </a:r>
            <a:r>
              <a:rPr lang="en-US" altLang="zh-CN" sz="2800" b="1">
                <a:solidFill>
                  <a:srgbClr val="FF3300"/>
                </a:solidFill>
              </a:rPr>
              <a:t>A</a:t>
            </a:r>
            <a:r>
              <a:rPr lang="zh-CN" altLang="en-US" sz="2800" b="1">
                <a:solidFill>
                  <a:srgbClr val="FF3300"/>
                </a:solidFill>
              </a:rPr>
              <a:t>与实体集</a:t>
            </a:r>
            <a:r>
              <a:rPr lang="en-US" altLang="zh-CN" sz="2800" b="1">
                <a:solidFill>
                  <a:srgbClr val="FF3300"/>
                </a:solidFill>
              </a:rPr>
              <a:t>B</a:t>
            </a:r>
            <a:r>
              <a:rPr lang="zh-CN" altLang="en-US" sz="2800" b="1"/>
              <a:t>有一对多联系。记为</a:t>
            </a:r>
            <a:r>
              <a:rPr lang="en-US" altLang="zh-CN" sz="2800" b="1">
                <a:solidFill>
                  <a:srgbClr val="FF3300"/>
                </a:solidFill>
              </a:rPr>
              <a:t>1:n</a:t>
            </a:r>
            <a:r>
              <a:rPr lang="zh-CN" altLang="en-US" sz="2800" b="1"/>
              <a:t>。</a:t>
            </a:r>
          </a:p>
        </p:txBody>
      </p:sp>
    </p:spTree>
    <p:extLst>
      <p:ext uri="{BB962C8B-B14F-4D97-AF65-F5344CB8AC3E}">
        <p14:creationId xmlns:p14="http://schemas.microsoft.com/office/powerpoint/2010/main" val="1638605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F15874A-3E1B-4055-86D7-A3F41B6C01C5}"/>
              </a:ext>
            </a:extLst>
          </p:cNvPr>
          <p:cNvSpPr>
            <a:spLocks noGrp="1" noChangeArrowheads="1"/>
          </p:cNvSpPr>
          <p:nvPr>
            <p:ph type="title"/>
          </p:nvPr>
        </p:nvSpPr>
        <p:spPr/>
        <p:txBody>
          <a:bodyPr/>
          <a:lstStyle/>
          <a:p>
            <a:pPr eaLnBrk="1" hangingPunct="1"/>
            <a:r>
              <a:rPr lang="zh-CN" altLang="en-US" sz="4800">
                <a:ea typeface="隶书" panose="02010509060101010101" pitchFamily="49" charset="-122"/>
              </a:rPr>
              <a:t>两个实体型间的联系（续）</a:t>
            </a:r>
          </a:p>
        </p:txBody>
      </p:sp>
      <p:sp>
        <p:nvSpPr>
          <p:cNvPr id="64515" name="Rectangle 3">
            <a:extLst>
              <a:ext uri="{FF2B5EF4-FFF2-40B4-BE49-F238E27FC236}">
                <a16:creationId xmlns:a16="http://schemas.microsoft.com/office/drawing/2014/main" id="{091FD040-19E0-4371-9B60-60CB270A5CCA}"/>
              </a:ext>
            </a:extLst>
          </p:cNvPr>
          <p:cNvSpPr>
            <a:spLocks noGrp="1" noChangeArrowheads="1"/>
          </p:cNvSpPr>
          <p:nvPr>
            <p:ph type="body" idx="1"/>
          </p:nvPr>
        </p:nvSpPr>
        <p:spPr/>
        <p:txBody>
          <a:bodyPr/>
          <a:lstStyle/>
          <a:p>
            <a:pPr eaLnBrk="1" hangingPunct="1"/>
            <a:r>
              <a:rPr lang="zh-CN" altLang="en-US" b="1">
                <a:solidFill>
                  <a:srgbClr val="800080"/>
                </a:solidFill>
              </a:rPr>
              <a:t>多对多联系（</a:t>
            </a:r>
            <a:r>
              <a:rPr lang="en-US" altLang="zh-CN" b="1">
                <a:solidFill>
                  <a:srgbClr val="800080"/>
                </a:solidFill>
              </a:rPr>
              <a:t>m:n</a:t>
            </a:r>
            <a:r>
              <a:rPr lang="zh-CN" altLang="en-US" b="1">
                <a:solidFill>
                  <a:srgbClr val="800080"/>
                </a:solidFill>
              </a:rPr>
              <a:t>）</a:t>
            </a:r>
          </a:p>
          <a:p>
            <a:pPr eaLnBrk="1" hangingPunct="1">
              <a:buFont typeface="Wingdings" panose="05000000000000000000" pitchFamily="2" charset="2"/>
              <a:buNone/>
            </a:pPr>
            <a:r>
              <a:rPr lang="zh-CN" altLang="en-US" sz="2400" b="1"/>
              <a:t>   </a:t>
            </a:r>
            <a:r>
              <a:rPr lang="zh-CN" altLang="en-US" sz="2800" b="1"/>
              <a:t>如果对于实体集</a:t>
            </a:r>
            <a:r>
              <a:rPr lang="en-US" altLang="zh-CN" sz="2800" b="1"/>
              <a:t>A</a:t>
            </a:r>
            <a:r>
              <a:rPr lang="zh-CN" altLang="en-US" sz="2800" b="1"/>
              <a:t>中的每一个实体，实体集</a:t>
            </a:r>
            <a:r>
              <a:rPr lang="en-US" altLang="zh-CN" sz="2800" b="1"/>
              <a:t>B</a:t>
            </a:r>
            <a:r>
              <a:rPr lang="zh-CN" altLang="en-US" sz="2800" b="1"/>
              <a:t>中有</a:t>
            </a:r>
            <a:r>
              <a:rPr lang="en-US" altLang="zh-CN" sz="2800" b="1"/>
              <a:t>n</a:t>
            </a:r>
            <a:r>
              <a:rPr lang="zh-CN" altLang="en-US" sz="2800" b="1"/>
              <a:t>个实体（</a:t>
            </a:r>
            <a:r>
              <a:rPr lang="en-US" altLang="zh-CN" sz="2800" b="1"/>
              <a:t>n≥0</a:t>
            </a:r>
            <a:r>
              <a:rPr lang="zh-CN" altLang="en-US" sz="2800" b="1"/>
              <a:t>）与之联系，反之，对于实体集</a:t>
            </a:r>
            <a:r>
              <a:rPr lang="en-US" altLang="zh-CN" sz="2800" b="1"/>
              <a:t>B</a:t>
            </a:r>
            <a:r>
              <a:rPr lang="zh-CN" altLang="en-US" sz="2800" b="1"/>
              <a:t>中的每一个实体，实体集</a:t>
            </a:r>
            <a:r>
              <a:rPr lang="en-US" altLang="zh-CN" sz="2800" b="1"/>
              <a:t>A</a:t>
            </a:r>
            <a:r>
              <a:rPr lang="zh-CN" altLang="en-US" sz="2800" b="1"/>
              <a:t>中也有</a:t>
            </a:r>
            <a:r>
              <a:rPr lang="en-US" altLang="zh-CN" sz="2800" b="1"/>
              <a:t>m</a:t>
            </a:r>
            <a:r>
              <a:rPr lang="zh-CN" altLang="en-US" sz="2800" b="1"/>
              <a:t>个实体（</a:t>
            </a:r>
            <a:r>
              <a:rPr lang="en-US" altLang="zh-CN" sz="2800" b="1"/>
              <a:t>m≥0</a:t>
            </a:r>
            <a:r>
              <a:rPr lang="zh-CN" altLang="en-US" sz="2800" b="1"/>
              <a:t>）与之联系，则称</a:t>
            </a:r>
            <a:r>
              <a:rPr lang="zh-CN" altLang="en-US" sz="2800" b="1">
                <a:solidFill>
                  <a:srgbClr val="FF3300"/>
                </a:solidFill>
              </a:rPr>
              <a:t>实体集</a:t>
            </a:r>
            <a:r>
              <a:rPr lang="en-US" altLang="zh-CN" sz="2800" b="1">
                <a:solidFill>
                  <a:srgbClr val="FF3300"/>
                </a:solidFill>
              </a:rPr>
              <a:t>A</a:t>
            </a:r>
            <a:r>
              <a:rPr lang="zh-CN" altLang="en-US" sz="2800" b="1">
                <a:solidFill>
                  <a:srgbClr val="FF3300"/>
                </a:solidFill>
              </a:rPr>
              <a:t>与实体</a:t>
            </a:r>
            <a:r>
              <a:rPr lang="en-US" altLang="zh-CN" sz="2800" b="1">
                <a:solidFill>
                  <a:srgbClr val="FF3300"/>
                </a:solidFill>
              </a:rPr>
              <a:t>B</a:t>
            </a:r>
            <a:r>
              <a:rPr lang="zh-CN" altLang="en-US" sz="2800" b="1">
                <a:solidFill>
                  <a:srgbClr val="FF3300"/>
                </a:solidFill>
              </a:rPr>
              <a:t>具有多对多联系</a:t>
            </a:r>
            <a:r>
              <a:rPr lang="zh-CN" altLang="en-US" sz="2800" b="1"/>
              <a:t>。记为</a:t>
            </a:r>
            <a:r>
              <a:rPr lang="en-US" altLang="zh-CN" sz="2800" b="1">
                <a:solidFill>
                  <a:srgbClr val="FF3300"/>
                </a:solidFill>
              </a:rPr>
              <a:t>m:n</a:t>
            </a:r>
            <a:r>
              <a:rPr lang="zh-CN" altLang="en-US" sz="2800" b="1"/>
              <a:t>。</a:t>
            </a:r>
          </a:p>
        </p:txBody>
      </p:sp>
    </p:spTree>
    <p:extLst>
      <p:ext uri="{BB962C8B-B14F-4D97-AF65-F5344CB8AC3E}">
        <p14:creationId xmlns:p14="http://schemas.microsoft.com/office/powerpoint/2010/main" val="36176602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C3432EA-B0CC-444A-9B9C-2842499E44E6}"/>
              </a:ext>
            </a:extLst>
          </p:cNvPr>
          <p:cNvSpPr>
            <a:spLocks noGrp="1" noChangeArrowheads="1"/>
          </p:cNvSpPr>
          <p:nvPr>
            <p:ph type="title"/>
          </p:nvPr>
        </p:nvSpPr>
        <p:spPr/>
        <p:txBody>
          <a:bodyPr/>
          <a:lstStyle/>
          <a:p>
            <a:pPr eaLnBrk="1" hangingPunct="1"/>
            <a:r>
              <a:rPr lang="en-US" altLang="zh-CN" dirty="0">
                <a:solidFill>
                  <a:srgbClr val="D60093"/>
                </a:solidFill>
              </a:rPr>
              <a:t>3. </a:t>
            </a:r>
            <a:r>
              <a:rPr lang="zh-CN" altLang="en-US" dirty="0">
                <a:solidFill>
                  <a:srgbClr val="D60093"/>
                </a:solidFill>
              </a:rPr>
              <a:t>数据模型的组成要素</a:t>
            </a:r>
          </a:p>
        </p:txBody>
      </p:sp>
      <p:sp>
        <p:nvSpPr>
          <p:cNvPr id="69635" name="Rectangle 3">
            <a:extLst>
              <a:ext uri="{FF2B5EF4-FFF2-40B4-BE49-F238E27FC236}">
                <a16:creationId xmlns:a16="http://schemas.microsoft.com/office/drawing/2014/main" id="{91325C3D-8A3A-4967-8E16-B6210B6F614C}"/>
              </a:ext>
            </a:extLst>
          </p:cNvPr>
          <p:cNvSpPr>
            <a:spLocks noGrp="1" noChangeArrowheads="1"/>
          </p:cNvSpPr>
          <p:nvPr>
            <p:ph type="body" idx="1"/>
          </p:nvPr>
        </p:nvSpPr>
        <p:spPr>
          <a:xfrm>
            <a:off x="1066800" y="1828800"/>
            <a:ext cx="7772400" cy="4114800"/>
          </a:xfrm>
        </p:spPr>
        <p:txBody>
          <a:bodyPr/>
          <a:lstStyle/>
          <a:p>
            <a:pPr eaLnBrk="1" hangingPunct="1">
              <a:lnSpc>
                <a:spcPct val="130000"/>
              </a:lnSpc>
            </a:pPr>
            <a:r>
              <a:rPr lang="zh-CN" altLang="en-US" b="1"/>
              <a:t>数据结构 </a:t>
            </a:r>
          </a:p>
          <a:p>
            <a:pPr eaLnBrk="1" hangingPunct="1">
              <a:lnSpc>
                <a:spcPct val="130000"/>
              </a:lnSpc>
            </a:pPr>
            <a:r>
              <a:rPr lang="zh-CN" altLang="en-US" b="1"/>
              <a:t>数据操作 </a:t>
            </a:r>
          </a:p>
          <a:p>
            <a:pPr eaLnBrk="1" hangingPunct="1">
              <a:lnSpc>
                <a:spcPct val="130000"/>
              </a:lnSpc>
            </a:pPr>
            <a:r>
              <a:rPr lang="zh-CN" altLang="en-US" b="1"/>
              <a:t>数据的约束条件 </a:t>
            </a:r>
          </a:p>
        </p:txBody>
      </p:sp>
    </p:spTree>
    <p:extLst>
      <p:ext uri="{BB962C8B-B14F-4D97-AF65-F5344CB8AC3E}">
        <p14:creationId xmlns:p14="http://schemas.microsoft.com/office/powerpoint/2010/main" val="1080858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4064FC1-5AFB-4B02-A4BD-2FB67ECE5ACD}"/>
              </a:ext>
            </a:extLst>
          </p:cNvPr>
          <p:cNvSpPr>
            <a:spLocks noGrp="1" noChangeArrowheads="1"/>
          </p:cNvSpPr>
          <p:nvPr>
            <p:ph type="title"/>
          </p:nvPr>
        </p:nvSpPr>
        <p:spPr/>
        <p:txBody>
          <a:bodyPr/>
          <a:lstStyle/>
          <a:p>
            <a:pPr eaLnBrk="1" hangingPunct="1"/>
            <a:r>
              <a:rPr lang="zh-CN" altLang="en-US" dirty="0"/>
              <a:t>数据结构</a:t>
            </a:r>
          </a:p>
        </p:txBody>
      </p:sp>
      <p:sp>
        <p:nvSpPr>
          <p:cNvPr id="70659" name="Rectangle 3">
            <a:extLst>
              <a:ext uri="{FF2B5EF4-FFF2-40B4-BE49-F238E27FC236}">
                <a16:creationId xmlns:a16="http://schemas.microsoft.com/office/drawing/2014/main" id="{88EC194C-54A1-4088-A4ED-9A9A4B0276BB}"/>
              </a:ext>
            </a:extLst>
          </p:cNvPr>
          <p:cNvSpPr>
            <a:spLocks noGrp="1" noChangeArrowheads="1"/>
          </p:cNvSpPr>
          <p:nvPr>
            <p:ph type="body" idx="1"/>
          </p:nvPr>
        </p:nvSpPr>
        <p:spPr/>
        <p:txBody>
          <a:bodyPr/>
          <a:lstStyle/>
          <a:p>
            <a:pPr algn="just" eaLnBrk="1" hangingPunct="1"/>
            <a:r>
              <a:rPr lang="zh-CN" altLang="en-US" b="1"/>
              <a:t>什么是数据结构</a:t>
            </a:r>
          </a:p>
          <a:p>
            <a:pPr lvl="1" algn="just" eaLnBrk="1" hangingPunct="1"/>
            <a:r>
              <a:rPr lang="zh-CN" altLang="en-US" b="1"/>
              <a:t>对象类型的集合</a:t>
            </a:r>
          </a:p>
          <a:p>
            <a:pPr lvl="1" algn="just" eaLnBrk="1" hangingPunct="1">
              <a:lnSpc>
                <a:spcPct val="60000"/>
              </a:lnSpc>
            </a:pPr>
            <a:endParaRPr lang="zh-CN" altLang="en-US" b="1"/>
          </a:p>
          <a:p>
            <a:pPr algn="just" eaLnBrk="1" hangingPunct="1"/>
            <a:r>
              <a:rPr lang="zh-CN" altLang="en-US" b="1"/>
              <a:t>两类对象</a:t>
            </a:r>
          </a:p>
          <a:p>
            <a:pPr lvl="1" algn="just" eaLnBrk="1" hangingPunct="1"/>
            <a:r>
              <a:rPr lang="zh-CN" altLang="en-US" b="1"/>
              <a:t>与数据类型、内容、性质有关的对象</a:t>
            </a:r>
          </a:p>
          <a:p>
            <a:pPr lvl="1" algn="just" eaLnBrk="1" hangingPunct="1"/>
            <a:r>
              <a:rPr lang="zh-CN" altLang="en-US" b="1"/>
              <a:t>与数据之间联系有关的对象</a:t>
            </a:r>
          </a:p>
          <a:p>
            <a:pPr lvl="1" algn="just" eaLnBrk="1" hangingPunct="1">
              <a:lnSpc>
                <a:spcPct val="60000"/>
              </a:lnSpc>
            </a:pPr>
            <a:endParaRPr lang="zh-CN" altLang="en-US" b="1"/>
          </a:p>
          <a:p>
            <a:pPr algn="just" eaLnBrk="1" hangingPunct="1"/>
            <a:r>
              <a:rPr lang="zh-CN" altLang="en-US" b="1"/>
              <a:t>数据结构是对系统静态特性的描述</a:t>
            </a:r>
          </a:p>
          <a:p>
            <a:pPr eaLnBrk="1" hangingPunct="1"/>
            <a:endParaRPr lang="en-US" altLang="zh-CN" b="1"/>
          </a:p>
        </p:txBody>
      </p:sp>
    </p:spTree>
    <p:extLst>
      <p:ext uri="{BB962C8B-B14F-4D97-AF65-F5344CB8AC3E}">
        <p14:creationId xmlns:p14="http://schemas.microsoft.com/office/powerpoint/2010/main" val="1520071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065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65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659">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06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098">
            <a:extLst>
              <a:ext uri="{FF2B5EF4-FFF2-40B4-BE49-F238E27FC236}">
                <a16:creationId xmlns:a16="http://schemas.microsoft.com/office/drawing/2014/main" id="{7F57B0DE-932D-4D8D-92AB-CD2375A09913}"/>
              </a:ext>
            </a:extLst>
          </p:cNvPr>
          <p:cNvSpPr>
            <a:spLocks noGrp="1" noChangeArrowheads="1"/>
          </p:cNvSpPr>
          <p:nvPr>
            <p:ph type="title"/>
          </p:nvPr>
        </p:nvSpPr>
        <p:spPr/>
        <p:txBody>
          <a:bodyPr/>
          <a:lstStyle/>
          <a:p>
            <a:pPr eaLnBrk="1" hangingPunct="1"/>
            <a:r>
              <a:rPr lang="zh-CN" altLang="en-US" dirty="0"/>
              <a:t>数据操作 </a:t>
            </a:r>
          </a:p>
        </p:txBody>
      </p:sp>
      <p:sp>
        <p:nvSpPr>
          <p:cNvPr id="71683" name="Rectangle 4099">
            <a:extLst>
              <a:ext uri="{FF2B5EF4-FFF2-40B4-BE49-F238E27FC236}">
                <a16:creationId xmlns:a16="http://schemas.microsoft.com/office/drawing/2014/main" id="{D95264BB-064C-46C0-BCEC-316B7CCB6D5B}"/>
              </a:ext>
            </a:extLst>
          </p:cNvPr>
          <p:cNvSpPr>
            <a:spLocks noGrp="1" noChangeArrowheads="1"/>
          </p:cNvSpPr>
          <p:nvPr>
            <p:ph type="body" idx="1"/>
          </p:nvPr>
        </p:nvSpPr>
        <p:spPr>
          <a:xfrm>
            <a:off x="914400" y="1752600"/>
            <a:ext cx="7772400" cy="4114800"/>
          </a:xfrm>
        </p:spPr>
        <p:txBody>
          <a:bodyPr/>
          <a:lstStyle/>
          <a:p>
            <a:pPr algn="just" eaLnBrk="1" hangingPunct="1">
              <a:lnSpc>
                <a:spcPct val="150000"/>
              </a:lnSpc>
            </a:pPr>
            <a:r>
              <a:rPr lang="zh-CN" altLang="en-US" sz="2400" b="1"/>
              <a:t>数据操作</a:t>
            </a:r>
          </a:p>
          <a:p>
            <a:pPr lvl="1" algn="just" eaLnBrk="1" hangingPunct="1">
              <a:lnSpc>
                <a:spcPct val="150000"/>
              </a:lnSpc>
            </a:pPr>
            <a:r>
              <a:rPr lang="zh-CN" altLang="en-US" sz="2400" b="1"/>
              <a:t>对数据库中各种对象（型）的实例（值）允许执行的</a:t>
            </a:r>
            <a:r>
              <a:rPr lang="zh-CN" altLang="en-US" sz="2400" b="1">
                <a:solidFill>
                  <a:schemeClr val="folHlink"/>
                </a:solidFill>
              </a:rPr>
              <a:t>操作</a:t>
            </a:r>
            <a:r>
              <a:rPr lang="zh-CN" altLang="en-US" sz="2400" b="1"/>
              <a:t>及有关的</a:t>
            </a:r>
            <a:r>
              <a:rPr lang="zh-CN" altLang="en-US" sz="2400" b="1">
                <a:solidFill>
                  <a:schemeClr val="folHlink"/>
                </a:solidFill>
              </a:rPr>
              <a:t>操作规则</a:t>
            </a:r>
          </a:p>
          <a:p>
            <a:pPr algn="just" eaLnBrk="1" hangingPunct="1">
              <a:lnSpc>
                <a:spcPct val="150000"/>
              </a:lnSpc>
            </a:pPr>
            <a:r>
              <a:rPr lang="zh-CN" altLang="en-US" sz="2400" b="1"/>
              <a:t>数据操作的类型</a:t>
            </a:r>
          </a:p>
          <a:p>
            <a:pPr lvl="1" algn="just" eaLnBrk="1" hangingPunct="1">
              <a:lnSpc>
                <a:spcPct val="150000"/>
              </a:lnSpc>
            </a:pPr>
            <a:r>
              <a:rPr lang="zh-CN" altLang="en-US" sz="2400" b="1"/>
              <a:t>检索</a:t>
            </a:r>
          </a:p>
          <a:p>
            <a:pPr lvl="1" algn="just" eaLnBrk="1" hangingPunct="1">
              <a:lnSpc>
                <a:spcPct val="150000"/>
              </a:lnSpc>
            </a:pPr>
            <a:r>
              <a:rPr lang="zh-CN" altLang="en-US" sz="2400" b="1"/>
              <a:t>更新（包括插入、删除、修改）</a:t>
            </a:r>
          </a:p>
        </p:txBody>
      </p:sp>
    </p:spTree>
    <p:extLst>
      <p:ext uri="{BB962C8B-B14F-4D97-AF65-F5344CB8AC3E}">
        <p14:creationId xmlns:p14="http://schemas.microsoft.com/office/powerpoint/2010/main" val="147679561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68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C796BE12-0A4B-4C0E-9F0D-5253771B73EA}"/>
              </a:ext>
            </a:extLst>
          </p:cNvPr>
          <p:cNvSpPr>
            <a:spLocks noGrp="1" noChangeArrowheads="1"/>
          </p:cNvSpPr>
          <p:nvPr>
            <p:ph type="title"/>
          </p:nvPr>
        </p:nvSpPr>
        <p:spPr/>
        <p:txBody>
          <a:bodyPr/>
          <a:lstStyle/>
          <a:p>
            <a:pPr eaLnBrk="1" hangingPunct="1"/>
            <a:r>
              <a:rPr lang="zh-CN" altLang="en-US" dirty="0"/>
              <a:t>数据的约束条件 </a:t>
            </a:r>
          </a:p>
        </p:txBody>
      </p:sp>
      <p:sp>
        <p:nvSpPr>
          <p:cNvPr id="72707" name="Rectangle 3">
            <a:extLst>
              <a:ext uri="{FF2B5EF4-FFF2-40B4-BE49-F238E27FC236}">
                <a16:creationId xmlns:a16="http://schemas.microsoft.com/office/drawing/2014/main" id="{3A2CFCAC-833D-44EF-BAC3-3EA96EFB6EB7}"/>
              </a:ext>
            </a:extLst>
          </p:cNvPr>
          <p:cNvSpPr>
            <a:spLocks noGrp="1" noChangeArrowheads="1"/>
          </p:cNvSpPr>
          <p:nvPr>
            <p:ph type="body" idx="1"/>
          </p:nvPr>
        </p:nvSpPr>
        <p:spPr/>
        <p:txBody>
          <a:bodyPr/>
          <a:lstStyle/>
          <a:p>
            <a:pPr eaLnBrk="1" hangingPunct="1"/>
            <a:r>
              <a:rPr lang="zh-CN" altLang="en-US" b="1"/>
              <a:t>一组完整性规则的集合。</a:t>
            </a:r>
          </a:p>
          <a:p>
            <a:pPr eaLnBrk="1" hangingPunct="1">
              <a:lnSpc>
                <a:spcPct val="130000"/>
              </a:lnSpc>
            </a:pPr>
            <a:r>
              <a:rPr lang="zh-CN" altLang="en-US" b="1"/>
              <a:t>完整性规则是给定的数据模型中数据及其联系所具有的制约和储存规则，用以限定符合数据模型的数据库状态以及状态的变化，以保证数据的正确、有效、相容。</a:t>
            </a:r>
          </a:p>
        </p:txBody>
      </p:sp>
    </p:spTree>
    <p:extLst>
      <p:ext uri="{BB962C8B-B14F-4D97-AF65-F5344CB8AC3E}">
        <p14:creationId xmlns:p14="http://schemas.microsoft.com/office/powerpoint/2010/main" val="256034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7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0B6D4F21-F58D-4909-863F-DC49977809D0}"/>
              </a:ext>
            </a:extLst>
          </p:cNvPr>
          <p:cNvSpPr>
            <a:spLocks noGrp="1"/>
          </p:cNvSpPr>
          <p:nvPr>
            <p:ph type="title"/>
          </p:nvPr>
        </p:nvSpPr>
        <p:spPr/>
        <p:txBody>
          <a:bodyPr/>
          <a:lstStyle/>
          <a:p>
            <a:r>
              <a:rPr lang="en-US" altLang="zh-CN" dirty="0"/>
              <a:t>4</a:t>
            </a:r>
            <a:r>
              <a:rPr lang="zh-CN" altLang="en-US" dirty="0"/>
              <a:t>、常用数据模型</a:t>
            </a:r>
          </a:p>
        </p:txBody>
      </p:sp>
      <p:graphicFrame>
        <p:nvGraphicFramePr>
          <p:cNvPr id="4" name="内容占位符 3">
            <a:extLst>
              <a:ext uri="{FF2B5EF4-FFF2-40B4-BE49-F238E27FC236}">
                <a16:creationId xmlns:a16="http://schemas.microsoft.com/office/drawing/2014/main" id="{985F7642-9CBA-4EA6-86F8-3B731CC61072}"/>
              </a:ext>
            </a:extLst>
          </p:cNvPr>
          <p:cNvGraphicFramePr>
            <a:graphicFrameLocks noGrp="1"/>
          </p:cNvGraphicFramePr>
          <p:nvPr>
            <p:ph idx="1"/>
          </p:nvPr>
        </p:nvGraphicFramePr>
        <p:xfrm>
          <a:off x="107504" y="2132856"/>
          <a:ext cx="9144000"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81581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6">
            <a:extLst>
              <a:ext uri="{FF2B5EF4-FFF2-40B4-BE49-F238E27FC236}">
                <a16:creationId xmlns:a16="http://schemas.microsoft.com/office/drawing/2014/main" id="{5C6E0DE7-8589-4B20-BE37-971A42776DDF}"/>
              </a:ext>
            </a:extLst>
          </p:cNvPr>
          <p:cNvSpPr>
            <a:spLocks noGrp="1" noChangeArrowheads="1"/>
          </p:cNvSpPr>
          <p:nvPr>
            <p:ph type="body" idx="1"/>
          </p:nvPr>
        </p:nvSpPr>
        <p:spPr>
          <a:xfrm>
            <a:off x="827088" y="2017713"/>
            <a:ext cx="7772400" cy="4114800"/>
          </a:xfrm>
          <a:noFill/>
        </p:spPr>
        <p:txBody>
          <a:bodyPr/>
          <a:lstStyle/>
          <a:p>
            <a:pPr eaLnBrk="1" hangingPunct="1">
              <a:lnSpc>
                <a:spcPct val="90000"/>
              </a:lnSpc>
            </a:pPr>
            <a:r>
              <a:rPr lang="zh-CN" altLang="en-US" b="1"/>
              <a:t>非关系模型</a:t>
            </a:r>
          </a:p>
          <a:p>
            <a:pPr lvl="1" eaLnBrk="1" hangingPunct="1">
              <a:lnSpc>
                <a:spcPct val="90000"/>
              </a:lnSpc>
            </a:pPr>
            <a:r>
              <a:rPr lang="zh-CN" altLang="en-US" b="1"/>
              <a:t>层次模型（</a:t>
            </a:r>
            <a:r>
              <a:rPr lang="en-US" altLang="zh-CN" b="1"/>
              <a:t>Hierarchical Model</a:t>
            </a:r>
            <a:r>
              <a:rPr lang="zh-CN" altLang="en-US" b="1"/>
              <a:t>）</a:t>
            </a:r>
          </a:p>
          <a:p>
            <a:pPr lvl="1" eaLnBrk="1" hangingPunct="1">
              <a:lnSpc>
                <a:spcPct val="90000"/>
              </a:lnSpc>
            </a:pPr>
            <a:r>
              <a:rPr lang="zh-CN" altLang="en-US" b="1"/>
              <a:t>网状模型</a:t>
            </a:r>
            <a:r>
              <a:rPr lang="en-US" altLang="zh-CN" b="1"/>
              <a:t>(Network Model )</a:t>
            </a:r>
          </a:p>
          <a:p>
            <a:pPr lvl="2" eaLnBrk="1" hangingPunct="1">
              <a:lnSpc>
                <a:spcPct val="90000"/>
              </a:lnSpc>
            </a:pPr>
            <a:r>
              <a:rPr lang="zh-CN" altLang="en-US" b="1"/>
              <a:t>数据结构：以基本层次联系为基本单位</a:t>
            </a:r>
          </a:p>
          <a:p>
            <a:pPr eaLnBrk="1" hangingPunct="1">
              <a:lnSpc>
                <a:spcPct val="90000"/>
              </a:lnSpc>
            </a:pPr>
            <a:r>
              <a:rPr lang="zh-CN" altLang="en-US" b="1"/>
              <a:t>关系模型</a:t>
            </a:r>
            <a:r>
              <a:rPr lang="en-US" altLang="zh-CN" b="1"/>
              <a:t>(Relational Model)  </a:t>
            </a:r>
          </a:p>
          <a:p>
            <a:pPr lvl="1" eaLnBrk="1" hangingPunct="1">
              <a:lnSpc>
                <a:spcPct val="90000"/>
              </a:lnSpc>
            </a:pPr>
            <a:r>
              <a:rPr lang="zh-CN" altLang="en-US" b="1"/>
              <a:t>数据结构：表</a:t>
            </a:r>
          </a:p>
          <a:p>
            <a:pPr eaLnBrk="1" hangingPunct="1">
              <a:lnSpc>
                <a:spcPct val="90000"/>
              </a:lnSpc>
            </a:pPr>
            <a:r>
              <a:rPr lang="zh-CN" altLang="en-US" b="1"/>
              <a:t>面向对象模型</a:t>
            </a:r>
            <a:r>
              <a:rPr lang="en-US" altLang="zh-CN" b="1"/>
              <a:t>(Object Oriented Model</a:t>
            </a:r>
            <a:r>
              <a:rPr lang="zh-CN" altLang="en-US" b="1"/>
              <a:t>）</a:t>
            </a:r>
          </a:p>
          <a:p>
            <a:pPr lvl="1" eaLnBrk="1" hangingPunct="1">
              <a:lnSpc>
                <a:spcPct val="90000"/>
              </a:lnSpc>
            </a:pPr>
            <a:r>
              <a:rPr lang="zh-CN" altLang="en-US" b="1"/>
              <a:t>数据结构：对象</a:t>
            </a:r>
          </a:p>
        </p:txBody>
      </p:sp>
      <p:sp>
        <p:nvSpPr>
          <p:cNvPr id="78851" name="AutoShape 7">
            <a:extLst>
              <a:ext uri="{FF2B5EF4-FFF2-40B4-BE49-F238E27FC236}">
                <a16:creationId xmlns:a16="http://schemas.microsoft.com/office/drawing/2014/main" id="{8B321131-D0B2-4E36-9FC6-D373DD5D7522}"/>
              </a:ext>
            </a:extLst>
          </p:cNvPr>
          <p:cNvSpPr>
            <a:spLocks noChangeArrowheads="1"/>
          </p:cNvSpPr>
          <p:nvPr/>
        </p:nvSpPr>
        <p:spPr bwMode="auto">
          <a:xfrm>
            <a:off x="6477000" y="4221163"/>
            <a:ext cx="2667000" cy="762000"/>
          </a:xfrm>
          <a:prstGeom prst="cloudCallout">
            <a:avLst>
              <a:gd name="adj1" fmla="val -65181"/>
              <a:gd name="adj2" fmla="val -35000"/>
            </a:avLst>
          </a:prstGeom>
          <a:solidFill>
            <a:srgbClr val="FFFF00"/>
          </a:solidFill>
          <a:ln w="9525">
            <a:solidFill>
              <a:schemeClr val="tx1"/>
            </a:solidFill>
            <a:round/>
            <a:headEnd/>
            <a:tailEnd/>
          </a:ln>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本课程的重点</a:t>
            </a:r>
          </a:p>
        </p:txBody>
      </p:sp>
      <p:sp>
        <p:nvSpPr>
          <p:cNvPr id="78852" name="标题 1">
            <a:extLst>
              <a:ext uri="{FF2B5EF4-FFF2-40B4-BE49-F238E27FC236}">
                <a16:creationId xmlns:a16="http://schemas.microsoft.com/office/drawing/2014/main" id="{AE8AB56E-CBE6-4EA1-AC96-B1BE3CE916F7}"/>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6545062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5BFB0DA4-01F1-40C6-9973-AA5B23C2AE60}"/>
              </a:ext>
            </a:extLst>
          </p:cNvPr>
          <p:cNvSpPr>
            <a:spLocks noGrp="1" noChangeArrowheads="1"/>
          </p:cNvSpPr>
          <p:nvPr>
            <p:ph type="title"/>
          </p:nvPr>
        </p:nvSpPr>
        <p:spPr/>
        <p:txBody>
          <a:bodyPr/>
          <a:lstStyle/>
          <a:p>
            <a:pPr eaLnBrk="1" hangingPunct="1"/>
            <a:r>
              <a:rPr lang="zh-CN" altLang="en-US"/>
              <a:t>关系数据模型简介</a:t>
            </a:r>
          </a:p>
        </p:txBody>
      </p:sp>
      <p:sp>
        <p:nvSpPr>
          <p:cNvPr id="79875" name="Rectangle 3">
            <a:extLst>
              <a:ext uri="{FF2B5EF4-FFF2-40B4-BE49-F238E27FC236}">
                <a16:creationId xmlns:a16="http://schemas.microsoft.com/office/drawing/2014/main" id="{711BDA46-F2DD-4016-A73E-8F1BA771E914}"/>
              </a:ext>
            </a:extLst>
          </p:cNvPr>
          <p:cNvSpPr>
            <a:spLocks noGrp="1" noChangeArrowheads="1"/>
          </p:cNvSpPr>
          <p:nvPr>
            <p:ph type="body" idx="1"/>
          </p:nvPr>
        </p:nvSpPr>
        <p:spPr>
          <a:xfrm>
            <a:off x="457200" y="1905000"/>
            <a:ext cx="7772400" cy="4114800"/>
          </a:xfrm>
        </p:spPr>
        <p:txBody>
          <a:bodyPr/>
          <a:lstStyle/>
          <a:p>
            <a:pPr algn="just" eaLnBrk="1" hangingPunct="1">
              <a:buFont typeface="Wingdings" panose="05000000000000000000" pitchFamily="2" charset="2"/>
              <a:buNone/>
            </a:pPr>
            <a:r>
              <a:rPr lang="en-US" altLang="zh-CN" b="1"/>
              <a:t>   </a:t>
            </a:r>
            <a:r>
              <a:rPr lang="zh-CN" altLang="en-US" b="1"/>
              <a:t>系统而严格地提出关系模型的是美国</a:t>
            </a:r>
            <a:r>
              <a:rPr lang="en-US" altLang="zh-CN" sz="3600" b="1">
                <a:latin typeface="Times New Roman" panose="02020603050405020304" pitchFamily="18" charset="0"/>
              </a:rPr>
              <a:t>IBM</a:t>
            </a:r>
            <a:r>
              <a:rPr lang="zh-CN" altLang="en-US" b="1"/>
              <a:t>公司的</a:t>
            </a:r>
            <a:r>
              <a:rPr lang="en-US" altLang="zh-CN" sz="3600" b="1">
                <a:latin typeface="Times New Roman" panose="02020603050405020304" pitchFamily="18" charset="0"/>
              </a:rPr>
              <a:t>E.F.Codd</a:t>
            </a:r>
          </a:p>
          <a:p>
            <a:pPr lvl="1" algn="just" eaLnBrk="1" hangingPunct="1"/>
            <a:r>
              <a:rPr lang="en-US" altLang="zh-CN" b="1"/>
              <a:t>1970</a:t>
            </a:r>
            <a:r>
              <a:rPr lang="zh-CN" altLang="en-US" b="1"/>
              <a:t>年提出关系数据模型</a:t>
            </a:r>
          </a:p>
          <a:p>
            <a:pPr lvl="1" algn="just" eaLnBrk="1" hangingPunct="1"/>
            <a:r>
              <a:rPr lang="zh-CN" altLang="en-US" b="1"/>
              <a:t>之后，提出了关系代数和关系演算的概念</a:t>
            </a:r>
          </a:p>
          <a:p>
            <a:pPr lvl="1" algn="just" eaLnBrk="1" hangingPunct="1"/>
            <a:r>
              <a:rPr lang="en-US" altLang="zh-CN" b="1"/>
              <a:t>1972</a:t>
            </a:r>
            <a:r>
              <a:rPr lang="zh-CN" altLang="en-US" b="1"/>
              <a:t>年提出了关系的第一、第二、第三范式</a:t>
            </a:r>
          </a:p>
          <a:p>
            <a:pPr lvl="1" algn="just" eaLnBrk="1" hangingPunct="1"/>
            <a:r>
              <a:rPr lang="en-US" altLang="zh-CN" b="1"/>
              <a:t>1974</a:t>
            </a:r>
            <a:r>
              <a:rPr lang="zh-CN" altLang="en-US" b="1"/>
              <a:t>年提出了关系的</a:t>
            </a:r>
            <a:r>
              <a:rPr lang="en-US" altLang="zh-CN" sz="3600" b="1">
                <a:latin typeface="Times New Roman" panose="02020603050405020304" pitchFamily="18" charset="0"/>
              </a:rPr>
              <a:t>BC</a:t>
            </a:r>
            <a:r>
              <a:rPr lang="zh-CN" altLang="en-US" b="1"/>
              <a:t>范式</a:t>
            </a:r>
          </a:p>
        </p:txBody>
      </p:sp>
      <p:pic>
        <p:nvPicPr>
          <p:cNvPr id="79876" name="Picture 4" descr="kaote">
            <a:extLst>
              <a:ext uri="{FF2B5EF4-FFF2-40B4-BE49-F238E27FC236}">
                <a16:creationId xmlns:a16="http://schemas.microsoft.com/office/drawing/2014/main" id="{3738285D-78EA-4827-8F8A-C51E862A4A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724400"/>
            <a:ext cx="2133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AutoShape 5">
            <a:extLst>
              <a:ext uri="{FF2B5EF4-FFF2-40B4-BE49-F238E27FC236}">
                <a16:creationId xmlns:a16="http://schemas.microsoft.com/office/drawing/2014/main" id="{A0B3429F-5F06-4195-A3B3-7AA5ACE89AE4}"/>
              </a:ext>
            </a:extLst>
          </p:cNvPr>
          <p:cNvSpPr>
            <a:spLocks noChangeArrowheads="1"/>
          </p:cNvSpPr>
          <p:nvPr/>
        </p:nvSpPr>
        <p:spPr bwMode="auto">
          <a:xfrm>
            <a:off x="5334000" y="2743200"/>
            <a:ext cx="3810000" cy="685800"/>
          </a:xfrm>
          <a:prstGeom prst="wedgeEllipseCallout">
            <a:avLst>
              <a:gd name="adj1" fmla="val -49458"/>
              <a:gd name="adj2" fmla="val 83565"/>
            </a:avLst>
          </a:prstGeom>
          <a:solidFill>
            <a:schemeClr val="accent1"/>
          </a:solidFill>
          <a:ln w="9525">
            <a:solidFill>
              <a:schemeClr val="tx1"/>
            </a:solidFill>
            <a:miter lim="800000"/>
            <a:headEnd/>
            <a:tailEnd/>
          </a:ln>
        </p:spPr>
        <p:txBody>
          <a:bodyP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提供了严格的数学基础</a:t>
            </a:r>
          </a:p>
        </p:txBody>
      </p:sp>
      <p:sp>
        <p:nvSpPr>
          <p:cNvPr id="6" name="TextBox 5">
            <a:extLst>
              <a:ext uri="{FF2B5EF4-FFF2-40B4-BE49-F238E27FC236}">
                <a16:creationId xmlns:a16="http://schemas.microsoft.com/office/drawing/2014/main" id="{0F3839C8-CD48-4C9D-8BF1-3900F33BDD9C}"/>
              </a:ext>
            </a:extLst>
          </p:cNvPr>
          <p:cNvSpPr txBox="1"/>
          <p:nvPr/>
        </p:nvSpPr>
        <p:spPr>
          <a:xfrm>
            <a:off x="0" y="1916832"/>
            <a:ext cx="9144000" cy="4708981"/>
          </a:xfrm>
          <a:prstGeom prst="rect">
            <a:avLst/>
          </a:prstGeom>
          <a:ln>
            <a:solidFill>
              <a:srgbClr val="FFFF66"/>
            </a:solidFill>
          </a:ln>
          <a:effectLst>
            <a:outerShdw blurRad="50800" dist="38100" dir="8100000" algn="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a:spAutoFit/>
          </a:bodyPr>
          <a:lstStyle/>
          <a:p>
            <a:pPr>
              <a:defRPr/>
            </a:pPr>
            <a:r>
              <a:rPr lang="en-US" altLang="zh-CN" sz="2400" dirty="0">
                <a:solidFill>
                  <a:schemeClr val="tx1"/>
                </a:solidFill>
              </a:rPr>
              <a:t>1942-1945</a:t>
            </a:r>
            <a:r>
              <a:rPr lang="zh-CN" altLang="en-US" sz="2400" dirty="0">
                <a:solidFill>
                  <a:schemeClr val="tx1"/>
                </a:solidFill>
              </a:rPr>
              <a:t>年二战期间任战斗机机长，参与了许多重大空战；</a:t>
            </a:r>
          </a:p>
          <a:p>
            <a:pPr>
              <a:defRPr/>
            </a:pPr>
            <a:r>
              <a:rPr lang="zh-CN" altLang="en-US" sz="2400" dirty="0">
                <a:solidFill>
                  <a:schemeClr val="tx1"/>
                </a:solidFill>
              </a:rPr>
              <a:t>二战结束后，考特上牛津大学学习数学，于</a:t>
            </a:r>
            <a:r>
              <a:rPr lang="en-US" altLang="zh-CN" sz="2400" dirty="0">
                <a:solidFill>
                  <a:schemeClr val="tx1"/>
                </a:solidFill>
              </a:rPr>
              <a:t>1948</a:t>
            </a:r>
            <a:r>
              <a:rPr lang="zh-CN" altLang="en-US" sz="2400" dirty="0">
                <a:solidFill>
                  <a:schemeClr val="tx1"/>
                </a:solidFill>
              </a:rPr>
              <a:t>年取得学士学位；</a:t>
            </a:r>
          </a:p>
          <a:p>
            <a:pPr>
              <a:defRPr/>
            </a:pPr>
            <a:r>
              <a:rPr lang="zh-CN" altLang="en-US" sz="2400" dirty="0">
                <a:solidFill>
                  <a:schemeClr val="tx1"/>
                </a:solidFill>
              </a:rPr>
              <a:t>参加了</a:t>
            </a:r>
            <a:r>
              <a:rPr lang="en-US" altLang="zh-CN" sz="2400" dirty="0">
                <a:solidFill>
                  <a:schemeClr val="tx1"/>
                </a:solidFill>
              </a:rPr>
              <a:t>IBM</a:t>
            </a:r>
            <a:r>
              <a:rPr lang="zh-CN" altLang="en-US" sz="2400" dirty="0">
                <a:solidFill>
                  <a:schemeClr val="tx1"/>
                </a:solidFill>
              </a:rPr>
              <a:t>第一台科学计算机</a:t>
            </a:r>
            <a:r>
              <a:rPr lang="en-US" altLang="zh-CN" sz="2400" dirty="0">
                <a:solidFill>
                  <a:schemeClr val="tx1"/>
                </a:solidFill>
              </a:rPr>
              <a:t>701</a:t>
            </a:r>
            <a:r>
              <a:rPr lang="zh-CN" altLang="en-US" sz="2400" dirty="0">
                <a:solidFill>
                  <a:schemeClr val="tx1"/>
                </a:solidFill>
              </a:rPr>
              <a:t>以及第一台大型晶体管计算机 </a:t>
            </a:r>
            <a:r>
              <a:rPr lang="en-US" altLang="zh-CN" sz="2400" dirty="0">
                <a:solidFill>
                  <a:schemeClr val="tx1"/>
                </a:solidFill>
              </a:rPr>
              <a:t>S T R E T C H </a:t>
            </a:r>
            <a:r>
              <a:rPr lang="zh-CN" altLang="en-US" sz="2400" dirty="0">
                <a:solidFill>
                  <a:schemeClr val="tx1"/>
                </a:solidFill>
              </a:rPr>
              <a:t>的逻辑设计，主持了第一个有多道程序设计能力的操作系统的开发；</a:t>
            </a:r>
          </a:p>
          <a:p>
            <a:pPr>
              <a:defRPr/>
            </a:pPr>
            <a:r>
              <a:rPr lang="zh-CN" altLang="en-US" sz="2400" dirty="0">
                <a:solidFill>
                  <a:schemeClr val="tx1"/>
                </a:solidFill>
              </a:rPr>
              <a:t>在</a:t>
            </a:r>
            <a:r>
              <a:rPr lang="en-US" altLang="zh-CN" sz="2400" dirty="0">
                <a:solidFill>
                  <a:schemeClr val="tx1"/>
                </a:solidFill>
              </a:rPr>
              <a:t>60 </a:t>
            </a:r>
            <a:r>
              <a:rPr lang="zh-CN" altLang="en-US" sz="2400" dirty="0">
                <a:solidFill>
                  <a:schemeClr val="tx1"/>
                </a:solidFill>
              </a:rPr>
              <a:t>年代初，到密歇根大学进修计算机与通信专业，于</a:t>
            </a:r>
            <a:r>
              <a:rPr lang="en-US" altLang="zh-CN" sz="2400" dirty="0">
                <a:solidFill>
                  <a:schemeClr val="tx1"/>
                </a:solidFill>
              </a:rPr>
              <a:t>1963</a:t>
            </a:r>
            <a:r>
              <a:rPr lang="zh-CN" altLang="en-US" sz="2400" dirty="0">
                <a:solidFill>
                  <a:schemeClr val="tx1"/>
                </a:solidFill>
              </a:rPr>
              <a:t>年获得硕士学位， </a:t>
            </a:r>
            <a:r>
              <a:rPr lang="en-US" altLang="zh-CN" sz="2400" dirty="0">
                <a:solidFill>
                  <a:schemeClr val="tx1"/>
                </a:solidFill>
              </a:rPr>
              <a:t>1965</a:t>
            </a:r>
            <a:r>
              <a:rPr lang="zh-CN" altLang="en-US" sz="2400" dirty="0">
                <a:solidFill>
                  <a:schemeClr val="tx1"/>
                </a:solidFill>
              </a:rPr>
              <a:t>年取得博士学位。</a:t>
            </a:r>
          </a:p>
        </p:txBody>
      </p:sp>
    </p:spTree>
    <p:extLst>
      <p:ext uri="{BB962C8B-B14F-4D97-AF65-F5344CB8AC3E}">
        <p14:creationId xmlns:p14="http://schemas.microsoft.com/office/powerpoint/2010/main" val="30231933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C23E4971-7E6E-4B53-AC66-0C29945BBF8D}"/>
              </a:ext>
            </a:extLst>
          </p:cNvPr>
          <p:cNvSpPr>
            <a:spLocks noGrp="1" noChangeArrowheads="1"/>
          </p:cNvSpPr>
          <p:nvPr>
            <p:ph type="title"/>
          </p:nvPr>
        </p:nvSpPr>
        <p:spPr/>
        <p:txBody>
          <a:bodyPr/>
          <a:lstStyle/>
          <a:p>
            <a:pPr eaLnBrk="1" hangingPunct="1"/>
            <a:r>
              <a:rPr lang="zh-CN" altLang="en-US" sz="4000">
                <a:ea typeface="隶书" panose="02010509060101010101" pitchFamily="49" charset="-122"/>
              </a:rPr>
              <a:t>关系数据模型的数据结构</a:t>
            </a:r>
            <a:endParaRPr lang="zh-CN" altLang="en-US" sz="4000" b="0">
              <a:latin typeface="Times New Roman" panose="02020603050405020304" pitchFamily="18" charset="0"/>
            </a:endParaRPr>
          </a:p>
        </p:txBody>
      </p:sp>
      <p:sp>
        <p:nvSpPr>
          <p:cNvPr id="3076" name="AutoShape 3">
            <a:extLst>
              <a:ext uri="{FF2B5EF4-FFF2-40B4-BE49-F238E27FC236}">
                <a16:creationId xmlns:a16="http://schemas.microsoft.com/office/drawing/2014/main" id="{8DFAAF45-EE9D-4C7D-8692-382D507F8B6A}"/>
              </a:ext>
            </a:extLst>
          </p:cNvPr>
          <p:cNvSpPr>
            <a:spLocks noGrp="1" noChangeArrowheads="1"/>
          </p:cNvSpPr>
          <p:nvPr>
            <p:ph type="body" idx="1"/>
          </p:nvPr>
        </p:nvSpPr>
        <p:spPr>
          <a:xfrm flipV="1">
            <a:off x="762000" y="2057400"/>
            <a:ext cx="7772400" cy="4114800"/>
          </a:xfrm>
          <a:prstGeom prst="verticalScroll">
            <a:avLst>
              <a:gd name="adj" fmla="val 7477"/>
            </a:avLst>
          </a:prstGeom>
          <a:gradFill rotWithShape="0">
            <a:gsLst>
              <a:gs pos="0">
                <a:srgbClr val="FFFFFF"/>
              </a:gs>
              <a:gs pos="100000">
                <a:srgbClr val="BBBBBB"/>
              </a:gs>
            </a:gsLst>
            <a:lin ang="5400000" scaled="1"/>
          </a:gradFill>
          <a:ln w="25400">
            <a:solidFill>
              <a:schemeClr val="tx1"/>
            </a:solidFill>
            <a:round/>
            <a:headEnd/>
            <a:tailEnd/>
          </a:ln>
        </p:spPr>
        <p:txBody>
          <a:bodyPr/>
          <a:lstStyle/>
          <a:p>
            <a:pPr eaLnBrk="1" hangingPunct="1">
              <a:spcBef>
                <a:spcPct val="0"/>
              </a:spcBef>
              <a:buClrTx/>
              <a:buSzTx/>
              <a:buFontTx/>
              <a:buNone/>
            </a:pPr>
            <a:endParaRPr lang="en-US" altLang="zh-CN" sz="2400" b="1">
              <a:latin typeface="Times New Roman" panose="02020603050405020304" pitchFamily="18" charset="0"/>
            </a:endParaRPr>
          </a:p>
          <a:p>
            <a:pPr eaLnBrk="1" hangingPunct="1">
              <a:spcBef>
                <a:spcPct val="0"/>
              </a:spcBef>
              <a:buClrTx/>
              <a:buSzTx/>
              <a:buFontTx/>
              <a:buNone/>
            </a:pPr>
            <a:endParaRPr lang="en-US" altLang="zh-CN" sz="2400" b="1">
              <a:latin typeface="Times New Roman" panose="02020603050405020304" pitchFamily="18" charset="0"/>
            </a:endParaRPr>
          </a:p>
        </p:txBody>
      </p:sp>
      <p:graphicFrame>
        <p:nvGraphicFramePr>
          <p:cNvPr id="3074" name="Object 4">
            <a:extLst>
              <a:ext uri="{FF2B5EF4-FFF2-40B4-BE49-F238E27FC236}">
                <a16:creationId xmlns:a16="http://schemas.microsoft.com/office/drawing/2014/main" id="{02A9EC56-F91F-4ACD-A4FD-442ED2763876}"/>
              </a:ext>
            </a:extLst>
          </p:cNvPr>
          <p:cNvGraphicFramePr>
            <a:graphicFrameLocks noChangeAspect="1"/>
          </p:cNvGraphicFramePr>
          <p:nvPr>
            <p:extLst>
              <p:ext uri="{D42A27DB-BD31-4B8C-83A1-F6EECF244321}">
                <p14:modId xmlns:p14="http://schemas.microsoft.com/office/powerpoint/2010/main" val="1277529396"/>
              </p:ext>
            </p:extLst>
          </p:nvPr>
        </p:nvGraphicFramePr>
        <p:xfrm>
          <a:off x="992188" y="2060575"/>
          <a:ext cx="7346950" cy="3624263"/>
        </p:xfrm>
        <a:graphic>
          <a:graphicData uri="http://schemas.openxmlformats.org/presentationml/2006/ole">
            <mc:AlternateContent xmlns:mc="http://schemas.openxmlformats.org/markup-compatibility/2006">
              <mc:Choice xmlns:v="urn:schemas-microsoft-com:vml" Requires="v">
                <p:oleObj name="Document" r:id="rId3" imgW="3403263" imgH="1676108" progId="Word.Document.8">
                  <p:embed/>
                </p:oleObj>
              </mc:Choice>
              <mc:Fallback>
                <p:oleObj name="Document" r:id="rId3" imgW="3403263" imgH="1676108" progId="Word.Document.8">
                  <p:embed/>
                  <p:pic>
                    <p:nvPicPr>
                      <p:cNvPr id="3074" name="Object 4">
                        <a:extLst>
                          <a:ext uri="{FF2B5EF4-FFF2-40B4-BE49-F238E27FC236}">
                            <a16:creationId xmlns:a16="http://schemas.microsoft.com/office/drawing/2014/main" id="{02A9EC56-F91F-4ACD-A4FD-442ED2763876}"/>
                          </a:ext>
                        </a:extLst>
                      </p:cNvPr>
                      <p:cNvPicPr>
                        <a:picLocks noChangeAspect="1" noChangeArrowheads="1"/>
                      </p:cNvPicPr>
                      <p:nvPr/>
                    </p:nvPicPr>
                    <p:blipFill>
                      <a:blip r:embed="rId4"/>
                      <a:srcRect/>
                      <a:stretch>
                        <a:fillRect/>
                      </a:stretch>
                    </p:blipFill>
                    <p:spPr bwMode="auto">
                      <a:xfrm>
                        <a:off x="992188" y="2060575"/>
                        <a:ext cx="7346950" cy="362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52720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01DC326-4991-4C04-8A5A-114BBADDC78F}"/>
              </a:ext>
            </a:extLst>
          </p:cNvPr>
          <p:cNvSpPr>
            <a:spLocks noGrp="1" noChangeArrowheads="1"/>
          </p:cNvSpPr>
          <p:nvPr>
            <p:ph type="title"/>
          </p:nvPr>
        </p:nvSpPr>
        <p:spPr/>
        <p:txBody>
          <a:bodyPr/>
          <a:lstStyle/>
          <a:p>
            <a:pPr eaLnBrk="1" hangingPunct="1"/>
            <a:r>
              <a:rPr lang="zh-CN" altLang="en-US" sz="4000">
                <a:ea typeface="隶书" panose="02010509060101010101" pitchFamily="49" charset="-122"/>
              </a:rPr>
              <a:t>关系模型的基本概念</a:t>
            </a:r>
          </a:p>
        </p:txBody>
      </p:sp>
      <p:sp>
        <p:nvSpPr>
          <p:cNvPr id="80899" name="Rectangle 3">
            <a:extLst>
              <a:ext uri="{FF2B5EF4-FFF2-40B4-BE49-F238E27FC236}">
                <a16:creationId xmlns:a16="http://schemas.microsoft.com/office/drawing/2014/main" id="{394C5569-65CB-43BF-9246-1FEE717D5694}"/>
              </a:ext>
            </a:extLst>
          </p:cNvPr>
          <p:cNvSpPr>
            <a:spLocks noGrp="1" noChangeArrowheads="1"/>
          </p:cNvSpPr>
          <p:nvPr>
            <p:ph type="body" idx="1"/>
          </p:nvPr>
        </p:nvSpPr>
        <p:spPr>
          <a:xfrm>
            <a:off x="914400" y="1905000"/>
            <a:ext cx="7772400" cy="4114800"/>
          </a:xfrm>
        </p:spPr>
        <p:txBody>
          <a:bodyPr/>
          <a:lstStyle/>
          <a:p>
            <a:pPr algn="just" eaLnBrk="1" hangingPunct="1">
              <a:lnSpc>
                <a:spcPct val="130000"/>
              </a:lnSpc>
            </a:pPr>
            <a:r>
              <a:rPr lang="zh-CN" altLang="en-US" sz="2400" b="1"/>
              <a:t>关系（</a:t>
            </a:r>
            <a:r>
              <a:rPr lang="en-US" altLang="zh-CN" sz="2400" b="1"/>
              <a:t>Relation</a:t>
            </a:r>
            <a:r>
              <a:rPr lang="zh-CN" altLang="en-US" sz="2400" b="1"/>
              <a:t>）</a:t>
            </a:r>
          </a:p>
          <a:p>
            <a:pPr lvl="1" algn="just" eaLnBrk="1" hangingPunct="1">
              <a:lnSpc>
                <a:spcPct val="130000"/>
              </a:lnSpc>
              <a:buFont typeface="Wingdings" panose="05000000000000000000" pitchFamily="2" charset="2"/>
              <a:buNone/>
            </a:pPr>
            <a:r>
              <a:rPr lang="zh-CN" altLang="en-US" sz="2400" b="1"/>
              <a:t>一个关系对应通常说的一张表。</a:t>
            </a:r>
          </a:p>
          <a:p>
            <a:pPr algn="just" eaLnBrk="1" hangingPunct="1">
              <a:lnSpc>
                <a:spcPct val="130000"/>
              </a:lnSpc>
            </a:pPr>
            <a:r>
              <a:rPr lang="zh-CN" altLang="en-US" sz="2400" b="1"/>
              <a:t>元组（</a:t>
            </a:r>
            <a:r>
              <a:rPr lang="en-US" altLang="zh-CN" sz="2400" b="1"/>
              <a:t>Tuple</a:t>
            </a:r>
            <a:r>
              <a:rPr lang="zh-CN" altLang="en-US" sz="2400" b="1"/>
              <a:t>）</a:t>
            </a:r>
          </a:p>
          <a:p>
            <a:pPr lvl="1" algn="just" eaLnBrk="1" hangingPunct="1">
              <a:lnSpc>
                <a:spcPct val="130000"/>
              </a:lnSpc>
              <a:buFont typeface="Wingdings" panose="05000000000000000000" pitchFamily="2" charset="2"/>
              <a:buNone/>
            </a:pPr>
            <a:r>
              <a:rPr lang="zh-CN" altLang="en-US" sz="2400" b="1"/>
              <a:t>表中的一行即为一个元组。</a:t>
            </a:r>
          </a:p>
          <a:p>
            <a:pPr algn="just" eaLnBrk="1" hangingPunct="1">
              <a:lnSpc>
                <a:spcPct val="130000"/>
              </a:lnSpc>
            </a:pPr>
            <a:r>
              <a:rPr lang="zh-CN" altLang="en-US" sz="2400" b="1"/>
              <a:t>属性（</a:t>
            </a:r>
            <a:r>
              <a:rPr lang="en-US" altLang="zh-CN" sz="2400" b="1"/>
              <a:t>Attribute</a:t>
            </a:r>
            <a:r>
              <a:rPr lang="zh-CN" altLang="en-US" sz="2400" b="1"/>
              <a:t>）</a:t>
            </a:r>
          </a:p>
          <a:p>
            <a:pPr lvl="1" algn="just" eaLnBrk="1" hangingPunct="1">
              <a:lnSpc>
                <a:spcPct val="130000"/>
              </a:lnSpc>
              <a:buFont typeface="Wingdings" panose="05000000000000000000" pitchFamily="2" charset="2"/>
              <a:buNone/>
            </a:pPr>
            <a:r>
              <a:rPr lang="zh-CN" altLang="en-US" sz="2400" b="1"/>
              <a:t>表中的一列即为一个属性，给每一个属性</a:t>
            </a:r>
          </a:p>
          <a:p>
            <a:pPr lvl="1" algn="just" eaLnBrk="1" hangingPunct="1">
              <a:lnSpc>
                <a:spcPct val="130000"/>
              </a:lnSpc>
              <a:buFont typeface="Wingdings" panose="05000000000000000000" pitchFamily="2" charset="2"/>
              <a:buNone/>
            </a:pPr>
            <a:r>
              <a:rPr lang="zh-CN" altLang="en-US" sz="2400" b="1"/>
              <a:t>起一个名称即属性名。</a:t>
            </a:r>
          </a:p>
        </p:txBody>
      </p:sp>
    </p:spTree>
    <p:extLst>
      <p:ext uri="{BB962C8B-B14F-4D97-AF65-F5344CB8AC3E}">
        <p14:creationId xmlns:p14="http://schemas.microsoft.com/office/powerpoint/2010/main" val="30377822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EF55F58-CF45-4F4B-9515-4CE38E16D7ED}"/>
              </a:ext>
            </a:extLst>
          </p:cNvPr>
          <p:cNvSpPr>
            <a:spLocks noGrp="1" noChangeArrowheads="1"/>
          </p:cNvSpPr>
          <p:nvPr>
            <p:ph type="title"/>
          </p:nvPr>
        </p:nvSpPr>
        <p:spPr/>
        <p:txBody>
          <a:bodyPr/>
          <a:lstStyle/>
          <a:p>
            <a:pPr eaLnBrk="1" hangingPunct="1"/>
            <a:r>
              <a:rPr lang="zh-CN" altLang="en-US" sz="4000">
                <a:ea typeface="隶书" panose="02010509060101010101" pitchFamily="49" charset="-122"/>
              </a:rPr>
              <a:t>关系模型的基本概念</a:t>
            </a:r>
          </a:p>
        </p:txBody>
      </p:sp>
      <p:sp>
        <p:nvSpPr>
          <p:cNvPr id="81923" name="Rectangle 3">
            <a:extLst>
              <a:ext uri="{FF2B5EF4-FFF2-40B4-BE49-F238E27FC236}">
                <a16:creationId xmlns:a16="http://schemas.microsoft.com/office/drawing/2014/main" id="{CDF6A08D-83B3-49A8-971E-12435436002F}"/>
              </a:ext>
            </a:extLst>
          </p:cNvPr>
          <p:cNvSpPr>
            <a:spLocks noGrp="1" noChangeArrowheads="1"/>
          </p:cNvSpPr>
          <p:nvPr>
            <p:ph type="body" idx="1"/>
          </p:nvPr>
        </p:nvSpPr>
        <p:spPr>
          <a:xfrm>
            <a:off x="990600" y="2057400"/>
            <a:ext cx="7772400" cy="4114800"/>
          </a:xfrm>
        </p:spPr>
        <p:txBody>
          <a:bodyPr/>
          <a:lstStyle/>
          <a:p>
            <a:pPr algn="just" eaLnBrk="1" hangingPunct="1">
              <a:lnSpc>
                <a:spcPct val="90000"/>
              </a:lnSpc>
            </a:pPr>
            <a:r>
              <a:rPr lang="zh-CN" altLang="en-US" sz="2400" b="1"/>
              <a:t>主码（</a:t>
            </a:r>
            <a:r>
              <a:rPr lang="en-US" altLang="zh-CN" sz="2400" b="1"/>
              <a:t>Key</a:t>
            </a:r>
            <a:r>
              <a:rPr lang="zh-CN" altLang="en-US" sz="2400" b="1"/>
              <a:t>）</a:t>
            </a:r>
          </a:p>
          <a:p>
            <a:pPr algn="just" eaLnBrk="1" hangingPunct="1">
              <a:lnSpc>
                <a:spcPct val="90000"/>
              </a:lnSpc>
              <a:buFont typeface="Wingdings" panose="05000000000000000000" pitchFamily="2" charset="2"/>
              <a:buNone/>
            </a:pPr>
            <a:r>
              <a:rPr lang="zh-CN" altLang="en-US" sz="2400" b="1"/>
              <a:t>     表中的某个属性组，它可以唯一确定一个元组。</a:t>
            </a:r>
          </a:p>
          <a:p>
            <a:pPr algn="just" eaLnBrk="1" hangingPunct="1">
              <a:lnSpc>
                <a:spcPct val="90000"/>
              </a:lnSpc>
            </a:pPr>
            <a:r>
              <a:rPr lang="zh-CN" altLang="en-US" sz="2400" b="1"/>
              <a:t>域（</a:t>
            </a:r>
            <a:r>
              <a:rPr lang="en-US" altLang="zh-CN" sz="2400" b="1"/>
              <a:t>Domain</a:t>
            </a:r>
            <a:r>
              <a:rPr lang="zh-CN" altLang="en-US" sz="2400" b="1"/>
              <a:t>）</a:t>
            </a:r>
          </a:p>
          <a:p>
            <a:pPr algn="just" eaLnBrk="1" hangingPunct="1">
              <a:lnSpc>
                <a:spcPct val="90000"/>
              </a:lnSpc>
              <a:buFont typeface="Wingdings" panose="05000000000000000000" pitchFamily="2" charset="2"/>
              <a:buNone/>
            </a:pPr>
            <a:r>
              <a:rPr lang="zh-CN" altLang="en-US" sz="2400" b="1"/>
              <a:t>     属性的取值范围。</a:t>
            </a:r>
          </a:p>
          <a:p>
            <a:pPr algn="just" eaLnBrk="1" hangingPunct="1">
              <a:lnSpc>
                <a:spcPct val="90000"/>
              </a:lnSpc>
            </a:pPr>
            <a:r>
              <a:rPr lang="zh-CN" altLang="en-US" sz="2400" b="1"/>
              <a:t>分量</a:t>
            </a:r>
          </a:p>
          <a:p>
            <a:pPr algn="just" eaLnBrk="1" hangingPunct="1">
              <a:lnSpc>
                <a:spcPct val="90000"/>
              </a:lnSpc>
              <a:buFont typeface="Wingdings" panose="05000000000000000000" pitchFamily="2" charset="2"/>
              <a:buNone/>
            </a:pPr>
            <a:r>
              <a:rPr lang="zh-CN" altLang="en-US" sz="2400" b="1"/>
              <a:t>     元组中的一个属性值。</a:t>
            </a:r>
          </a:p>
          <a:p>
            <a:pPr eaLnBrk="1" hangingPunct="1">
              <a:lnSpc>
                <a:spcPct val="90000"/>
              </a:lnSpc>
            </a:pPr>
            <a:r>
              <a:rPr lang="zh-CN" altLang="en-US" sz="2400" b="1"/>
              <a:t>关系模式</a:t>
            </a:r>
          </a:p>
          <a:p>
            <a:pPr eaLnBrk="1" hangingPunct="1">
              <a:lnSpc>
                <a:spcPct val="90000"/>
              </a:lnSpc>
              <a:buFont typeface="Wingdings" panose="05000000000000000000" pitchFamily="2" charset="2"/>
              <a:buNone/>
            </a:pPr>
            <a:r>
              <a:rPr lang="zh-CN" altLang="en-US" sz="2400" b="1"/>
              <a:t>      对关系的描述。</a:t>
            </a:r>
          </a:p>
          <a:p>
            <a:pPr lvl="1" eaLnBrk="1" hangingPunct="1">
              <a:lnSpc>
                <a:spcPct val="90000"/>
              </a:lnSpc>
              <a:buFont typeface="Wingdings" panose="05000000000000000000" pitchFamily="2" charset="2"/>
              <a:buNone/>
            </a:pPr>
            <a:r>
              <a:rPr lang="zh-CN" altLang="en-US" sz="2400" b="1"/>
              <a:t> 关系名（属性</a:t>
            </a:r>
            <a:r>
              <a:rPr lang="en-US" altLang="zh-CN" sz="2400" b="1"/>
              <a:t>1</a:t>
            </a:r>
            <a:r>
              <a:rPr lang="zh-CN" altLang="en-US" sz="2400" b="1"/>
              <a:t>，属性</a:t>
            </a:r>
            <a:r>
              <a:rPr lang="en-US" altLang="zh-CN" sz="2400" b="1"/>
              <a:t>2</a:t>
            </a:r>
            <a:r>
              <a:rPr lang="zh-CN" altLang="en-US" sz="2400" b="1"/>
              <a:t>，</a:t>
            </a:r>
            <a:r>
              <a:rPr lang="en-US" altLang="zh-CN" sz="2400" b="1">
                <a:latin typeface="Times New Roman" panose="02020603050405020304" pitchFamily="18" charset="0"/>
              </a:rPr>
              <a:t>…</a:t>
            </a:r>
            <a:r>
              <a:rPr lang="zh-CN" altLang="en-US" sz="2400" b="1"/>
              <a:t>，属性</a:t>
            </a:r>
            <a:r>
              <a:rPr lang="en-US" altLang="zh-CN" sz="2400" b="1"/>
              <a:t>n</a:t>
            </a:r>
            <a:r>
              <a:rPr lang="zh-CN" altLang="en-US" sz="2400" b="1"/>
              <a:t>）</a:t>
            </a:r>
          </a:p>
          <a:p>
            <a:pPr lvl="1" eaLnBrk="1" hangingPunct="1">
              <a:lnSpc>
                <a:spcPct val="90000"/>
              </a:lnSpc>
              <a:buFont typeface="Wingdings" panose="05000000000000000000" pitchFamily="2" charset="2"/>
              <a:buNone/>
            </a:pPr>
            <a:r>
              <a:rPr lang="zh-CN" altLang="en-US" sz="2400" b="1"/>
              <a:t> 学生（学号，姓名，年龄，性别，系，年级）</a:t>
            </a:r>
          </a:p>
        </p:txBody>
      </p:sp>
    </p:spTree>
    <p:extLst>
      <p:ext uri="{BB962C8B-B14F-4D97-AF65-F5344CB8AC3E}">
        <p14:creationId xmlns:p14="http://schemas.microsoft.com/office/powerpoint/2010/main" val="42298511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32FAF898-0E76-46A7-8BC3-499FA28A25C4}"/>
              </a:ext>
            </a:extLst>
          </p:cNvPr>
          <p:cNvSpPr>
            <a:spLocks noGrp="1" noChangeArrowheads="1"/>
          </p:cNvSpPr>
          <p:nvPr>
            <p:ph type="title"/>
          </p:nvPr>
        </p:nvSpPr>
        <p:spPr/>
        <p:txBody>
          <a:bodyPr/>
          <a:lstStyle/>
          <a:p>
            <a:pPr eaLnBrk="1" hangingPunct="1"/>
            <a:r>
              <a:rPr lang="zh-CN" altLang="en-US" sz="4000">
                <a:ea typeface="隶书" panose="02010509060101010101" pitchFamily="49" charset="-122"/>
              </a:rPr>
              <a:t>关系数据模型的数据结构</a:t>
            </a:r>
          </a:p>
        </p:txBody>
      </p:sp>
      <p:sp>
        <p:nvSpPr>
          <p:cNvPr id="4100" name="AutoShape 3">
            <a:extLst>
              <a:ext uri="{FF2B5EF4-FFF2-40B4-BE49-F238E27FC236}">
                <a16:creationId xmlns:a16="http://schemas.microsoft.com/office/drawing/2014/main" id="{19F7357B-140B-4E11-AE4C-C12F637D4AE6}"/>
              </a:ext>
            </a:extLst>
          </p:cNvPr>
          <p:cNvSpPr>
            <a:spLocks noGrp="1" noChangeArrowheads="1"/>
          </p:cNvSpPr>
          <p:nvPr>
            <p:ph type="body" idx="1"/>
          </p:nvPr>
        </p:nvSpPr>
        <p:spPr>
          <a:xfrm flipV="1">
            <a:off x="762000" y="2057400"/>
            <a:ext cx="7772400" cy="4114800"/>
          </a:xfrm>
          <a:prstGeom prst="verticalScroll">
            <a:avLst>
              <a:gd name="adj" fmla="val 7477"/>
            </a:avLst>
          </a:prstGeom>
          <a:gradFill rotWithShape="0">
            <a:gsLst>
              <a:gs pos="0">
                <a:srgbClr val="FFFFFF"/>
              </a:gs>
              <a:gs pos="100000">
                <a:srgbClr val="BBBBBB"/>
              </a:gs>
            </a:gsLst>
            <a:lin ang="5400000" scaled="1"/>
          </a:gradFill>
          <a:ln w="25400">
            <a:solidFill>
              <a:schemeClr val="tx1"/>
            </a:solidFill>
            <a:round/>
            <a:headEnd/>
            <a:tailEnd/>
          </a:ln>
        </p:spPr>
        <p:txBody>
          <a:bodyPr/>
          <a:lstStyle/>
          <a:p>
            <a:pPr eaLnBrk="1" hangingPunct="1">
              <a:spcBef>
                <a:spcPct val="0"/>
              </a:spcBef>
              <a:buClrTx/>
              <a:buSzTx/>
              <a:buFontTx/>
              <a:buNone/>
            </a:pPr>
            <a:endParaRPr lang="en-US" altLang="zh-CN" sz="2400" b="1">
              <a:latin typeface="Times New Roman" panose="02020603050405020304" pitchFamily="18" charset="0"/>
            </a:endParaRPr>
          </a:p>
          <a:p>
            <a:pPr eaLnBrk="1" hangingPunct="1">
              <a:spcBef>
                <a:spcPct val="0"/>
              </a:spcBef>
              <a:buClrTx/>
              <a:buSzTx/>
              <a:buFontTx/>
              <a:buNone/>
            </a:pPr>
            <a:endParaRPr lang="en-US" altLang="zh-CN" sz="2400" b="1">
              <a:latin typeface="Times New Roman" panose="02020603050405020304" pitchFamily="18" charset="0"/>
            </a:endParaRPr>
          </a:p>
        </p:txBody>
      </p:sp>
      <p:graphicFrame>
        <p:nvGraphicFramePr>
          <p:cNvPr id="4098" name="Object 4">
            <a:extLst>
              <a:ext uri="{FF2B5EF4-FFF2-40B4-BE49-F238E27FC236}">
                <a16:creationId xmlns:a16="http://schemas.microsoft.com/office/drawing/2014/main" id="{AA4042DB-3BFA-4B2C-ADC1-1E1A4B576FF7}"/>
              </a:ext>
            </a:extLst>
          </p:cNvPr>
          <p:cNvGraphicFramePr>
            <a:graphicFrameLocks noChangeAspect="1"/>
          </p:cNvGraphicFramePr>
          <p:nvPr>
            <p:extLst>
              <p:ext uri="{D42A27DB-BD31-4B8C-83A1-F6EECF244321}">
                <p14:modId xmlns:p14="http://schemas.microsoft.com/office/powerpoint/2010/main" val="1404220245"/>
              </p:ext>
            </p:extLst>
          </p:nvPr>
        </p:nvGraphicFramePr>
        <p:xfrm>
          <a:off x="992188" y="2060575"/>
          <a:ext cx="7346950" cy="3624263"/>
        </p:xfrm>
        <a:graphic>
          <a:graphicData uri="http://schemas.openxmlformats.org/presentationml/2006/ole">
            <mc:AlternateContent xmlns:mc="http://schemas.openxmlformats.org/markup-compatibility/2006">
              <mc:Choice xmlns:v="urn:schemas-microsoft-com:vml" Requires="v">
                <p:oleObj name="Document" r:id="rId3" imgW="3403263" imgH="1676108" progId="Word.Document.8">
                  <p:embed/>
                </p:oleObj>
              </mc:Choice>
              <mc:Fallback>
                <p:oleObj name="Document" r:id="rId3" imgW="3403263" imgH="1676108" progId="Word.Document.8">
                  <p:embed/>
                  <p:pic>
                    <p:nvPicPr>
                      <p:cNvPr id="4098" name="Object 4">
                        <a:extLst>
                          <a:ext uri="{FF2B5EF4-FFF2-40B4-BE49-F238E27FC236}">
                            <a16:creationId xmlns:a16="http://schemas.microsoft.com/office/drawing/2014/main" id="{AA4042DB-3BFA-4B2C-ADC1-1E1A4B576FF7}"/>
                          </a:ext>
                        </a:extLst>
                      </p:cNvPr>
                      <p:cNvPicPr>
                        <a:picLocks noChangeAspect="1" noChangeArrowheads="1"/>
                      </p:cNvPicPr>
                      <p:nvPr/>
                    </p:nvPicPr>
                    <p:blipFill>
                      <a:blip r:embed="rId4"/>
                      <a:srcRect/>
                      <a:stretch>
                        <a:fillRect/>
                      </a:stretch>
                    </p:blipFill>
                    <p:spPr bwMode="auto">
                      <a:xfrm>
                        <a:off x="992188" y="2060575"/>
                        <a:ext cx="7346950" cy="362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5">
            <a:extLst>
              <a:ext uri="{FF2B5EF4-FFF2-40B4-BE49-F238E27FC236}">
                <a16:creationId xmlns:a16="http://schemas.microsoft.com/office/drawing/2014/main" id="{0731C2BE-1A27-4779-ABF5-3EBB8D152961}"/>
              </a:ext>
            </a:extLst>
          </p:cNvPr>
          <p:cNvGrpSpPr>
            <a:grpSpLocks/>
          </p:cNvGrpSpPr>
          <p:nvPr/>
        </p:nvGrpSpPr>
        <p:grpSpPr bwMode="auto">
          <a:xfrm>
            <a:off x="152400" y="3527425"/>
            <a:ext cx="1981200" cy="663575"/>
            <a:chOff x="96" y="2222"/>
            <a:chExt cx="1248" cy="418"/>
          </a:xfrm>
        </p:grpSpPr>
        <p:sp>
          <p:nvSpPr>
            <p:cNvPr id="4115" name="Line 6">
              <a:extLst>
                <a:ext uri="{FF2B5EF4-FFF2-40B4-BE49-F238E27FC236}">
                  <a16:creationId xmlns:a16="http://schemas.microsoft.com/office/drawing/2014/main" id="{91118D15-3CC1-4BDB-9F96-335B7CB82404}"/>
                </a:ext>
              </a:extLst>
            </p:cNvPr>
            <p:cNvSpPr>
              <a:spLocks noChangeShapeType="1"/>
            </p:cNvSpPr>
            <p:nvPr/>
          </p:nvSpPr>
          <p:spPr bwMode="auto">
            <a:xfrm>
              <a:off x="912" y="2222"/>
              <a:ext cx="432" cy="0"/>
            </a:xfrm>
            <a:prstGeom prst="line">
              <a:avLst/>
            </a:prstGeom>
            <a:noFill/>
            <a:ln w="158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16" name="Line 7">
              <a:extLst>
                <a:ext uri="{FF2B5EF4-FFF2-40B4-BE49-F238E27FC236}">
                  <a16:creationId xmlns:a16="http://schemas.microsoft.com/office/drawing/2014/main" id="{C246BBA2-5309-4A74-A3C0-A2A43A1B34F5}"/>
                </a:ext>
              </a:extLst>
            </p:cNvPr>
            <p:cNvSpPr>
              <a:spLocks noChangeShapeType="1"/>
            </p:cNvSpPr>
            <p:nvPr/>
          </p:nvSpPr>
          <p:spPr bwMode="auto">
            <a:xfrm flipV="1">
              <a:off x="528" y="2229"/>
              <a:ext cx="52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17" name="Rectangle 8">
              <a:extLst>
                <a:ext uri="{FF2B5EF4-FFF2-40B4-BE49-F238E27FC236}">
                  <a16:creationId xmlns:a16="http://schemas.microsoft.com/office/drawing/2014/main" id="{6FBFFDAC-8873-47AC-B910-A0CFB5DFCAA1}"/>
                </a:ext>
              </a:extLst>
            </p:cNvPr>
            <p:cNvSpPr>
              <a:spLocks noChangeArrowheads="1"/>
            </p:cNvSpPr>
            <p:nvPr/>
          </p:nvSpPr>
          <p:spPr bwMode="auto">
            <a:xfrm>
              <a:off x="96" y="23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SzTx/>
                <a:buFontTx/>
                <a:buNone/>
              </a:pPr>
              <a:r>
                <a:rPr lang="zh-CN" altLang="en-US" sz="2400">
                  <a:solidFill>
                    <a:schemeClr val="tx2"/>
                  </a:solidFill>
                  <a:latin typeface="Times New Roman" panose="02020603050405020304" pitchFamily="18" charset="0"/>
                </a:rPr>
                <a:t>主码</a:t>
              </a:r>
            </a:p>
          </p:txBody>
        </p:sp>
      </p:grpSp>
      <p:grpSp>
        <p:nvGrpSpPr>
          <p:cNvPr id="3" name="Group 9">
            <a:extLst>
              <a:ext uri="{FF2B5EF4-FFF2-40B4-BE49-F238E27FC236}">
                <a16:creationId xmlns:a16="http://schemas.microsoft.com/office/drawing/2014/main" id="{7FFCB163-63B1-4F87-A02A-2B2B4CD88756}"/>
              </a:ext>
            </a:extLst>
          </p:cNvPr>
          <p:cNvGrpSpPr>
            <a:grpSpLocks/>
          </p:cNvGrpSpPr>
          <p:nvPr/>
        </p:nvGrpSpPr>
        <p:grpSpPr bwMode="auto">
          <a:xfrm>
            <a:off x="7696200" y="3886200"/>
            <a:ext cx="1295400" cy="685800"/>
            <a:chOff x="4848" y="2448"/>
            <a:chExt cx="816" cy="432"/>
          </a:xfrm>
        </p:grpSpPr>
        <p:sp>
          <p:nvSpPr>
            <p:cNvPr id="4113" name="Line 10">
              <a:extLst>
                <a:ext uri="{FF2B5EF4-FFF2-40B4-BE49-F238E27FC236}">
                  <a16:creationId xmlns:a16="http://schemas.microsoft.com/office/drawing/2014/main" id="{14D967D4-77A3-4513-8530-92C3975CC670}"/>
                </a:ext>
              </a:extLst>
            </p:cNvPr>
            <p:cNvSpPr>
              <a:spLocks noChangeShapeType="1"/>
            </p:cNvSpPr>
            <p:nvPr/>
          </p:nvSpPr>
          <p:spPr bwMode="auto">
            <a:xfrm flipH="1" flipV="1">
              <a:off x="4848" y="2448"/>
              <a:ext cx="52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14" name="Rectangle 11">
              <a:extLst>
                <a:ext uri="{FF2B5EF4-FFF2-40B4-BE49-F238E27FC236}">
                  <a16:creationId xmlns:a16="http://schemas.microsoft.com/office/drawing/2014/main" id="{EA6F69D6-49D9-43A2-B0EA-08235CDD744E}"/>
                </a:ext>
              </a:extLst>
            </p:cNvPr>
            <p:cNvSpPr>
              <a:spLocks noChangeArrowheads="1"/>
            </p:cNvSpPr>
            <p:nvPr/>
          </p:nvSpPr>
          <p:spPr bwMode="auto">
            <a:xfrm>
              <a:off x="5232" y="259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SzTx/>
                <a:buFontTx/>
                <a:buNone/>
              </a:pPr>
              <a:r>
                <a:rPr lang="zh-CN" altLang="en-US" sz="2400">
                  <a:solidFill>
                    <a:schemeClr val="tx2"/>
                  </a:solidFill>
                  <a:latin typeface="Times New Roman" panose="02020603050405020304" pitchFamily="18" charset="0"/>
                </a:rPr>
                <a:t>分量</a:t>
              </a:r>
            </a:p>
          </p:txBody>
        </p:sp>
      </p:grpSp>
      <p:grpSp>
        <p:nvGrpSpPr>
          <p:cNvPr id="4" name="Group 12">
            <a:extLst>
              <a:ext uri="{FF2B5EF4-FFF2-40B4-BE49-F238E27FC236}">
                <a16:creationId xmlns:a16="http://schemas.microsoft.com/office/drawing/2014/main" id="{0F0B01E1-B665-48D0-B823-2AF5858277FC}"/>
              </a:ext>
            </a:extLst>
          </p:cNvPr>
          <p:cNvGrpSpPr>
            <a:grpSpLocks/>
          </p:cNvGrpSpPr>
          <p:nvPr/>
        </p:nvGrpSpPr>
        <p:grpSpPr bwMode="auto">
          <a:xfrm>
            <a:off x="152400" y="2362200"/>
            <a:ext cx="1219200" cy="609600"/>
            <a:chOff x="96" y="1488"/>
            <a:chExt cx="768" cy="384"/>
          </a:xfrm>
        </p:grpSpPr>
        <p:sp>
          <p:nvSpPr>
            <p:cNvPr id="4111" name="Rectangle 13">
              <a:extLst>
                <a:ext uri="{FF2B5EF4-FFF2-40B4-BE49-F238E27FC236}">
                  <a16:creationId xmlns:a16="http://schemas.microsoft.com/office/drawing/2014/main" id="{5803E1AC-7717-458E-BD82-CA79323D957A}"/>
                </a:ext>
              </a:extLst>
            </p:cNvPr>
            <p:cNvSpPr>
              <a:spLocks noChangeArrowheads="1"/>
            </p:cNvSpPr>
            <p:nvPr/>
          </p:nvSpPr>
          <p:spPr bwMode="auto">
            <a:xfrm>
              <a:off x="96" y="148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SzTx/>
                <a:buFontTx/>
                <a:buNone/>
              </a:pPr>
              <a:r>
                <a:rPr lang="zh-CN" altLang="en-US" sz="2400">
                  <a:solidFill>
                    <a:schemeClr val="tx2"/>
                  </a:solidFill>
                  <a:latin typeface="Times New Roman" panose="02020603050405020304" pitchFamily="18" charset="0"/>
                </a:rPr>
                <a:t>关系</a:t>
              </a:r>
            </a:p>
          </p:txBody>
        </p:sp>
        <p:sp>
          <p:nvSpPr>
            <p:cNvPr id="4112" name="Line 14">
              <a:extLst>
                <a:ext uri="{FF2B5EF4-FFF2-40B4-BE49-F238E27FC236}">
                  <a16:creationId xmlns:a16="http://schemas.microsoft.com/office/drawing/2014/main" id="{6A734FA2-6817-418E-8D86-A262341AC3AA}"/>
                </a:ext>
              </a:extLst>
            </p:cNvPr>
            <p:cNvSpPr>
              <a:spLocks noChangeShapeType="1"/>
            </p:cNvSpPr>
            <p:nvPr/>
          </p:nvSpPr>
          <p:spPr bwMode="auto">
            <a:xfrm>
              <a:off x="576" y="1680"/>
              <a:ext cx="288"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44431" name="Rectangle 15">
            <a:extLst>
              <a:ext uri="{FF2B5EF4-FFF2-40B4-BE49-F238E27FC236}">
                <a16:creationId xmlns:a16="http://schemas.microsoft.com/office/drawing/2014/main" id="{3D2BB8BE-A37D-4123-9B6A-BBE1734322DA}"/>
              </a:ext>
            </a:extLst>
          </p:cNvPr>
          <p:cNvSpPr>
            <a:spLocks noChangeArrowheads="1"/>
          </p:cNvSpPr>
          <p:nvPr/>
        </p:nvSpPr>
        <p:spPr bwMode="auto">
          <a:xfrm>
            <a:off x="5943600" y="24384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SzTx/>
              <a:buFontTx/>
              <a:buNone/>
            </a:pPr>
            <a:r>
              <a:rPr lang="zh-CN" altLang="en-US" sz="2400">
                <a:solidFill>
                  <a:schemeClr val="tx2"/>
                </a:solidFill>
                <a:latin typeface="Times New Roman" panose="02020603050405020304" pitchFamily="18" charset="0"/>
              </a:rPr>
              <a:t>域：</a:t>
            </a:r>
            <a:r>
              <a:rPr lang="en-US" altLang="zh-CN" sz="2400">
                <a:solidFill>
                  <a:schemeClr val="tx2"/>
                </a:solidFill>
                <a:latin typeface="Times New Roman" panose="02020603050405020304" pitchFamily="18" charset="0"/>
              </a:rPr>
              <a:t>{</a:t>
            </a:r>
            <a:r>
              <a:rPr lang="zh-CN" altLang="en-US" sz="2400">
                <a:solidFill>
                  <a:schemeClr val="tx2"/>
                </a:solidFill>
                <a:latin typeface="Times New Roman" panose="02020603050405020304" pitchFamily="18" charset="0"/>
              </a:rPr>
              <a:t>男、女</a:t>
            </a:r>
            <a:r>
              <a:rPr lang="en-US" altLang="zh-CN" sz="2400">
                <a:solidFill>
                  <a:schemeClr val="tx2"/>
                </a:solidFill>
                <a:latin typeface="Times New Roman" panose="02020603050405020304" pitchFamily="18" charset="0"/>
              </a:rPr>
              <a:t>}</a:t>
            </a:r>
          </a:p>
        </p:txBody>
      </p:sp>
      <p:grpSp>
        <p:nvGrpSpPr>
          <p:cNvPr id="5" name="Group 16">
            <a:extLst>
              <a:ext uri="{FF2B5EF4-FFF2-40B4-BE49-F238E27FC236}">
                <a16:creationId xmlns:a16="http://schemas.microsoft.com/office/drawing/2014/main" id="{C081BB28-C45D-4987-9098-FEB386C13461}"/>
              </a:ext>
            </a:extLst>
          </p:cNvPr>
          <p:cNvGrpSpPr>
            <a:grpSpLocks/>
          </p:cNvGrpSpPr>
          <p:nvPr/>
        </p:nvGrpSpPr>
        <p:grpSpPr bwMode="auto">
          <a:xfrm>
            <a:off x="4953000" y="2438400"/>
            <a:ext cx="685800" cy="685800"/>
            <a:chOff x="3120" y="1536"/>
            <a:chExt cx="432" cy="432"/>
          </a:xfrm>
        </p:grpSpPr>
        <p:sp>
          <p:nvSpPr>
            <p:cNvPr id="4109" name="Rectangle 17">
              <a:extLst>
                <a:ext uri="{FF2B5EF4-FFF2-40B4-BE49-F238E27FC236}">
                  <a16:creationId xmlns:a16="http://schemas.microsoft.com/office/drawing/2014/main" id="{DB862E62-0CD6-4989-9EEF-CC323A19C542}"/>
                </a:ext>
              </a:extLst>
            </p:cNvPr>
            <p:cNvSpPr>
              <a:spLocks noChangeArrowheads="1"/>
            </p:cNvSpPr>
            <p:nvPr/>
          </p:nvSpPr>
          <p:spPr bwMode="auto">
            <a:xfrm>
              <a:off x="3120" y="153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SzTx/>
                <a:buFontTx/>
                <a:buNone/>
              </a:pPr>
              <a:r>
                <a:rPr lang="zh-CN" altLang="en-US" sz="2400">
                  <a:solidFill>
                    <a:schemeClr val="tx2"/>
                  </a:solidFill>
                  <a:latin typeface="Times New Roman" panose="02020603050405020304" pitchFamily="18" charset="0"/>
                </a:rPr>
                <a:t>属性</a:t>
              </a:r>
            </a:p>
          </p:txBody>
        </p:sp>
        <p:sp>
          <p:nvSpPr>
            <p:cNvPr id="4110" name="Line 18">
              <a:extLst>
                <a:ext uri="{FF2B5EF4-FFF2-40B4-BE49-F238E27FC236}">
                  <a16:creationId xmlns:a16="http://schemas.microsoft.com/office/drawing/2014/main" id="{FD16C32A-2BE2-471A-8AF1-A356D58B7BFC}"/>
                </a:ext>
              </a:extLst>
            </p:cNvPr>
            <p:cNvSpPr>
              <a:spLocks noChangeShapeType="1"/>
            </p:cNvSpPr>
            <p:nvPr/>
          </p:nvSpPr>
          <p:spPr bwMode="auto">
            <a:xfrm>
              <a:off x="3312" y="1824"/>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9">
            <a:extLst>
              <a:ext uri="{FF2B5EF4-FFF2-40B4-BE49-F238E27FC236}">
                <a16:creationId xmlns:a16="http://schemas.microsoft.com/office/drawing/2014/main" id="{75C2AFEE-1355-49CB-ADDB-E1DC6207FAAE}"/>
              </a:ext>
            </a:extLst>
          </p:cNvPr>
          <p:cNvGrpSpPr>
            <a:grpSpLocks/>
          </p:cNvGrpSpPr>
          <p:nvPr/>
        </p:nvGrpSpPr>
        <p:grpSpPr bwMode="auto">
          <a:xfrm>
            <a:off x="0" y="4343400"/>
            <a:ext cx="1219200" cy="457200"/>
            <a:chOff x="0" y="2736"/>
            <a:chExt cx="768" cy="288"/>
          </a:xfrm>
        </p:grpSpPr>
        <p:sp>
          <p:nvSpPr>
            <p:cNvPr id="4107" name="Rectangle 20">
              <a:extLst>
                <a:ext uri="{FF2B5EF4-FFF2-40B4-BE49-F238E27FC236}">
                  <a16:creationId xmlns:a16="http://schemas.microsoft.com/office/drawing/2014/main" id="{D71041A8-7115-4296-AD8A-9864FA478E24}"/>
                </a:ext>
              </a:extLst>
            </p:cNvPr>
            <p:cNvSpPr>
              <a:spLocks noChangeArrowheads="1"/>
            </p:cNvSpPr>
            <p:nvPr/>
          </p:nvSpPr>
          <p:spPr bwMode="auto">
            <a:xfrm>
              <a:off x="0" y="273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SzTx/>
                <a:buFontTx/>
                <a:buNone/>
              </a:pPr>
              <a:r>
                <a:rPr lang="zh-CN" altLang="en-US" sz="2400">
                  <a:solidFill>
                    <a:schemeClr val="tx2"/>
                  </a:solidFill>
                  <a:latin typeface="Times New Roman" panose="02020603050405020304" pitchFamily="18" charset="0"/>
                </a:rPr>
                <a:t>元组</a:t>
              </a:r>
            </a:p>
          </p:txBody>
        </p:sp>
        <p:sp>
          <p:nvSpPr>
            <p:cNvPr id="4108" name="Line 21">
              <a:extLst>
                <a:ext uri="{FF2B5EF4-FFF2-40B4-BE49-F238E27FC236}">
                  <a16:creationId xmlns:a16="http://schemas.microsoft.com/office/drawing/2014/main" id="{A8041793-C440-4B5E-9F21-374A1D7E95A1}"/>
                </a:ext>
              </a:extLst>
            </p:cNvPr>
            <p:cNvSpPr>
              <a:spLocks noChangeShapeType="1"/>
            </p:cNvSpPr>
            <p:nvPr/>
          </p:nvSpPr>
          <p:spPr bwMode="auto">
            <a:xfrm>
              <a:off x="432" y="2928"/>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6540674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443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31"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AFD5FDEA-0F92-4518-BA1B-D85FEF2B561C}"/>
              </a:ext>
            </a:extLst>
          </p:cNvPr>
          <p:cNvSpPr>
            <a:spLocks noGrp="1" noChangeArrowheads="1"/>
          </p:cNvSpPr>
          <p:nvPr>
            <p:ph type="title"/>
          </p:nvPr>
        </p:nvSpPr>
        <p:spPr/>
        <p:txBody>
          <a:bodyPr/>
          <a:lstStyle/>
          <a:p>
            <a:pPr eaLnBrk="1" hangingPunct="1"/>
            <a:r>
              <a:rPr lang="zh-CN" altLang="en-US">
                <a:ea typeface="隶书" panose="02010509060101010101" pitchFamily="49" charset="-122"/>
              </a:rPr>
              <a:t>关系数据模型的数据结构</a:t>
            </a:r>
            <a:r>
              <a:rPr lang="en-US" altLang="zh-CN">
                <a:ea typeface="隶书" panose="02010509060101010101" pitchFamily="49" charset="-122"/>
              </a:rPr>
              <a:t>(</a:t>
            </a:r>
            <a:r>
              <a:rPr lang="zh-CN" altLang="en-US">
                <a:ea typeface="隶书" panose="02010509060101010101" pitchFamily="49" charset="-122"/>
              </a:rPr>
              <a:t>续）</a:t>
            </a:r>
          </a:p>
        </p:txBody>
      </p:sp>
      <p:sp>
        <p:nvSpPr>
          <p:cNvPr id="82947" name="Rectangle 3">
            <a:extLst>
              <a:ext uri="{FF2B5EF4-FFF2-40B4-BE49-F238E27FC236}">
                <a16:creationId xmlns:a16="http://schemas.microsoft.com/office/drawing/2014/main" id="{F158848A-1093-42DD-943C-494D33FC211F}"/>
              </a:ext>
            </a:extLst>
          </p:cNvPr>
          <p:cNvSpPr>
            <a:spLocks noGrp="1" noChangeArrowheads="1"/>
          </p:cNvSpPr>
          <p:nvPr>
            <p:ph type="body" idx="1"/>
          </p:nvPr>
        </p:nvSpPr>
        <p:spPr/>
        <p:txBody>
          <a:bodyPr/>
          <a:lstStyle/>
          <a:p>
            <a:pPr eaLnBrk="1" hangingPunct="1"/>
            <a:r>
              <a:rPr lang="zh-CN" altLang="en-US" sz="2800" b="1">
                <a:solidFill>
                  <a:srgbClr val="CC0099"/>
                </a:solidFill>
              </a:rPr>
              <a:t>实体及实体间的联系的表示方法</a:t>
            </a:r>
          </a:p>
          <a:p>
            <a:pPr lvl="1" eaLnBrk="1" hangingPunct="1">
              <a:lnSpc>
                <a:spcPct val="150000"/>
              </a:lnSpc>
            </a:pPr>
            <a:r>
              <a:rPr lang="zh-CN" altLang="en-US" sz="2400" b="1">
                <a:solidFill>
                  <a:schemeClr val="folHlink"/>
                </a:solidFill>
              </a:rPr>
              <a:t>实体型</a:t>
            </a:r>
            <a:r>
              <a:rPr lang="zh-CN" altLang="en-US" sz="2400" b="1"/>
              <a:t>：直接用关系（表）表示。</a:t>
            </a:r>
          </a:p>
          <a:p>
            <a:pPr lvl="1" eaLnBrk="1" hangingPunct="1">
              <a:lnSpc>
                <a:spcPct val="150000"/>
              </a:lnSpc>
            </a:pPr>
            <a:r>
              <a:rPr lang="zh-CN" altLang="en-US" sz="2400" b="1">
                <a:solidFill>
                  <a:schemeClr val="folHlink"/>
                </a:solidFill>
              </a:rPr>
              <a:t>属性</a:t>
            </a:r>
            <a:r>
              <a:rPr lang="zh-CN" altLang="en-US" sz="2400" b="1"/>
              <a:t>：用属性名表示。</a:t>
            </a:r>
          </a:p>
          <a:p>
            <a:pPr lvl="1" eaLnBrk="1" hangingPunct="1">
              <a:lnSpc>
                <a:spcPct val="150000"/>
              </a:lnSpc>
            </a:pPr>
            <a:r>
              <a:rPr lang="zh-CN" altLang="en-US" sz="2400" b="1">
                <a:solidFill>
                  <a:schemeClr val="folHlink"/>
                </a:solidFill>
              </a:rPr>
              <a:t>一对一联系</a:t>
            </a:r>
            <a:r>
              <a:rPr lang="zh-CN" altLang="en-US" sz="2400" b="1"/>
              <a:t>：隐含在实体对应的关系中。</a:t>
            </a:r>
          </a:p>
          <a:p>
            <a:pPr lvl="1" eaLnBrk="1" hangingPunct="1">
              <a:lnSpc>
                <a:spcPct val="150000"/>
              </a:lnSpc>
            </a:pPr>
            <a:r>
              <a:rPr lang="zh-CN" altLang="en-US" sz="2400" b="1">
                <a:solidFill>
                  <a:schemeClr val="folHlink"/>
                </a:solidFill>
              </a:rPr>
              <a:t>一对多联系</a:t>
            </a:r>
            <a:r>
              <a:rPr lang="zh-CN" altLang="en-US" sz="2400" b="1"/>
              <a:t>：隐含在实体对应的关系中。</a:t>
            </a:r>
          </a:p>
          <a:p>
            <a:pPr lvl="1" eaLnBrk="1" hangingPunct="1">
              <a:lnSpc>
                <a:spcPct val="150000"/>
              </a:lnSpc>
            </a:pPr>
            <a:r>
              <a:rPr lang="zh-CN" altLang="en-US" sz="2400" b="1">
                <a:solidFill>
                  <a:schemeClr val="folHlink"/>
                </a:solidFill>
              </a:rPr>
              <a:t>多对多联系</a:t>
            </a:r>
            <a:r>
              <a:rPr lang="zh-CN" altLang="en-US" sz="2400" b="1"/>
              <a:t>：直接用关系表示。</a:t>
            </a:r>
            <a:endParaRPr lang="zh-CN" altLang="en-US" sz="2000" b="1"/>
          </a:p>
        </p:txBody>
      </p:sp>
    </p:spTree>
    <p:extLst>
      <p:ext uri="{BB962C8B-B14F-4D97-AF65-F5344CB8AC3E}">
        <p14:creationId xmlns:p14="http://schemas.microsoft.com/office/powerpoint/2010/main" val="13596029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833167E2-A47F-489A-8468-3DD7856E4339}"/>
              </a:ext>
            </a:extLst>
          </p:cNvPr>
          <p:cNvSpPr>
            <a:spLocks noGrp="1" noChangeArrowheads="1"/>
          </p:cNvSpPr>
          <p:nvPr>
            <p:ph type="title"/>
          </p:nvPr>
        </p:nvSpPr>
        <p:spPr/>
        <p:txBody>
          <a:bodyPr/>
          <a:lstStyle/>
          <a:p>
            <a:pPr eaLnBrk="1" hangingPunct="1"/>
            <a:r>
              <a:rPr lang="zh-CN" altLang="en-US">
                <a:ea typeface="隶书" panose="02010509060101010101" pitchFamily="49" charset="-122"/>
              </a:rPr>
              <a:t>关系数据模型的数据结构</a:t>
            </a:r>
            <a:r>
              <a:rPr lang="en-US" altLang="zh-CN">
                <a:ea typeface="隶书" panose="02010509060101010101" pitchFamily="49" charset="-122"/>
              </a:rPr>
              <a:t>(</a:t>
            </a:r>
            <a:r>
              <a:rPr lang="zh-CN" altLang="en-US">
                <a:ea typeface="隶书" panose="02010509060101010101" pitchFamily="49" charset="-122"/>
              </a:rPr>
              <a:t>续）</a:t>
            </a:r>
          </a:p>
        </p:txBody>
      </p:sp>
      <p:sp>
        <p:nvSpPr>
          <p:cNvPr id="6148" name="Rectangle 3">
            <a:extLst>
              <a:ext uri="{FF2B5EF4-FFF2-40B4-BE49-F238E27FC236}">
                <a16:creationId xmlns:a16="http://schemas.microsoft.com/office/drawing/2014/main" id="{03DB6113-67ED-4A0F-9DE1-0D67EACBE5A3}"/>
              </a:ext>
            </a:extLst>
          </p:cNvPr>
          <p:cNvSpPr>
            <a:spLocks noGrp="1" noChangeArrowheads="1"/>
          </p:cNvSpPr>
          <p:nvPr>
            <p:ph type="body" idx="1"/>
          </p:nvPr>
        </p:nvSpPr>
        <p:spPr>
          <a:xfrm>
            <a:off x="914400" y="1905000"/>
            <a:ext cx="7772400" cy="4114800"/>
          </a:xfrm>
        </p:spPr>
        <p:txBody>
          <a:bodyPr/>
          <a:lstStyle/>
          <a:p>
            <a:pPr algn="just" eaLnBrk="1" hangingPunct="1"/>
            <a:r>
              <a:rPr lang="zh-CN" altLang="en-US" sz="2800" b="1"/>
              <a:t>关系必须是规范化的，满足一定的规范条件。</a:t>
            </a:r>
          </a:p>
          <a:p>
            <a:pPr lvl="1" algn="just" eaLnBrk="1" hangingPunct="1">
              <a:lnSpc>
                <a:spcPct val="110000"/>
              </a:lnSpc>
              <a:buFont typeface="Wingdings" panose="05000000000000000000" pitchFamily="2" charset="2"/>
              <a:buNone/>
            </a:pPr>
            <a:r>
              <a:rPr lang="zh-CN" altLang="en-US" b="1"/>
              <a:t>最基本的规范条件：关系的每一个分量必须是一个不可分的数据项。</a:t>
            </a:r>
            <a:endParaRPr lang="zh-CN" altLang="en-US" sz="2400" b="1"/>
          </a:p>
        </p:txBody>
      </p:sp>
      <p:graphicFrame>
        <p:nvGraphicFramePr>
          <p:cNvPr id="6146" name="Object 4">
            <a:extLst>
              <a:ext uri="{FF2B5EF4-FFF2-40B4-BE49-F238E27FC236}">
                <a16:creationId xmlns:a16="http://schemas.microsoft.com/office/drawing/2014/main" id="{9EDFA64D-A6A4-4688-BA58-C24DE5621F51}"/>
              </a:ext>
            </a:extLst>
          </p:cNvPr>
          <p:cNvGraphicFramePr>
            <a:graphicFrameLocks noChangeAspect="1"/>
          </p:cNvGraphicFramePr>
          <p:nvPr>
            <p:extLst>
              <p:ext uri="{D42A27DB-BD31-4B8C-83A1-F6EECF244321}">
                <p14:modId xmlns:p14="http://schemas.microsoft.com/office/powerpoint/2010/main" val="3162712545"/>
              </p:ext>
            </p:extLst>
          </p:nvPr>
        </p:nvGraphicFramePr>
        <p:xfrm>
          <a:off x="836613" y="3579813"/>
          <a:ext cx="8042275" cy="2016125"/>
        </p:xfrm>
        <a:graphic>
          <a:graphicData uri="http://schemas.openxmlformats.org/presentationml/2006/ole">
            <mc:AlternateContent xmlns:mc="http://schemas.openxmlformats.org/markup-compatibility/2006">
              <mc:Choice xmlns:v="urn:schemas-microsoft-com:vml" Requires="v">
                <p:oleObj name="Document" r:id="rId3" imgW="5785436" imgH="1459604" progId="Word.Document.8">
                  <p:embed/>
                </p:oleObj>
              </mc:Choice>
              <mc:Fallback>
                <p:oleObj name="Document" r:id="rId3" imgW="5785436" imgH="1459604" progId="Word.Document.8">
                  <p:embed/>
                  <p:pic>
                    <p:nvPicPr>
                      <p:cNvPr id="6146" name="Object 4">
                        <a:extLst>
                          <a:ext uri="{FF2B5EF4-FFF2-40B4-BE49-F238E27FC236}">
                            <a16:creationId xmlns:a16="http://schemas.microsoft.com/office/drawing/2014/main" id="{9EDFA64D-A6A4-4688-BA58-C24DE5621F51}"/>
                          </a:ext>
                        </a:extLst>
                      </p:cNvPr>
                      <p:cNvPicPr>
                        <a:picLocks noChangeAspect="1" noChangeArrowheads="1"/>
                      </p:cNvPicPr>
                      <p:nvPr/>
                    </p:nvPicPr>
                    <p:blipFill>
                      <a:blip r:embed="rId4"/>
                      <a:srcRect/>
                      <a:stretch>
                        <a:fillRect/>
                      </a:stretch>
                    </p:blipFill>
                    <p:spPr bwMode="auto">
                      <a:xfrm>
                        <a:off x="836613" y="3579813"/>
                        <a:ext cx="80422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 name="Line 5">
            <a:extLst>
              <a:ext uri="{FF2B5EF4-FFF2-40B4-BE49-F238E27FC236}">
                <a16:creationId xmlns:a16="http://schemas.microsoft.com/office/drawing/2014/main" id="{B0CCA75F-A68F-4A3F-8A96-2AECD68DA2C4}"/>
              </a:ext>
            </a:extLst>
          </p:cNvPr>
          <p:cNvSpPr>
            <a:spLocks noChangeShapeType="1"/>
          </p:cNvSpPr>
          <p:nvPr/>
        </p:nvSpPr>
        <p:spPr bwMode="auto">
          <a:xfrm>
            <a:off x="4419600" y="4005263"/>
            <a:ext cx="685800"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 name="Line 6">
            <a:extLst>
              <a:ext uri="{FF2B5EF4-FFF2-40B4-BE49-F238E27FC236}">
                <a16:creationId xmlns:a16="http://schemas.microsoft.com/office/drawing/2014/main" id="{B734C0AF-9EA5-4C4B-BA2A-A18E6ADE8308}"/>
              </a:ext>
            </a:extLst>
          </p:cNvPr>
          <p:cNvSpPr>
            <a:spLocks noChangeShapeType="1"/>
          </p:cNvSpPr>
          <p:nvPr/>
        </p:nvSpPr>
        <p:spPr bwMode="auto">
          <a:xfrm>
            <a:off x="6586538" y="3995738"/>
            <a:ext cx="609600"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9429711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C9E6BB6-72D5-4DAF-8C99-4E0434787F4E}"/>
              </a:ext>
            </a:extLst>
          </p:cNvPr>
          <p:cNvSpPr>
            <a:spLocks noGrp="1" noChangeArrowheads="1"/>
          </p:cNvSpPr>
          <p:nvPr>
            <p:ph type="title"/>
          </p:nvPr>
        </p:nvSpPr>
        <p:spPr>
          <a:xfrm>
            <a:off x="990600" y="457200"/>
            <a:ext cx="7848600" cy="1143000"/>
          </a:xfrm>
        </p:spPr>
        <p:txBody>
          <a:bodyPr/>
          <a:lstStyle/>
          <a:p>
            <a:pPr eaLnBrk="1" hangingPunct="1"/>
            <a:r>
              <a:rPr lang="en-US" altLang="zh-CN" sz="4000">
                <a:latin typeface="隶书" panose="02010509060101010101" pitchFamily="49" charset="-122"/>
                <a:ea typeface="隶书" panose="02010509060101010101" pitchFamily="49" charset="-122"/>
              </a:rPr>
              <a:t>2.</a:t>
            </a:r>
            <a:r>
              <a:rPr lang="zh-CN" altLang="en-US" sz="4000">
                <a:latin typeface="隶书" panose="02010509060101010101" pitchFamily="49" charset="-122"/>
                <a:ea typeface="隶书" panose="02010509060101010101" pitchFamily="49" charset="-122"/>
              </a:rPr>
              <a:t>关系模型的数据操纵</a:t>
            </a:r>
          </a:p>
        </p:txBody>
      </p:sp>
      <p:sp>
        <p:nvSpPr>
          <p:cNvPr id="84995" name="Rectangle 3">
            <a:extLst>
              <a:ext uri="{FF2B5EF4-FFF2-40B4-BE49-F238E27FC236}">
                <a16:creationId xmlns:a16="http://schemas.microsoft.com/office/drawing/2014/main" id="{1594F986-10B7-4E63-B215-13F788FE879D}"/>
              </a:ext>
            </a:extLst>
          </p:cNvPr>
          <p:cNvSpPr>
            <a:spLocks noGrp="1" noChangeArrowheads="1"/>
          </p:cNvSpPr>
          <p:nvPr>
            <p:ph type="body" idx="1"/>
          </p:nvPr>
        </p:nvSpPr>
        <p:spPr/>
        <p:txBody>
          <a:bodyPr/>
          <a:lstStyle/>
          <a:p>
            <a:pPr algn="just" eaLnBrk="1" hangingPunct="1">
              <a:lnSpc>
                <a:spcPct val="140000"/>
              </a:lnSpc>
              <a:spcAft>
                <a:spcPct val="20000"/>
              </a:spcAft>
            </a:pPr>
            <a:r>
              <a:rPr lang="zh-CN" altLang="en-US" b="1"/>
              <a:t>查询、插入、删除、更新</a:t>
            </a:r>
          </a:p>
          <a:p>
            <a:pPr algn="just" eaLnBrk="1" hangingPunct="1">
              <a:lnSpc>
                <a:spcPct val="140000"/>
              </a:lnSpc>
              <a:spcAft>
                <a:spcPct val="20000"/>
              </a:spcAft>
            </a:pPr>
            <a:r>
              <a:rPr lang="zh-CN" altLang="en-US" b="1"/>
              <a:t>数据操作是集合操作，</a:t>
            </a:r>
            <a:r>
              <a:rPr lang="zh-CN" altLang="en-US" b="1">
                <a:solidFill>
                  <a:schemeClr val="folHlink"/>
                </a:solidFill>
              </a:rPr>
              <a:t>操作对象和操作结果都是关系，</a:t>
            </a:r>
            <a:r>
              <a:rPr lang="zh-CN" altLang="en-US" b="1"/>
              <a:t>即若干元组的集合</a:t>
            </a:r>
          </a:p>
          <a:p>
            <a:pPr algn="just" eaLnBrk="1" hangingPunct="1">
              <a:lnSpc>
                <a:spcPct val="140000"/>
              </a:lnSpc>
              <a:spcAft>
                <a:spcPct val="20000"/>
              </a:spcAft>
            </a:pPr>
            <a:r>
              <a:rPr lang="zh-CN" altLang="en-US" b="1"/>
              <a:t>存取路径对用户隐蔽，用户只要指出</a:t>
            </a:r>
            <a:r>
              <a:rPr lang="zh-CN" altLang="en-US" b="1">
                <a:latin typeface="Times New Roman" panose="02020603050405020304" pitchFamily="18" charset="0"/>
              </a:rPr>
              <a:t>“</a:t>
            </a:r>
            <a:r>
              <a:rPr lang="zh-CN" altLang="en-US" b="1"/>
              <a:t>干什么</a:t>
            </a:r>
            <a:r>
              <a:rPr lang="zh-CN" altLang="en-US" b="1">
                <a:latin typeface="Times New Roman" panose="02020603050405020304" pitchFamily="18" charset="0"/>
              </a:rPr>
              <a:t>”</a:t>
            </a:r>
            <a:r>
              <a:rPr lang="zh-CN" altLang="en-US" b="1"/>
              <a:t>，</a:t>
            </a:r>
            <a:r>
              <a:rPr lang="zh-CN" altLang="en-US" b="1">
                <a:solidFill>
                  <a:schemeClr val="folHlink"/>
                </a:solidFill>
              </a:rPr>
              <a:t>不必详细说明“怎么干”</a:t>
            </a:r>
          </a:p>
        </p:txBody>
      </p:sp>
    </p:spTree>
    <p:extLst>
      <p:ext uri="{BB962C8B-B14F-4D97-AF65-F5344CB8AC3E}">
        <p14:creationId xmlns:p14="http://schemas.microsoft.com/office/powerpoint/2010/main" val="19280626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281A21D2-DB97-49D2-A266-44549E1301ED}"/>
              </a:ext>
            </a:extLst>
          </p:cNvPr>
          <p:cNvSpPr>
            <a:spLocks noGrp="1" noChangeArrowheads="1"/>
          </p:cNvSpPr>
          <p:nvPr>
            <p:ph type="title"/>
          </p:nvPr>
        </p:nvSpPr>
        <p:spPr>
          <a:xfrm>
            <a:off x="990600" y="457200"/>
            <a:ext cx="7848600" cy="1143000"/>
          </a:xfrm>
        </p:spPr>
        <p:txBody>
          <a:bodyPr/>
          <a:lstStyle/>
          <a:p>
            <a:pPr eaLnBrk="1" hangingPunct="1"/>
            <a:r>
              <a:rPr lang="en-US" altLang="zh-CN" sz="4000">
                <a:latin typeface="隶书" panose="02010509060101010101" pitchFamily="49" charset="-122"/>
                <a:ea typeface="隶书" panose="02010509060101010101" pitchFamily="49" charset="-122"/>
              </a:rPr>
              <a:t>3.</a:t>
            </a:r>
            <a:r>
              <a:rPr lang="zh-CN" altLang="en-US" sz="4000">
                <a:latin typeface="隶书" panose="02010509060101010101" pitchFamily="49" charset="-122"/>
                <a:ea typeface="隶书" panose="02010509060101010101" pitchFamily="49" charset="-122"/>
              </a:rPr>
              <a:t>关系模型的完整性约束</a:t>
            </a:r>
          </a:p>
        </p:txBody>
      </p:sp>
      <p:sp>
        <p:nvSpPr>
          <p:cNvPr id="86019" name="Rectangle 3">
            <a:extLst>
              <a:ext uri="{FF2B5EF4-FFF2-40B4-BE49-F238E27FC236}">
                <a16:creationId xmlns:a16="http://schemas.microsoft.com/office/drawing/2014/main" id="{DE656E00-F663-4F4D-ADE4-DCC0C9F75466}"/>
              </a:ext>
            </a:extLst>
          </p:cNvPr>
          <p:cNvSpPr>
            <a:spLocks noGrp="1" noChangeArrowheads="1"/>
          </p:cNvSpPr>
          <p:nvPr>
            <p:ph type="body" idx="1"/>
          </p:nvPr>
        </p:nvSpPr>
        <p:spPr/>
        <p:txBody>
          <a:bodyPr/>
          <a:lstStyle/>
          <a:p>
            <a:pPr algn="just" eaLnBrk="1" hangingPunct="1">
              <a:lnSpc>
                <a:spcPct val="190000"/>
              </a:lnSpc>
            </a:pPr>
            <a:r>
              <a:rPr lang="zh-CN" altLang="en-US" b="1"/>
              <a:t>实体完整性</a:t>
            </a:r>
          </a:p>
          <a:p>
            <a:pPr algn="just" eaLnBrk="1" hangingPunct="1">
              <a:lnSpc>
                <a:spcPct val="190000"/>
              </a:lnSpc>
            </a:pPr>
            <a:r>
              <a:rPr lang="zh-CN" altLang="en-US" b="1"/>
              <a:t>参照完整性</a:t>
            </a:r>
          </a:p>
          <a:p>
            <a:pPr algn="just" eaLnBrk="1" hangingPunct="1">
              <a:lnSpc>
                <a:spcPct val="190000"/>
              </a:lnSpc>
            </a:pPr>
            <a:r>
              <a:rPr lang="zh-CN" altLang="en-US" b="1"/>
              <a:t>用户定义的完整性</a:t>
            </a:r>
          </a:p>
        </p:txBody>
      </p:sp>
    </p:spTree>
    <p:extLst>
      <p:ext uri="{BB962C8B-B14F-4D97-AF65-F5344CB8AC3E}">
        <p14:creationId xmlns:p14="http://schemas.microsoft.com/office/powerpoint/2010/main" val="41546923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F59A3BF-8730-4236-834B-00D6FD23B48F}"/>
              </a:ext>
            </a:extLst>
          </p:cNvPr>
          <p:cNvSpPr>
            <a:spLocks noGrp="1" noChangeArrowheads="1"/>
          </p:cNvSpPr>
          <p:nvPr>
            <p:ph type="title"/>
          </p:nvPr>
        </p:nvSpPr>
        <p:spPr/>
        <p:txBody>
          <a:bodyPr/>
          <a:lstStyle/>
          <a:p>
            <a:pPr eaLnBrk="1" hangingPunct="1"/>
            <a:r>
              <a:rPr lang="en-US" altLang="zh-CN">
                <a:solidFill>
                  <a:srgbClr val="CC0099"/>
                </a:solidFill>
              </a:rPr>
              <a:t>1.4 </a:t>
            </a:r>
            <a:r>
              <a:rPr lang="zh-CN" altLang="en-US">
                <a:solidFill>
                  <a:srgbClr val="CC0099"/>
                </a:solidFill>
              </a:rPr>
              <a:t>数据库系统的模式结构</a:t>
            </a:r>
          </a:p>
        </p:txBody>
      </p:sp>
      <p:sp>
        <p:nvSpPr>
          <p:cNvPr id="32771" name="Rectangle 3">
            <a:extLst>
              <a:ext uri="{FF2B5EF4-FFF2-40B4-BE49-F238E27FC236}">
                <a16:creationId xmlns:a16="http://schemas.microsoft.com/office/drawing/2014/main" id="{B1E93099-3D09-47BB-B146-0F0F4B46D833}"/>
              </a:ext>
            </a:extLst>
          </p:cNvPr>
          <p:cNvSpPr>
            <a:spLocks noGrp="1" noChangeArrowheads="1"/>
          </p:cNvSpPr>
          <p:nvPr>
            <p:ph type="body" idx="1"/>
          </p:nvPr>
        </p:nvSpPr>
        <p:spPr/>
        <p:txBody>
          <a:bodyPr/>
          <a:lstStyle/>
          <a:p>
            <a:pPr algn="just" eaLnBrk="1" hangingPunct="1">
              <a:lnSpc>
                <a:spcPct val="130000"/>
              </a:lnSpc>
            </a:pPr>
            <a:r>
              <a:rPr lang="zh-CN" altLang="en-US" b="1"/>
              <a:t>数据库系统模式的概念</a:t>
            </a:r>
          </a:p>
          <a:p>
            <a:pPr algn="just" eaLnBrk="1" hangingPunct="1">
              <a:lnSpc>
                <a:spcPct val="130000"/>
              </a:lnSpc>
            </a:pPr>
            <a:r>
              <a:rPr lang="zh-CN" altLang="en-US" b="1"/>
              <a:t>数据库系统的三级模式结构</a:t>
            </a:r>
          </a:p>
          <a:p>
            <a:pPr algn="just" eaLnBrk="1" hangingPunct="1">
              <a:lnSpc>
                <a:spcPct val="130000"/>
              </a:lnSpc>
            </a:pPr>
            <a:r>
              <a:rPr lang="zh-CN" altLang="en-US" b="1"/>
              <a:t>数据库的二级映象功能与数据独立性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D7E319C-FA4F-448D-BD13-69EE30A0D35E}"/>
              </a:ext>
            </a:extLst>
          </p:cNvPr>
          <p:cNvSpPr>
            <a:spLocks noGrp="1" noChangeArrowheads="1"/>
          </p:cNvSpPr>
          <p:nvPr>
            <p:ph type="title"/>
          </p:nvPr>
        </p:nvSpPr>
        <p:spPr/>
        <p:txBody>
          <a:bodyPr/>
          <a:lstStyle/>
          <a:p>
            <a:pPr eaLnBrk="1" hangingPunct="1"/>
            <a:r>
              <a:rPr lang="zh-CN" altLang="en-US" sz="3200"/>
              <a:t>数据库系统模式的概念</a:t>
            </a:r>
          </a:p>
        </p:txBody>
      </p:sp>
      <p:sp>
        <p:nvSpPr>
          <p:cNvPr id="33795" name="Rectangle 3">
            <a:extLst>
              <a:ext uri="{FF2B5EF4-FFF2-40B4-BE49-F238E27FC236}">
                <a16:creationId xmlns:a16="http://schemas.microsoft.com/office/drawing/2014/main" id="{0AF1CF38-ABD2-49A4-8062-08C80C69303D}"/>
              </a:ext>
            </a:extLst>
          </p:cNvPr>
          <p:cNvSpPr>
            <a:spLocks noGrp="1" noChangeArrowheads="1"/>
          </p:cNvSpPr>
          <p:nvPr>
            <p:ph type="body" idx="1"/>
          </p:nvPr>
        </p:nvSpPr>
        <p:spPr>
          <a:xfrm>
            <a:off x="762000" y="1905000"/>
            <a:ext cx="8001000" cy="4114800"/>
          </a:xfrm>
        </p:spPr>
        <p:txBody>
          <a:bodyPr/>
          <a:lstStyle/>
          <a:p>
            <a:pPr eaLnBrk="1" hangingPunct="1">
              <a:lnSpc>
                <a:spcPct val="90000"/>
              </a:lnSpc>
            </a:pPr>
            <a:r>
              <a:rPr lang="en-US" altLang="zh-CN" b="1">
                <a:latin typeface="Times New Roman" panose="02020603050405020304" pitchFamily="18" charset="0"/>
              </a:rPr>
              <a:t>“</a:t>
            </a:r>
            <a:r>
              <a:rPr lang="zh-CN" altLang="en-US" b="1"/>
              <a:t>型</a:t>
            </a:r>
            <a:r>
              <a:rPr lang="zh-CN" altLang="en-US" b="1">
                <a:latin typeface="Times New Roman" panose="02020603050405020304" pitchFamily="18" charset="0"/>
              </a:rPr>
              <a:t>”</a:t>
            </a:r>
            <a:r>
              <a:rPr lang="zh-CN" altLang="en-US" b="1"/>
              <a:t> </a:t>
            </a:r>
            <a:r>
              <a:rPr lang="en-US" altLang="zh-CN" b="1"/>
              <a:t>&amp;</a:t>
            </a:r>
            <a:r>
              <a:rPr lang="zh-CN" altLang="en-US" b="1">
                <a:latin typeface="Times New Roman" panose="02020603050405020304" pitchFamily="18" charset="0"/>
              </a:rPr>
              <a:t>“</a:t>
            </a:r>
            <a:r>
              <a:rPr lang="zh-CN" altLang="en-US" b="1"/>
              <a:t>值</a:t>
            </a:r>
            <a:r>
              <a:rPr lang="zh-CN" altLang="en-US" b="1">
                <a:latin typeface="Times New Roman" panose="02020603050405020304" pitchFamily="18" charset="0"/>
              </a:rPr>
              <a:t>”</a:t>
            </a:r>
            <a:r>
              <a:rPr lang="zh-CN" altLang="en-US" b="1"/>
              <a:t> </a:t>
            </a:r>
          </a:p>
          <a:p>
            <a:pPr lvl="1" algn="just" eaLnBrk="1" hangingPunct="1">
              <a:lnSpc>
                <a:spcPct val="90000"/>
              </a:lnSpc>
            </a:pPr>
            <a:r>
              <a:rPr lang="zh-CN" altLang="en-US" b="1">
                <a:solidFill>
                  <a:schemeClr val="hlink"/>
                </a:solidFill>
              </a:rPr>
              <a:t>型</a:t>
            </a:r>
            <a:r>
              <a:rPr lang="zh-CN" altLang="en-US" b="1"/>
              <a:t>（</a:t>
            </a:r>
            <a:r>
              <a:rPr lang="en-US" altLang="zh-CN" b="1"/>
              <a:t>Type</a:t>
            </a:r>
            <a:r>
              <a:rPr lang="zh-CN" altLang="en-US" b="1"/>
              <a:t>）</a:t>
            </a:r>
          </a:p>
          <a:p>
            <a:pPr lvl="2" algn="just" eaLnBrk="1" hangingPunct="1">
              <a:lnSpc>
                <a:spcPct val="90000"/>
              </a:lnSpc>
              <a:buFont typeface="Wingdings" panose="05000000000000000000" pitchFamily="2" charset="2"/>
              <a:buNone/>
            </a:pPr>
            <a:r>
              <a:rPr lang="zh-CN" altLang="en-US" b="1"/>
              <a:t>对某一类数据的结构和属性的说明</a:t>
            </a:r>
          </a:p>
          <a:p>
            <a:pPr lvl="1" algn="just" eaLnBrk="1" hangingPunct="1">
              <a:lnSpc>
                <a:spcPct val="90000"/>
              </a:lnSpc>
            </a:pPr>
            <a:r>
              <a:rPr lang="zh-CN" altLang="en-US" b="1">
                <a:solidFill>
                  <a:schemeClr val="hlink"/>
                </a:solidFill>
              </a:rPr>
              <a:t>值</a:t>
            </a:r>
            <a:r>
              <a:rPr lang="zh-CN" altLang="en-US" b="1"/>
              <a:t>（</a:t>
            </a:r>
            <a:r>
              <a:rPr lang="en-US" altLang="zh-CN" b="1"/>
              <a:t>Value</a:t>
            </a:r>
            <a:r>
              <a:rPr lang="zh-CN" altLang="en-US" b="1"/>
              <a:t>）</a:t>
            </a:r>
          </a:p>
          <a:p>
            <a:pPr lvl="2" algn="just" eaLnBrk="1" hangingPunct="1">
              <a:lnSpc>
                <a:spcPct val="90000"/>
              </a:lnSpc>
              <a:buFont typeface="Wingdings" panose="05000000000000000000" pitchFamily="2" charset="2"/>
              <a:buNone/>
            </a:pPr>
            <a:r>
              <a:rPr lang="zh-CN" altLang="en-US" b="1"/>
              <a:t>是型的一个具体赋值</a:t>
            </a:r>
          </a:p>
          <a:p>
            <a:pPr lvl="1" algn="just" eaLnBrk="1" hangingPunct="1">
              <a:lnSpc>
                <a:spcPct val="90000"/>
              </a:lnSpc>
              <a:buFont typeface="Wingdings" panose="05000000000000000000" pitchFamily="2" charset="2"/>
              <a:buNone/>
            </a:pPr>
            <a:r>
              <a:rPr lang="zh-CN" altLang="en-US" sz="2400" b="1"/>
              <a:t>例如：学生记录</a:t>
            </a:r>
          </a:p>
          <a:p>
            <a:pPr lvl="1" algn="just" eaLnBrk="1" hangingPunct="1">
              <a:lnSpc>
                <a:spcPct val="90000"/>
              </a:lnSpc>
              <a:buFont typeface="Wingdings" panose="05000000000000000000" pitchFamily="2" charset="2"/>
              <a:buNone/>
            </a:pPr>
            <a:r>
              <a:rPr lang="zh-CN" altLang="en-US" sz="2400" b="1"/>
              <a:t>记录型：</a:t>
            </a:r>
          </a:p>
          <a:p>
            <a:pPr lvl="1" algn="just" eaLnBrk="1" hangingPunct="1">
              <a:lnSpc>
                <a:spcPct val="90000"/>
              </a:lnSpc>
              <a:buFont typeface="Wingdings" panose="05000000000000000000" pitchFamily="2" charset="2"/>
              <a:buNone/>
            </a:pPr>
            <a:r>
              <a:rPr lang="zh-CN" altLang="en-US" sz="2400" b="1"/>
              <a:t>  （编号，姓名，性别，系别，年龄，籍贯，最高学历）</a:t>
            </a:r>
          </a:p>
          <a:p>
            <a:pPr lvl="1" algn="just" eaLnBrk="1" hangingPunct="1">
              <a:lnSpc>
                <a:spcPct val="90000"/>
              </a:lnSpc>
              <a:buFont typeface="Wingdings" panose="05000000000000000000" pitchFamily="2" charset="2"/>
              <a:buNone/>
            </a:pPr>
            <a:r>
              <a:rPr lang="zh-CN" altLang="en-US" sz="2400" b="1"/>
              <a:t>该记录型的一个记录值：</a:t>
            </a:r>
          </a:p>
          <a:p>
            <a:pPr lvl="1" algn="just" eaLnBrk="1" hangingPunct="1">
              <a:lnSpc>
                <a:spcPct val="90000"/>
              </a:lnSpc>
              <a:buFont typeface="Wingdings" panose="05000000000000000000" pitchFamily="2" charset="2"/>
              <a:buNone/>
            </a:pPr>
            <a:r>
              <a:rPr lang="zh-CN" altLang="en-US" sz="2400" b="1"/>
              <a:t>  （</a:t>
            </a:r>
            <a:r>
              <a:rPr lang="en-US" altLang="zh-CN" sz="2400" b="1"/>
              <a:t>900201</a:t>
            </a:r>
            <a:r>
              <a:rPr lang="zh-CN" altLang="en-US" sz="2400" b="1"/>
              <a:t>，张三，男，计算机，</a:t>
            </a:r>
            <a:r>
              <a:rPr lang="en-US" altLang="zh-CN" sz="2400" b="1"/>
              <a:t>32</a:t>
            </a:r>
            <a:r>
              <a:rPr lang="zh-CN" altLang="en-US" sz="2400" b="1"/>
              <a:t>，江苏，博士）</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379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79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79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79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7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08EEF84-EAAD-46FD-B5D9-134D21B4A760}"/>
              </a:ext>
            </a:extLst>
          </p:cNvPr>
          <p:cNvSpPr>
            <a:spLocks noGrp="1" noChangeArrowheads="1"/>
          </p:cNvSpPr>
          <p:nvPr>
            <p:ph type="title"/>
          </p:nvPr>
        </p:nvSpPr>
        <p:spPr/>
        <p:txBody>
          <a:bodyPr/>
          <a:lstStyle/>
          <a:p>
            <a:pPr eaLnBrk="1" hangingPunct="1"/>
            <a:r>
              <a:rPr lang="zh-CN" altLang="en-US"/>
              <a:t>数据库系统模式的概念（续）</a:t>
            </a:r>
          </a:p>
        </p:txBody>
      </p:sp>
      <p:sp>
        <p:nvSpPr>
          <p:cNvPr id="34819" name="Rectangle 3">
            <a:extLst>
              <a:ext uri="{FF2B5EF4-FFF2-40B4-BE49-F238E27FC236}">
                <a16:creationId xmlns:a16="http://schemas.microsoft.com/office/drawing/2014/main" id="{241BC37B-A5BE-4121-832F-B33D2EACF109}"/>
              </a:ext>
            </a:extLst>
          </p:cNvPr>
          <p:cNvSpPr>
            <a:spLocks noGrp="1" noChangeArrowheads="1"/>
          </p:cNvSpPr>
          <p:nvPr>
            <p:ph sz="half" idx="1"/>
          </p:nvPr>
        </p:nvSpPr>
        <p:spPr>
          <a:xfrm>
            <a:off x="395288" y="2060575"/>
            <a:ext cx="3810000" cy="4114800"/>
          </a:xfrm>
        </p:spPr>
        <p:txBody>
          <a:bodyPr/>
          <a:lstStyle/>
          <a:p>
            <a:pPr eaLnBrk="1" hangingPunct="1">
              <a:lnSpc>
                <a:spcPct val="110000"/>
              </a:lnSpc>
            </a:pPr>
            <a:r>
              <a:rPr lang="zh-CN" altLang="en-US" b="1"/>
              <a:t>模式</a:t>
            </a:r>
            <a:r>
              <a:rPr lang="zh-CN" altLang="en-US" b="1">
                <a:latin typeface="Times New Roman" panose="02020603050405020304" pitchFamily="18" charset="0"/>
                <a:cs typeface="Times New Roman" panose="02020603050405020304" pitchFamily="18" charset="0"/>
              </a:rPr>
              <a:t>（</a:t>
            </a:r>
            <a:r>
              <a:rPr lang="en-US" altLang="zh-CN" b="1">
                <a:latin typeface="Times New Roman" panose="02020603050405020304" pitchFamily="18" charset="0"/>
                <a:cs typeface="Times New Roman" panose="02020603050405020304" pitchFamily="18" charset="0"/>
              </a:rPr>
              <a:t>Schema</a:t>
            </a:r>
            <a:r>
              <a:rPr lang="zh-CN" altLang="en-US" b="1">
                <a:latin typeface="Times New Roman" panose="02020603050405020304" pitchFamily="18" charset="0"/>
                <a:cs typeface="Times New Roman" panose="02020603050405020304" pitchFamily="18" charset="0"/>
              </a:rPr>
              <a:t>）</a:t>
            </a:r>
          </a:p>
          <a:p>
            <a:pPr lvl="1" algn="just" eaLnBrk="1" hangingPunct="1">
              <a:lnSpc>
                <a:spcPct val="110000"/>
              </a:lnSpc>
            </a:pPr>
            <a:r>
              <a:rPr lang="zh-CN" altLang="en-US" b="1"/>
              <a:t>数据库逻辑结构和特征的描述</a:t>
            </a:r>
          </a:p>
          <a:p>
            <a:pPr lvl="1" algn="just" eaLnBrk="1" hangingPunct="1">
              <a:lnSpc>
                <a:spcPct val="110000"/>
              </a:lnSpc>
            </a:pPr>
            <a:r>
              <a:rPr lang="zh-CN" altLang="en-US" b="1"/>
              <a:t>是型的描述</a:t>
            </a:r>
          </a:p>
          <a:p>
            <a:pPr lvl="1" algn="just" eaLnBrk="1" hangingPunct="1">
              <a:lnSpc>
                <a:spcPct val="110000"/>
              </a:lnSpc>
            </a:pPr>
            <a:r>
              <a:rPr lang="zh-CN" altLang="en-US" b="1"/>
              <a:t>反映的是数据的结构及其联系</a:t>
            </a:r>
          </a:p>
          <a:p>
            <a:pPr lvl="1" algn="just" eaLnBrk="1" hangingPunct="1">
              <a:lnSpc>
                <a:spcPct val="110000"/>
              </a:lnSpc>
            </a:pPr>
            <a:r>
              <a:rPr lang="zh-CN" altLang="en-US" b="1"/>
              <a:t>模式是相对稳定的</a:t>
            </a:r>
          </a:p>
        </p:txBody>
      </p:sp>
      <p:sp>
        <p:nvSpPr>
          <p:cNvPr id="2" name="内容占位符 1">
            <a:extLst>
              <a:ext uri="{FF2B5EF4-FFF2-40B4-BE49-F238E27FC236}">
                <a16:creationId xmlns:a16="http://schemas.microsoft.com/office/drawing/2014/main" id="{74DB1E3D-75F9-4952-80E6-CB98CA4692E7}"/>
              </a:ext>
            </a:extLst>
          </p:cNvPr>
          <p:cNvSpPr>
            <a:spLocks noGrp="1"/>
          </p:cNvSpPr>
          <p:nvPr>
            <p:ph sz="half" idx="2"/>
          </p:nvPr>
        </p:nvSpPr>
        <p:spPr>
          <a:xfrm>
            <a:off x="3995738" y="2017713"/>
            <a:ext cx="4968875" cy="4114800"/>
          </a:xfrm>
        </p:spPr>
        <p:txBody>
          <a:bodyPr/>
          <a:lstStyle/>
          <a:p>
            <a:pPr eaLnBrk="1" hangingPunct="1">
              <a:lnSpc>
                <a:spcPct val="110000"/>
              </a:lnSpc>
            </a:pPr>
            <a:r>
              <a:rPr lang="zh-CN" altLang="en-US" b="1"/>
              <a:t>模式的一个实例</a:t>
            </a:r>
            <a:r>
              <a:rPr lang="zh-CN" altLang="en-US" b="1">
                <a:latin typeface="Times New Roman" panose="02020603050405020304" pitchFamily="18" charset="0"/>
                <a:cs typeface="Times New Roman" panose="02020603050405020304" pitchFamily="18" charset="0"/>
              </a:rPr>
              <a:t>（</a:t>
            </a:r>
            <a:r>
              <a:rPr lang="en-US" altLang="zh-CN" b="1">
                <a:latin typeface="Times New Roman" panose="02020603050405020304" pitchFamily="18" charset="0"/>
                <a:cs typeface="Times New Roman" panose="02020603050405020304" pitchFamily="18" charset="0"/>
              </a:rPr>
              <a:t>Instance</a:t>
            </a:r>
            <a:r>
              <a:rPr lang="zh-CN" altLang="en-US" b="1">
                <a:latin typeface="Times New Roman" panose="02020603050405020304" pitchFamily="18" charset="0"/>
                <a:cs typeface="Times New Roman" panose="02020603050405020304" pitchFamily="18" charset="0"/>
              </a:rPr>
              <a:t>）</a:t>
            </a:r>
          </a:p>
          <a:p>
            <a:pPr lvl="1" eaLnBrk="1" hangingPunct="1">
              <a:lnSpc>
                <a:spcPct val="110000"/>
              </a:lnSpc>
            </a:pPr>
            <a:r>
              <a:rPr lang="zh-CN" altLang="en-US" b="1"/>
              <a:t>模式的一个具体值</a:t>
            </a:r>
          </a:p>
          <a:p>
            <a:pPr lvl="1" eaLnBrk="1" hangingPunct="1">
              <a:lnSpc>
                <a:spcPct val="110000"/>
              </a:lnSpc>
            </a:pPr>
            <a:r>
              <a:rPr lang="zh-CN" altLang="en-US" b="1"/>
              <a:t>反映数据库某一时刻的状态</a:t>
            </a:r>
          </a:p>
          <a:p>
            <a:pPr lvl="1" eaLnBrk="1" hangingPunct="1">
              <a:lnSpc>
                <a:spcPct val="110000"/>
              </a:lnSpc>
            </a:pPr>
            <a:r>
              <a:rPr lang="zh-CN" altLang="en-US" b="1"/>
              <a:t>同一个模式可以有很多实例</a:t>
            </a:r>
          </a:p>
          <a:p>
            <a:pPr lvl="1" eaLnBrk="1" hangingPunct="1">
              <a:lnSpc>
                <a:spcPct val="110000"/>
              </a:lnSpc>
            </a:pPr>
            <a:r>
              <a:rPr lang="zh-CN" altLang="en-US" b="1"/>
              <a:t>实例随数据库中的数据的更新而变动</a:t>
            </a:r>
            <a:endParaRPr lang="zh-CN" altLang="en-US"/>
          </a:p>
          <a:p>
            <a:endParaRPr lang="zh-CN" altLang="en-US"/>
          </a:p>
        </p:txBody>
      </p:sp>
      <p:sp>
        <p:nvSpPr>
          <p:cNvPr id="3" name="矩形 2">
            <a:extLst>
              <a:ext uri="{FF2B5EF4-FFF2-40B4-BE49-F238E27FC236}">
                <a16:creationId xmlns:a16="http://schemas.microsoft.com/office/drawing/2014/main" id="{CEA2E562-2C0B-4879-8EC6-D7E5EDF8A4DA}"/>
              </a:ext>
            </a:extLst>
          </p:cNvPr>
          <p:cNvSpPr/>
          <p:nvPr/>
        </p:nvSpPr>
        <p:spPr bwMode="auto">
          <a:xfrm>
            <a:off x="888017" y="5263925"/>
            <a:ext cx="7344816" cy="1569660"/>
          </a:xfrm>
          <a:prstGeom prst="rect">
            <a:avLst/>
          </a:prstGeom>
          <a:solidFill>
            <a:srgbClr val="FFFF99"/>
          </a:solidFill>
          <a:ln w="9525" cap="flat" cmpd="sng" algn="ctr">
            <a:solidFill>
              <a:srgbClr val="993300"/>
            </a:solidFill>
            <a:prstDash val="solid"/>
            <a:round/>
            <a:headEnd type="none" w="med" len="med"/>
            <a:tailEnd type="none" w="med" len="med"/>
          </a:ln>
          <a:effectLst>
            <a:outerShdw blurRad="50800" dist="38100" algn="l" rotWithShape="0">
              <a:prstClr val="black">
                <a:alpha val="40000"/>
              </a:prstClr>
            </a:outerShdw>
          </a:effectLst>
          <a:scene3d>
            <a:camera prst="orthographicFront">
              <a:rot lat="0" lon="0" rev="0"/>
            </a:camera>
            <a:lightRig rig="brightRoom" dir="t">
              <a:rot lat="0" lon="0" rev="600000"/>
            </a:lightRig>
          </a:scene3d>
          <a:sp3d prstMaterial="metal">
            <a:bevelT w="38100" h="57150" prst="angle"/>
          </a:sp3d>
        </p:spPr>
        <p:txBody>
          <a:bodyPr anchor="ctr">
            <a:spAutoFit/>
          </a:bodyPr>
          <a:lstStyle/>
          <a:p>
            <a:pPr marL="742950" lvl="1" indent="-285750">
              <a:lnSpc>
                <a:spcPct val="100000"/>
              </a:lnSpc>
              <a:defRPr/>
            </a:pPr>
            <a:r>
              <a:rPr lang="zh-CN" altLang="en-US" sz="2400" dirty="0">
                <a:latin typeface="宋体" pitchFamily="2" charset="-122"/>
              </a:rPr>
              <a:t>  简单地说，数据库中的数据会随时发生变化，特定时刻存储在数据库中的信息集合称作</a:t>
            </a:r>
            <a:r>
              <a:rPr lang="zh-CN" altLang="en-US" sz="2400" dirty="0">
                <a:solidFill>
                  <a:srgbClr val="FF0000"/>
                </a:solidFill>
                <a:latin typeface="宋体" pitchFamily="2" charset="-122"/>
              </a:rPr>
              <a:t>数据库的一个实例</a:t>
            </a:r>
            <a:r>
              <a:rPr lang="zh-CN" altLang="en-US" sz="2400" dirty="0">
                <a:latin typeface="宋体" pitchFamily="2" charset="-122"/>
              </a:rPr>
              <a:t>。而数据库的总体设计称作</a:t>
            </a:r>
            <a:r>
              <a:rPr lang="zh-CN" altLang="en-US" sz="2400" dirty="0">
                <a:solidFill>
                  <a:srgbClr val="FF0000"/>
                </a:solidFill>
                <a:latin typeface="宋体" pitchFamily="2" charset="-122"/>
              </a:rPr>
              <a:t>数据库模式</a:t>
            </a:r>
            <a:r>
              <a:rPr lang="zh-CN" altLang="en-US" sz="2400" dirty="0">
                <a:latin typeface="宋体" pitchFamily="2" charset="-122"/>
              </a:rPr>
              <a:t>，数据库模式不会频繁地发生变化。</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1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2"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900CCD8A-8BDA-49C5-8974-BFB9271E70A9}"/>
              </a:ext>
            </a:extLst>
          </p:cNvPr>
          <p:cNvSpPr>
            <a:spLocks noGrp="1" noChangeArrowheads="1"/>
          </p:cNvSpPr>
          <p:nvPr>
            <p:ph type="title"/>
          </p:nvPr>
        </p:nvSpPr>
        <p:spPr/>
        <p:txBody>
          <a:bodyPr/>
          <a:lstStyle/>
          <a:p>
            <a:pPr eaLnBrk="1" hangingPunct="1"/>
            <a:r>
              <a:rPr lang="zh-CN" altLang="en-US" sz="2800"/>
              <a:t>（二）、数据库系统的三级模式结构</a:t>
            </a:r>
          </a:p>
        </p:txBody>
      </p:sp>
      <p:grpSp>
        <p:nvGrpSpPr>
          <p:cNvPr id="1028" name="Group 3">
            <a:extLst>
              <a:ext uri="{FF2B5EF4-FFF2-40B4-BE49-F238E27FC236}">
                <a16:creationId xmlns:a16="http://schemas.microsoft.com/office/drawing/2014/main" id="{B975D348-37AC-45DF-8DEE-97E92B3F0469}"/>
              </a:ext>
            </a:extLst>
          </p:cNvPr>
          <p:cNvGrpSpPr>
            <a:grpSpLocks/>
          </p:cNvGrpSpPr>
          <p:nvPr/>
        </p:nvGrpSpPr>
        <p:grpSpPr bwMode="auto">
          <a:xfrm>
            <a:off x="-1981200" y="1616075"/>
            <a:ext cx="12192000" cy="5241925"/>
            <a:chOff x="-1248" y="1018"/>
            <a:chExt cx="7680" cy="3302"/>
          </a:xfrm>
        </p:grpSpPr>
        <p:graphicFrame>
          <p:nvGraphicFramePr>
            <p:cNvPr id="1026" name="Object 4">
              <a:extLst>
                <a:ext uri="{FF2B5EF4-FFF2-40B4-BE49-F238E27FC236}">
                  <a16:creationId xmlns:a16="http://schemas.microsoft.com/office/drawing/2014/main" id="{28F61AC3-4F09-45B9-A5AC-D876D9C76BF5}"/>
                </a:ext>
              </a:extLst>
            </p:cNvPr>
            <p:cNvGraphicFramePr>
              <a:graphicFrameLocks noChangeAspect="1"/>
            </p:cNvGraphicFramePr>
            <p:nvPr/>
          </p:nvGraphicFramePr>
          <p:xfrm>
            <a:off x="-1248" y="1018"/>
            <a:ext cx="7680" cy="3302"/>
          </p:xfrm>
          <a:graphic>
            <a:graphicData uri="http://schemas.openxmlformats.org/presentationml/2006/ole">
              <mc:AlternateContent xmlns:mc="http://schemas.openxmlformats.org/markup-compatibility/2006">
                <mc:Choice xmlns:v="urn:schemas-microsoft-com:vml" Requires="v">
                  <p:oleObj name="文档" r:id="rId3" imgW="5486400" imgH="2266950" progId="Word.Document.8">
                    <p:embed/>
                  </p:oleObj>
                </mc:Choice>
                <mc:Fallback>
                  <p:oleObj name="文档" r:id="rId3" imgW="5486400" imgH="226695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 y="1018"/>
                          <a:ext cx="7680" cy="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9" name="Rectangle 5">
              <a:extLst>
                <a:ext uri="{FF2B5EF4-FFF2-40B4-BE49-F238E27FC236}">
                  <a16:creationId xmlns:a16="http://schemas.microsoft.com/office/drawing/2014/main" id="{9CCC33AA-FDF7-46D4-B74C-C1F16C34BD39}"/>
                </a:ext>
              </a:extLst>
            </p:cNvPr>
            <p:cNvSpPr>
              <a:spLocks noChangeArrowheads="1"/>
            </p:cNvSpPr>
            <p:nvPr/>
          </p:nvSpPr>
          <p:spPr bwMode="auto">
            <a:xfrm>
              <a:off x="2208" y="3696"/>
              <a:ext cx="76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0"/>
                </a:spcBef>
                <a:buClrTx/>
                <a:buSzTx/>
                <a:buFontTx/>
                <a:buNone/>
              </a:pPr>
              <a:r>
                <a:rPr lang="zh-CN" altLang="en-US" sz="2000"/>
                <a:t>数据库</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17ED6EDA-1DF0-4C1C-9AF8-A86F07E3D822}"/>
              </a:ext>
            </a:extLst>
          </p:cNvPr>
          <p:cNvSpPr>
            <a:spLocks noGrp="1"/>
          </p:cNvSpPr>
          <p:nvPr>
            <p:ph type="title"/>
          </p:nvPr>
        </p:nvSpPr>
        <p:spPr/>
        <p:txBody>
          <a:bodyPr/>
          <a:lstStyle/>
          <a:p>
            <a:r>
              <a:rPr lang="zh-CN" altLang="en-US">
                <a:latin typeface="宋体" panose="02010600030101010101" pitchFamily="2" charset="-122"/>
              </a:rPr>
              <a:t>实例和模式</a:t>
            </a:r>
            <a:endParaRPr lang="zh-CN" altLang="en-US"/>
          </a:p>
        </p:txBody>
      </p:sp>
      <p:sp>
        <p:nvSpPr>
          <p:cNvPr id="3" name="内容占位符 2">
            <a:extLst>
              <a:ext uri="{FF2B5EF4-FFF2-40B4-BE49-F238E27FC236}">
                <a16:creationId xmlns:a16="http://schemas.microsoft.com/office/drawing/2014/main" id="{26B6C657-91BF-4C14-A498-BA0E1EBE4F56}"/>
              </a:ext>
            </a:extLst>
          </p:cNvPr>
          <p:cNvSpPr>
            <a:spLocks noGrp="1"/>
          </p:cNvSpPr>
          <p:nvPr>
            <p:ph idx="1"/>
          </p:nvPr>
        </p:nvSpPr>
        <p:spPr>
          <a:xfrm>
            <a:off x="539750" y="1978025"/>
            <a:ext cx="7772400" cy="4114800"/>
          </a:xfrm>
        </p:spPr>
        <p:txBody>
          <a:bodyPr/>
          <a:lstStyle/>
          <a:p>
            <a:pPr marL="354013" lvl="1" indent="0" eaLnBrk="1" hangingPunct="1">
              <a:buFont typeface="Wingdings" panose="05000000000000000000" pitchFamily="2" charset="2"/>
              <a:buNone/>
              <a:defRPr/>
            </a:pPr>
            <a:r>
              <a:rPr lang="zh-CN" altLang="en-US" b="1" dirty="0">
                <a:latin typeface="宋体" pitchFamily="2" charset="-122"/>
              </a:rPr>
              <a:t>根据前面讨论的数据抽象层次的不同，数据库模式又可分为：</a:t>
            </a:r>
          </a:p>
          <a:p>
            <a:pPr marL="1111250" lvl="1" indent="-342900" eaLnBrk="1" hangingPunct="1">
              <a:defRPr/>
            </a:pPr>
            <a:r>
              <a:rPr lang="zh-CN" altLang="en-US" sz="2400" b="1" dirty="0">
                <a:solidFill>
                  <a:srgbClr val="0000FF"/>
                </a:solidFill>
                <a:latin typeface="宋体" pitchFamily="2" charset="-122"/>
              </a:rPr>
              <a:t>物理模式</a:t>
            </a:r>
            <a:r>
              <a:rPr lang="zh-CN" altLang="en-US" sz="2400" b="1" dirty="0">
                <a:latin typeface="宋体" pitchFamily="2" charset="-122"/>
              </a:rPr>
              <a:t>：即数据库在物理层的总体设计，又称内模式；</a:t>
            </a:r>
          </a:p>
          <a:p>
            <a:pPr marL="1111250" lvl="1" indent="-342900" eaLnBrk="1" hangingPunct="1">
              <a:defRPr/>
            </a:pPr>
            <a:r>
              <a:rPr lang="zh-CN" altLang="en-US" sz="2400" b="1" i="1" u="sng" dirty="0">
                <a:solidFill>
                  <a:srgbClr val="0000FF"/>
                </a:solidFill>
                <a:latin typeface="宋体" pitchFamily="2" charset="-122"/>
              </a:rPr>
              <a:t>逻辑模式</a:t>
            </a:r>
            <a:r>
              <a:rPr lang="zh-CN" altLang="en-US" sz="2400" b="1" dirty="0">
                <a:latin typeface="宋体" pitchFamily="2" charset="-122"/>
              </a:rPr>
              <a:t>：即数据库在逻辑层的总体设计，通常简称为“模式”。而实例是模式的具体体现，可以看做是模式的一个具体的值；</a:t>
            </a:r>
          </a:p>
          <a:p>
            <a:pPr marL="1111250" lvl="1" indent="-342900" eaLnBrk="1" hangingPunct="1">
              <a:defRPr/>
            </a:pPr>
            <a:r>
              <a:rPr lang="zh-CN" altLang="en-US" sz="2400" b="1" dirty="0">
                <a:solidFill>
                  <a:srgbClr val="0000FF"/>
                </a:solidFill>
                <a:latin typeface="宋体" pitchFamily="2" charset="-122"/>
              </a:rPr>
              <a:t>视图模式</a:t>
            </a:r>
            <a:r>
              <a:rPr lang="zh-CN" altLang="en-US" sz="2400" b="1" dirty="0">
                <a:latin typeface="宋体" pitchFamily="2" charset="-122"/>
              </a:rPr>
              <a:t>：即数据库在视图层或概念层的总体设计，又称子模式或外模式；</a:t>
            </a:r>
          </a:p>
          <a:p>
            <a:pPr marL="754063" lvl="2" indent="0" eaLnBrk="1" hangingPunct="1">
              <a:buFont typeface="Wingdings" panose="05000000000000000000" pitchFamily="2" charset="2"/>
              <a:buNone/>
              <a:defRPr/>
            </a:pPr>
            <a:r>
              <a:rPr lang="zh-CN" altLang="en-US" b="1" dirty="0">
                <a:latin typeface="宋体" pitchFamily="2" charset="-122"/>
              </a:rPr>
              <a:t>通常，数据库管理系统支持一个物理模式、一个逻辑模式和多个视图模式。</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8D54FA2-632B-424C-8A2B-7D19E9839924}"/>
              </a:ext>
            </a:extLst>
          </p:cNvPr>
          <p:cNvSpPr>
            <a:spLocks noGrp="1" noChangeArrowheads="1"/>
          </p:cNvSpPr>
          <p:nvPr>
            <p:ph type="title" idx="4294967295"/>
          </p:nvPr>
        </p:nvSpPr>
        <p:spPr>
          <a:xfrm>
            <a:off x="1150938" y="908050"/>
            <a:ext cx="7793037" cy="852488"/>
          </a:xfrm>
        </p:spPr>
        <p:txBody>
          <a:bodyPr anchor="ctr"/>
          <a:lstStyle/>
          <a:p>
            <a:r>
              <a:rPr lang="zh-CN" altLang="en-US" sz="3200"/>
              <a:t>实例：大学教学管理系统</a:t>
            </a:r>
          </a:p>
        </p:txBody>
      </p:sp>
      <p:sp>
        <p:nvSpPr>
          <p:cNvPr id="141315" name="Rectangle 3">
            <a:extLst>
              <a:ext uri="{FF2B5EF4-FFF2-40B4-BE49-F238E27FC236}">
                <a16:creationId xmlns:a16="http://schemas.microsoft.com/office/drawing/2014/main" id="{DB08FF63-9DF9-445E-81AC-E087863EF711}"/>
              </a:ext>
            </a:extLst>
          </p:cNvPr>
          <p:cNvSpPr>
            <a:spLocks noGrp="1" noChangeArrowheads="1"/>
          </p:cNvSpPr>
          <p:nvPr>
            <p:ph type="body" idx="4294967295"/>
          </p:nvPr>
        </p:nvSpPr>
        <p:spPr>
          <a:xfrm>
            <a:off x="468313" y="1844675"/>
            <a:ext cx="8434387" cy="5248275"/>
          </a:xfrm>
        </p:spPr>
        <p:txBody>
          <a:bodyPr/>
          <a:lstStyle/>
          <a:p>
            <a:r>
              <a:rPr lang="zh-CN" altLang="en-US" sz="2800" b="1" dirty="0"/>
              <a:t>概念模式</a:t>
            </a:r>
          </a:p>
          <a:p>
            <a:pPr lvl="1"/>
            <a:r>
              <a:rPr lang="en-US" altLang="zh-CN" sz="2400" b="1" dirty="0">
                <a:latin typeface="Times New Roman" panose="02020603050405020304" pitchFamily="18" charset="0"/>
                <a:cs typeface="Times New Roman" panose="02020603050405020304" pitchFamily="18" charset="0"/>
              </a:rPr>
              <a:t>Students(</a:t>
            </a:r>
            <a:r>
              <a:rPr lang="en-US" altLang="zh-CN" sz="2400" b="1" dirty="0" err="1">
                <a:latin typeface="Times New Roman" panose="02020603050405020304" pitchFamily="18" charset="0"/>
                <a:cs typeface="Times New Roman" panose="02020603050405020304" pitchFamily="18" charset="0"/>
              </a:rPr>
              <a:t>sid:string,name:string,login:string,age:integer,gpa:real</a:t>
            </a:r>
            <a:r>
              <a:rPr lang="en-US" altLang="zh-CN" sz="2400" b="1" dirty="0">
                <a:latin typeface="Times New Roman" panose="02020603050405020304" pitchFamily="18" charset="0"/>
                <a:cs typeface="Times New Roman" panose="02020603050405020304" pitchFamily="18" charset="0"/>
              </a:rPr>
              <a:t>)</a:t>
            </a:r>
          </a:p>
          <a:p>
            <a:pPr lvl="1"/>
            <a:r>
              <a:rPr lang="en-US" altLang="zh-CN" sz="2400" b="1" dirty="0">
                <a:latin typeface="Times New Roman" panose="02020603050405020304" pitchFamily="18" charset="0"/>
                <a:cs typeface="Times New Roman" panose="02020603050405020304" pitchFamily="18" charset="0"/>
              </a:rPr>
              <a:t>Courses(cid:string,cname:string,credits:integer)</a:t>
            </a:r>
          </a:p>
          <a:p>
            <a:pPr lvl="1"/>
            <a:r>
              <a:rPr lang="en-US" altLang="zh-CN" sz="2400" b="1" dirty="0">
                <a:latin typeface="Times New Roman" panose="02020603050405020304" pitchFamily="18" charset="0"/>
                <a:cs typeface="Times New Roman" panose="02020603050405020304" pitchFamily="18" charset="0"/>
              </a:rPr>
              <a:t>Enrolled(</a:t>
            </a:r>
            <a:r>
              <a:rPr lang="en-US" altLang="zh-CN" sz="2400" b="1" dirty="0" err="1">
                <a:latin typeface="Times New Roman" panose="02020603050405020304" pitchFamily="18" charset="0"/>
                <a:cs typeface="Times New Roman" panose="02020603050405020304" pitchFamily="18" charset="0"/>
              </a:rPr>
              <a:t>sid:string,cid:string,grade:string</a:t>
            </a:r>
            <a:r>
              <a:rPr lang="en-US" altLang="zh-CN" sz="2400" b="1" dirty="0">
                <a:latin typeface="Times New Roman" panose="02020603050405020304" pitchFamily="18" charset="0"/>
                <a:cs typeface="Times New Roman" panose="02020603050405020304" pitchFamily="18" charset="0"/>
              </a:rPr>
              <a:t>)</a:t>
            </a:r>
          </a:p>
          <a:p>
            <a:pPr lvl="1"/>
            <a:r>
              <a:rPr lang="en-US" altLang="zh-CN" sz="2400" b="1" dirty="0">
                <a:latin typeface="Times New Roman" panose="02020603050405020304" pitchFamily="18" charset="0"/>
                <a:cs typeface="Times New Roman" panose="02020603050405020304" pitchFamily="18" charset="0"/>
              </a:rPr>
              <a:t>Faculty(</a:t>
            </a:r>
            <a:r>
              <a:rPr lang="en-US" altLang="zh-CN" sz="2400" b="1" dirty="0" err="1">
                <a:latin typeface="Times New Roman" panose="02020603050405020304" pitchFamily="18" charset="0"/>
                <a:cs typeface="Times New Roman" panose="02020603050405020304" pitchFamily="18" charset="0"/>
              </a:rPr>
              <a:t>fid:string,fname:string,sal:real</a:t>
            </a:r>
            <a:r>
              <a:rPr lang="en-US" altLang="zh-CN" sz="2400" b="1" dirty="0">
                <a:latin typeface="Times New Roman" panose="02020603050405020304" pitchFamily="18" charset="0"/>
                <a:cs typeface="Times New Roman" panose="02020603050405020304" pitchFamily="18" charset="0"/>
              </a:rPr>
              <a:t>)</a:t>
            </a:r>
          </a:p>
          <a:p>
            <a:r>
              <a:rPr lang="zh-CN" altLang="en-US" sz="2800" b="1" dirty="0"/>
              <a:t>物理模式</a:t>
            </a:r>
          </a:p>
          <a:p>
            <a:pPr lvl="1"/>
            <a:r>
              <a:rPr lang="zh-CN" altLang="en-US" sz="2400" b="1" dirty="0"/>
              <a:t>所有关系采用无序文件存储</a:t>
            </a:r>
          </a:p>
          <a:p>
            <a:pPr lvl="1"/>
            <a:r>
              <a:rPr lang="zh-CN" altLang="en-US" sz="2400" b="1" dirty="0"/>
              <a:t>学生表的第一个字段上加索引</a:t>
            </a:r>
          </a:p>
          <a:p>
            <a:r>
              <a:rPr lang="zh-CN" altLang="en-US" sz="2800" b="1" dirty="0"/>
              <a:t>外模式</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View</a:t>
            </a:r>
            <a:r>
              <a:rPr lang="zh-CN" altLang="en-US" sz="2800" b="1" dirty="0">
                <a:latin typeface="Times New Roman" panose="02020603050405020304" pitchFamily="18" charset="0"/>
                <a:cs typeface="Times New Roman" panose="02020603050405020304" pitchFamily="18" charset="0"/>
              </a:rPr>
              <a:t>）</a:t>
            </a:r>
          </a:p>
          <a:p>
            <a:pPr lvl="1"/>
            <a:r>
              <a:rPr lang="en-US" altLang="zh-CN" sz="2400" b="1" dirty="0" err="1">
                <a:latin typeface="Times New Roman" panose="02020603050405020304" pitchFamily="18" charset="0"/>
                <a:cs typeface="Times New Roman" panose="02020603050405020304" pitchFamily="18" charset="0"/>
              </a:rPr>
              <a:t>Course_info</a:t>
            </a:r>
            <a:r>
              <a:rPr lang="en-US" altLang="zh-CN" sz="2400" b="1" dirty="0">
                <a:latin typeface="Times New Roman" panose="02020603050405020304" pitchFamily="18" charset="0"/>
                <a:cs typeface="Times New Roman" panose="02020603050405020304" pitchFamily="18" charset="0"/>
              </a:rPr>
              <a:t>(cid:string,enrollment:integer)</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13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13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131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13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131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1315">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131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13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837F424C-9EBB-4339-A77B-183F3D30E90C}"/>
              </a:ext>
            </a:extLst>
          </p:cNvPr>
          <p:cNvSpPr>
            <a:spLocks noGrp="1"/>
          </p:cNvSpPr>
          <p:nvPr>
            <p:ph type="title"/>
          </p:nvPr>
        </p:nvSpPr>
        <p:spPr/>
        <p:txBody>
          <a:bodyPr/>
          <a:lstStyle/>
          <a:p>
            <a:r>
              <a:rPr lang="zh-CN" altLang="en-US">
                <a:latin typeface="宋体" panose="02010600030101010101" pitchFamily="2" charset="-122"/>
              </a:rPr>
              <a:t>数据独立性</a:t>
            </a:r>
            <a:endParaRPr lang="zh-CN" altLang="en-US"/>
          </a:p>
        </p:txBody>
      </p:sp>
      <p:sp>
        <p:nvSpPr>
          <p:cNvPr id="3" name="内容占位符 2">
            <a:extLst>
              <a:ext uri="{FF2B5EF4-FFF2-40B4-BE49-F238E27FC236}">
                <a16:creationId xmlns:a16="http://schemas.microsoft.com/office/drawing/2014/main" id="{3F777C97-F4BB-41EB-A4DE-CC03C8684588}"/>
              </a:ext>
            </a:extLst>
          </p:cNvPr>
          <p:cNvSpPr>
            <a:spLocks noGrp="1"/>
          </p:cNvSpPr>
          <p:nvPr>
            <p:ph idx="1"/>
          </p:nvPr>
        </p:nvSpPr>
        <p:spPr>
          <a:xfrm>
            <a:off x="611188" y="1989138"/>
            <a:ext cx="7772400" cy="4114800"/>
          </a:xfrm>
        </p:spPr>
        <p:txBody>
          <a:bodyPr/>
          <a:lstStyle/>
          <a:p>
            <a:pPr marL="533400" lvl="1" indent="0" eaLnBrk="1" hangingPunct="1">
              <a:buFont typeface="Wingdings" panose="05000000000000000000" pitchFamily="2" charset="2"/>
              <a:buNone/>
              <a:defRPr/>
            </a:pPr>
            <a:r>
              <a:rPr lang="zh-CN" altLang="en-US" b="1" dirty="0">
                <a:latin typeface="宋体" pitchFamily="2" charset="-122"/>
              </a:rPr>
              <a:t>在某个层次上修改数据库的模式定义而不影响位于其上层模式的能力叫做</a:t>
            </a:r>
            <a:r>
              <a:rPr lang="zh-CN" altLang="en-US" b="1" dirty="0">
                <a:solidFill>
                  <a:srgbClr val="0000FF"/>
                </a:solidFill>
                <a:latin typeface="宋体" pitchFamily="2" charset="-122"/>
              </a:rPr>
              <a:t>数据独立性</a:t>
            </a:r>
            <a:r>
              <a:rPr lang="zh-CN" altLang="en-US" b="1" dirty="0">
                <a:latin typeface="宋体" pitchFamily="2" charset="-122"/>
              </a:rPr>
              <a:t>。有两个层次的数据独立性：</a:t>
            </a:r>
          </a:p>
          <a:p>
            <a:pPr marL="914400" indent="-457200" eaLnBrk="1" hangingPunct="1">
              <a:defRPr/>
            </a:pPr>
            <a:r>
              <a:rPr lang="zh-CN" altLang="en-US" sz="2800" b="1" dirty="0">
                <a:latin typeface="宋体" pitchFamily="2" charset="-122"/>
              </a:rPr>
              <a:t>物理数据独立性</a:t>
            </a:r>
            <a:endParaRPr lang="en-US" altLang="zh-CN" sz="2800" b="1" dirty="0">
              <a:latin typeface="宋体" pitchFamily="2" charset="-122"/>
            </a:endParaRPr>
          </a:p>
          <a:p>
            <a:pPr marL="914400" indent="-457200" eaLnBrk="1" hangingPunct="1">
              <a:defRPr/>
            </a:pPr>
            <a:r>
              <a:rPr lang="zh-CN" altLang="en-US" sz="2800" b="1" dirty="0">
                <a:latin typeface="宋体" pitchFamily="2" charset="-122"/>
              </a:rPr>
              <a:t>逻辑数据独立性</a:t>
            </a:r>
            <a:endParaRPr lang="en-US" altLang="zh-CN" sz="2800" b="1" dirty="0">
              <a:latin typeface="宋体" pitchFamily="2" charset="-122"/>
            </a:endParaRPr>
          </a:p>
          <a:p>
            <a:pPr marL="457200" indent="0" eaLnBrk="1" hangingPunct="1">
              <a:buFont typeface="Wingdings" panose="05000000000000000000" pitchFamily="2" charset="2"/>
              <a:buNone/>
              <a:defRPr/>
            </a:pPr>
            <a:r>
              <a:rPr lang="zh-CN" altLang="en-US" sz="2800" b="1" dirty="0"/>
              <a:t>数据独立性的概念同现代程序设计语言中的</a:t>
            </a:r>
            <a:r>
              <a:rPr lang="zh-CN" altLang="en-US" sz="2800" b="1" dirty="0">
                <a:solidFill>
                  <a:srgbClr val="0000FF"/>
                </a:solidFill>
              </a:rPr>
              <a:t>抽象数据类型</a:t>
            </a:r>
            <a:r>
              <a:rPr lang="zh-CN" altLang="en-US" sz="2800" b="1" dirty="0"/>
              <a:t>的概念类似，</a:t>
            </a:r>
            <a:r>
              <a:rPr lang="zh-CN" altLang="en-US" sz="2800" b="1" dirty="0">
                <a:solidFill>
                  <a:srgbClr val="FF0000"/>
                </a:solidFill>
              </a:rPr>
              <a:t>两者都为用户屏蔽了具体的实现细节</a:t>
            </a:r>
            <a:r>
              <a:rPr lang="zh-CN" altLang="en-US" sz="2800" b="1"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DB78D56-7A4E-4090-9FF7-2C266F578B47}"/>
              </a:ext>
            </a:extLst>
          </p:cNvPr>
          <p:cNvSpPr>
            <a:spLocks noGrp="1" noChangeArrowheads="1"/>
          </p:cNvSpPr>
          <p:nvPr>
            <p:ph type="title" idx="4294967295"/>
          </p:nvPr>
        </p:nvSpPr>
        <p:spPr>
          <a:xfrm>
            <a:off x="1150938" y="981075"/>
            <a:ext cx="7793037" cy="779463"/>
          </a:xfrm>
        </p:spPr>
        <p:txBody>
          <a:bodyPr anchor="ctr"/>
          <a:lstStyle/>
          <a:p>
            <a:r>
              <a:rPr lang="zh-CN" altLang="en-US" sz="3200"/>
              <a:t>数据独立性（续）</a:t>
            </a:r>
          </a:p>
        </p:txBody>
      </p:sp>
      <p:sp>
        <p:nvSpPr>
          <p:cNvPr id="142339" name="Rectangle 3">
            <a:extLst>
              <a:ext uri="{FF2B5EF4-FFF2-40B4-BE49-F238E27FC236}">
                <a16:creationId xmlns:a16="http://schemas.microsoft.com/office/drawing/2014/main" id="{F9D2E537-52C8-4426-A4EF-61FF6D865102}"/>
              </a:ext>
            </a:extLst>
          </p:cNvPr>
          <p:cNvSpPr>
            <a:spLocks noGrp="1" noChangeArrowheads="1"/>
          </p:cNvSpPr>
          <p:nvPr>
            <p:ph type="body" idx="4294967295"/>
          </p:nvPr>
        </p:nvSpPr>
        <p:spPr>
          <a:xfrm>
            <a:off x="441325" y="1884363"/>
            <a:ext cx="8434388" cy="1257300"/>
          </a:xfrm>
        </p:spPr>
        <p:txBody>
          <a:bodyPr/>
          <a:lstStyle/>
          <a:p>
            <a:r>
              <a:rPr lang="zh-CN" altLang="en-US" sz="2800" b="1"/>
              <a:t>逻辑独立性：避免因数据逻辑结构变化的影响。</a:t>
            </a:r>
          </a:p>
          <a:p>
            <a:r>
              <a:rPr lang="zh-CN" altLang="en-US" sz="2800" b="1"/>
              <a:t>物理独立性：避免数据物理结构变化的影响。</a:t>
            </a:r>
          </a:p>
        </p:txBody>
      </p:sp>
      <p:sp>
        <p:nvSpPr>
          <p:cNvPr id="2" name="矩形 1">
            <a:extLst>
              <a:ext uri="{FF2B5EF4-FFF2-40B4-BE49-F238E27FC236}">
                <a16:creationId xmlns:a16="http://schemas.microsoft.com/office/drawing/2014/main" id="{4C127BE5-F809-4C7C-A6AF-16F750809D7A}"/>
              </a:ext>
            </a:extLst>
          </p:cNvPr>
          <p:cNvSpPr>
            <a:spLocks noChangeArrowheads="1"/>
          </p:cNvSpPr>
          <p:nvPr/>
        </p:nvSpPr>
        <p:spPr bwMode="auto">
          <a:xfrm>
            <a:off x="461963" y="2924175"/>
            <a:ext cx="7632700"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marL="342900" indent="-342900" eaLnBrk="0" hangingPunct="0">
              <a:defRPr kumimoji="1" sz="2800" b="1">
                <a:solidFill>
                  <a:schemeClr val="tx1"/>
                </a:solidFill>
                <a:latin typeface="Tahoma" panose="020B0604030504040204" pitchFamily="34" charset="0"/>
                <a:ea typeface="宋体" panose="02010600030101010101" pitchFamily="2" charset="-122"/>
              </a:defRPr>
            </a:lvl1pPr>
            <a:lvl2pPr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lvl="1" algn="just" eaLnBrk="1" hangingPunct="1">
              <a:lnSpc>
                <a:spcPct val="100000"/>
              </a:lnSpc>
            </a:pPr>
            <a:r>
              <a:rPr lang="zh-CN" altLang="en-US" sz="2400"/>
              <a:t>举例：</a:t>
            </a:r>
          </a:p>
          <a:p>
            <a:pPr lvl="1" algn="just" eaLnBrk="1" hangingPunct="1">
              <a:lnSpc>
                <a:spcPct val="100000"/>
              </a:lnSpc>
            </a:pPr>
            <a:r>
              <a:rPr lang="en-US" altLang="zh-CN" sz="2400">
                <a:latin typeface="Times New Roman" panose="02020603050405020304" pitchFamily="18" charset="0"/>
                <a:cs typeface="Times New Roman" panose="02020603050405020304" pitchFamily="18" charset="0"/>
              </a:rPr>
              <a:t>Faculty</a:t>
            </a:r>
            <a:r>
              <a:rPr lang="zh-CN" altLang="en-US" sz="2400">
                <a:latin typeface="Times New Roman" panose="02020603050405020304" pitchFamily="18" charset="0"/>
                <a:cs typeface="Times New Roman" panose="02020603050405020304" pitchFamily="18" charset="0"/>
              </a:rPr>
              <a:t>关系被下面两个关系取代：</a:t>
            </a:r>
          </a:p>
          <a:p>
            <a:pPr lvl="1" algn="just" eaLnBrk="1" hangingPunct="1">
              <a:lnSpc>
                <a:spcPct val="100000"/>
              </a:lnSpc>
            </a:pPr>
            <a:r>
              <a:rPr lang="en-US" altLang="zh-CN" sz="2400">
                <a:latin typeface="Times New Roman" panose="02020603050405020304" pitchFamily="18" charset="0"/>
                <a:cs typeface="Times New Roman" panose="02020603050405020304" pitchFamily="18" charset="0"/>
              </a:rPr>
              <a:t>faculty_public(fid:string,fname:string,office:integer)</a:t>
            </a:r>
          </a:p>
          <a:p>
            <a:pPr lvl="1" algn="just" eaLnBrk="1" hangingPunct="1">
              <a:lnSpc>
                <a:spcPct val="100000"/>
              </a:lnSpc>
            </a:pPr>
            <a:r>
              <a:rPr lang="en-US" altLang="zh-CN" sz="2400">
                <a:latin typeface="Times New Roman" panose="02020603050405020304" pitchFamily="18" charset="0"/>
                <a:cs typeface="Times New Roman" panose="02020603050405020304" pitchFamily="18" charset="0"/>
              </a:rPr>
              <a:t>Faculty_private(fid:string,sal:real)</a:t>
            </a:r>
          </a:p>
          <a:p>
            <a:pPr lvl="1" algn="just" eaLnBrk="1" hangingPunct="1">
              <a:lnSpc>
                <a:spcPct val="100000"/>
              </a:lnSpc>
            </a:pPr>
            <a:r>
              <a:rPr lang="zh-CN" altLang="en-US" sz="2400">
                <a:latin typeface="Times New Roman" panose="02020603050405020304" pitchFamily="18" charset="0"/>
                <a:cs typeface="Times New Roman" panose="02020603050405020304" pitchFamily="18" charset="0"/>
              </a:rPr>
              <a:t>但</a:t>
            </a:r>
            <a:r>
              <a:rPr lang="en-US" altLang="zh-CN" sz="2400">
                <a:latin typeface="Times New Roman" panose="02020603050405020304" pitchFamily="18" charset="0"/>
                <a:cs typeface="Times New Roman" panose="02020603050405020304" pitchFamily="18" charset="0"/>
              </a:rPr>
              <a:t>courseinfo</a:t>
            </a:r>
            <a:r>
              <a:rPr lang="zh-CN" altLang="en-US" sz="2400">
                <a:latin typeface="Times New Roman" panose="02020603050405020304" pitchFamily="18" charset="0"/>
                <a:cs typeface="Times New Roman" panose="02020603050405020304" pitchFamily="18" charset="0"/>
              </a:rPr>
              <a:t>不受影响。</a:t>
            </a:r>
          </a:p>
        </p:txBody>
      </p:sp>
      <p:sp>
        <p:nvSpPr>
          <p:cNvPr id="3" name="矩形 2">
            <a:extLst>
              <a:ext uri="{FF2B5EF4-FFF2-40B4-BE49-F238E27FC236}">
                <a16:creationId xmlns:a16="http://schemas.microsoft.com/office/drawing/2014/main" id="{AE81D4DF-F426-4AD3-BDC3-356E69968B3D}"/>
              </a:ext>
            </a:extLst>
          </p:cNvPr>
          <p:cNvSpPr/>
          <p:nvPr/>
        </p:nvSpPr>
        <p:spPr bwMode="auto">
          <a:xfrm>
            <a:off x="461199" y="5120259"/>
            <a:ext cx="7632847" cy="1717393"/>
          </a:xfrm>
          <a:prstGeom prst="rect">
            <a:avLst/>
          </a:prstGeom>
          <a:ln>
            <a:noFill/>
            <a:headEnd type="none" w="med" len="med"/>
            <a:tailEnd type="none" w="med" len="me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2"/>
          </a:lnRef>
          <a:fillRef idx="2">
            <a:schemeClr val="accent2"/>
          </a:fillRef>
          <a:effectRef idx="1">
            <a:schemeClr val="accent2"/>
          </a:effectRef>
          <a:fontRef idx="minor">
            <a:schemeClr val="dk1"/>
          </a:fontRef>
        </p:style>
        <p:txBody>
          <a:bodyPr anchor="ctr">
            <a:spAutoFit/>
          </a:bodyPr>
          <a:lstStyle/>
          <a:p>
            <a:pPr marL="533400" lvl="1">
              <a:lnSpc>
                <a:spcPct val="100000"/>
              </a:lnSpc>
              <a:defRPr/>
            </a:pPr>
            <a:r>
              <a:rPr lang="zh-CN" altLang="en-US" sz="2400" dirty="0">
                <a:latin typeface="宋体" pitchFamily="2" charset="-122"/>
              </a:rPr>
              <a:t>为什么要修改数据库的模式呢？</a:t>
            </a:r>
            <a:endParaRPr lang="en-US" altLang="zh-CN" sz="2400" dirty="0">
              <a:latin typeface="宋体" pitchFamily="2" charset="-122"/>
            </a:endParaRPr>
          </a:p>
          <a:p>
            <a:pPr marL="876300" lvl="1" indent="-342900">
              <a:lnSpc>
                <a:spcPct val="100000"/>
              </a:lnSpc>
              <a:buFont typeface="Wingdings" panose="05000000000000000000" pitchFamily="2" charset="2"/>
              <a:buChar char="l"/>
              <a:defRPr/>
            </a:pPr>
            <a:r>
              <a:rPr lang="zh-CN" altLang="en-US" sz="2400" dirty="0">
                <a:latin typeface="宋体" pitchFamily="2" charset="-122"/>
              </a:rPr>
              <a:t>为了提高性能，偶尔在物理层做一些修改；</a:t>
            </a:r>
            <a:endParaRPr lang="en-US" altLang="zh-CN" sz="2400" dirty="0">
              <a:latin typeface="宋体" pitchFamily="2" charset="-122"/>
            </a:endParaRPr>
          </a:p>
          <a:p>
            <a:pPr marL="876300" lvl="1" indent="-342900">
              <a:lnSpc>
                <a:spcPct val="100000"/>
              </a:lnSpc>
              <a:buFont typeface="Wingdings" panose="05000000000000000000" pitchFamily="2" charset="2"/>
              <a:buChar char="l"/>
              <a:defRPr/>
            </a:pPr>
            <a:r>
              <a:rPr lang="zh-CN" altLang="en-US" sz="2400" dirty="0">
                <a:latin typeface="宋体" pitchFamily="2" charset="-122"/>
              </a:rPr>
              <a:t>只要数据库的逻辑结构发生了变化，逻辑层就必须要做一些修改，这种修改是经常的。</a:t>
            </a:r>
            <a:endParaRPr lang="zh-CN" alt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05985A50-AA9F-4676-9CCD-E6A034C6BC9A}"/>
              </a:ext>
            </a:extLst>
          </p:cNvPr>
          <p:cNvSpPr>
            <a:spLocks noGrp="1" noChangeArrowheads="1"/>
          </p:cNvSpPr>
          <p:nvPr>
            <p:ph type="title"/>
          </p:nvPr>
        </p:nvSpPr>
        <p:spPr/>
        <p:txBody>
          <a:bodyPr/>
          <a:lstStyle/>
          <a:p>
            <a:pPr eaLnBrk="1" hangingPunct="1"/>
            <a:r>
              <a:rPr lang="en-US" altLang="zh-CN"/>
              <a:t>1.4 </a:t>
            </a:r>
            <a:r>
              <a:rPr lang="zh-CN" altLang="en-US"/>
              <a:t>数据库系统的组成</a:t>
            </a:r>
          </a:p>
        </p:txBody>
      </p:sp>
      <p:sp>
        <p:nvSpPr>
          <p:cNvPr id="102403" name="Rectangle 3">
            <a:extLst>
              <a:ext uri="{FF2B5EF4-FFF2-40B4-BE49-F238E27FC236}">
                <a16:creationId xmlns:a16="http://schemas.microsoft.com/office/drawing/2014/main" id="{5724EA79-6F79-4824-9C2B-6ACDF2C19815}"/>
              </a:ext>
            </a:extLst>
          </p:cNvPr>
          <p:cNvSpPr>
            <a:spLocks noGrp="1" noChangeArrowheads="1"/>
          </p:cNvSpPr>
          <p:nvPr>
            <p:ph type="body" idx="1"/>
          </p:nvPr>
        </p:nvSpPr>
        <p:spPr>
          <a:xfrm>
            <a:off x="491597" y="1935646"/>
            <a:ext cx="6781800" cy="4191000"/>
          </a:xfrm>
        </p:spPr>
        <p:txBody>
          <a:bodyPr/>
          <a:lstStyle/>
          <a:p>
            <a:pPr algn="just" eaLnBrk="1" hangingPunct="1"/>
            <a:r>
              <a:rPr lang="zh-CN" altLang="en-US" sz="2800" dirty="0"/>
              <a:t>数据库</a:t>
            </a:r>
            <a:endParaRPr lang="en-US" altLang="zh-CN" sz="2800" dirty="0"/>
          </a:p>
          <a:p>
            <a:pPr algn="just" eaLnBrk="1" hangingPunct="1"/>
            <a:r>
              <a:rPr lang="zh-CN" altLang="en-US" sz="2800" dirty="0"/>
              <a:t>数据库管理系统（及其开发工具）</a:t>
            </a:r>
          </a:p>
          <a:p>
            <a:pPr algn="just" eaLnBrk="1" hangingPunct="1"/>
            <a:r>
              <a:rPr lang="zh-CN" altLang="en-US" sz="2800" dirty="0"/>
              <a:t>应用系统</a:t>
            </a:r>
          </a:p>
          <a:p>
            <a:pPr algn="just" eaLnBrk="1" hangingPunct="1"/>
            <a:r>
              <a:rPr lang="zh-CN" altLang="en-US" sz="2800" dirty="0"/>
              <a:t>数据库管理员</a:t>
            </a:r>
          </a:p>
          <a:p>
            <a:pPr algn="just" eaLnBrk="1" hangingPunct="1"/>
            <a:r>
              <a:rPr lang="zh-CN" altLang="en-US" sz="2800" dirty="0"/>
              <a:t>（用户）</a:t>
            </a:r>
          </a:p>
          <a:p>
            <a:pPr eaLnBrk="1" hangingPunct="1"/>
            <a:endParaRPr lang="en-US" altLang="zh-CN" dirty="0"/>
          </a:p>
        </p:txBody>
      </p:sp>
      <p:grpSp>
        <p:nvGrpSpPr>
          <p:cNvPr id="4" name="Group 4">
            <a:extLst>
              <a:ext uri="{FF2B5EF4-FFF2-40B4-BE49-F238E27FC236}">
                <a16:creationId xmlns:a16="http://schemas.microsoft.com/office/drawing/2014/main" id="{1FBEA93E-A6A1-41C9-816E-B25809A9F799}"/>
              </a:ext>
            </a:extLst>
          </p:cNvPr>
          <p:cNvGrpSpPr>
            <a:grpSpLocks/>
          </p:cNvGrpSpPr>
          <p:nvPr/>
        </p:nvGrpSpPr>
        <p:grpSpPr bwMode="auto">
          <a:xfrm>
            <a:off x="4712791" y="2996952"/>
            <a:ext cx="4431209" cy="3757092"/>
            <a:chOff x="1296" y="1200"/>
            <a:chExt cx="3831" cy="2737"/>
          </a:xfrm>
        </p:grpSpPr>
        <p:grpSp>
          <p:nvGrpSpPr>
            <p:cNvPr id="5" name="Group 5">
              <a:extLst>
                <a:ext uri="{FF2B5EF4-FFF2-40B4-BE49-F238E27FC236}">
                  <a16:creationId xmlns:a16="http://schemas.microsoft.com/office/drawing/2014/main" id="{949A5358-8E33-43AD-A0D2-A5A2D61989E8}"/>
                </a:ext>
              </a:extLst>
            </p:cNvPr>
            <p:cNvGrpSpPr>
              <a:grpSpLocks/>
            </p:cNvGrpSpPr>
            <p:nvPr/>
          </p:nvGrpSpPr>
          <p:grpSpPr bwMode="auto">
            <a:xfrm>
              <a:off x="2016" y="1680"/>
              <a:ext cx="1056" cy="432"/>
              <a:chOff x="2016" y="1680"/>
              <a:chExt cx="1056" cy="432"/>
            </a:xfrm>
          </p:grpSpPr>
          <p:sp>
            <p:nvSpPr>
              <p:cNvPr id="44" name="AutoShape 6">
                <a:extLst>
                  <a:ext uri="{FF2B5EF4-FFF2-40B4-BE49-F238E27FC236}">
                    <a16:creationId xmlns:a16="http://schemas.microsoft.com/office/drawing/2014/main" id="{98B7EC38-C769-41EE-BABE-364208CBEF2C}"/>
                  </a:ext>
                </a:extLst>
              </p:cNvPr>
              <p:cNvSpPr>
                <a:spLocks noChangeArrowheads="1"/>
              </p:cNvSpPr>
              <p:nvPr/>
            </p:nvSpPr>
            <p:spPr bwMode="auto">
              <a:xfrm>
                <a:off x="2016" y="1776"/>
                <a:ext cx="1056" cy="336"/>
              </a:xfrm>
              <a:prstGeom prst="flowChartPreparat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45" name="Rectangle 7">
                <a:extLst>
                  <a:ext uri="{FF2B5EF4-FFF2-40B4-BE49-F238E27FC236}">
                    <a16:creationId xmlns:a16="http://schemas.microsoft.com/office/drawing/2014/main" id="{427E8E3F-FE94-476A-A8C7-24A110AF88D7}"/>
                  </a:ext>
                </a:extLst>
              </p:cNvPr>
              <p:cNvSpPr>
                <a:spLocks noChangeArrowheads="1"/>
              </p:cNvSpPr>
              <p:nvPr/>
            </p:nvSpPr>
            <p:spPr bwMode="auto">
              <a:xfrm>
                <a:off x="2208" y="1680"/>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a:t>应用系统</a:t>
                </a:r>
              </a:p>
            </p:txBody>
          </p:sp>
        </p:grpSp>
        <p:grpSp>
          <p:nvGrpSpPr>
            <p:cNvPr id="6" name="Group 8">
              <a:extLst>
                <a:ext uri="{FF2B5EF4-FFF2-40B4-BE49-F238E27FC236}">
                  <a16:creationId xmlns:a16="http://schemas.microsoft.com/office/drawing/2014/main" id="{7878D124-E4C7-4CDA-9C3E-8C429CF4FC54}"/>
                </a:ext>
              </a:extLst>
            </p:cNvPr>
            <p:cNvGrpSpPr>
              <a:grpSpLocks/>
            </p:cNvGrpSpPr>
            <p:nvPr/>
          </p:nvGrpSpPr>
          <p:grpSpPr bwMode="auto">
            <a:xfrm>
              <a:off x="1824" y="2112"/>
              <a:ext cx="1392" cy="528"/>
              <a:chOff x="1824" y="2112"/>
              <a:chExt cx="1392" cy="528"/>
            </a:xfrm>
          </p:grpSpPr>
          <p:sp>
            <p:nvSpPr>
              <p:cNvPr id="40" name="Line 9">
                <a:extLst>
                  <a:ext uri="{FF2B5EF4-FFF2-40B4-BE49-F238E27FC236}">
                    <a16:creationId xmlns:a16="http://schemas.microsoft.com/office/drawing/2014/main" id="{3ADF2F3D-8BAA-4431-89AF-8AD795852575}"/>
                  </a:ext>
                </a:extLst>
              </p:cNvPr>
              <p:cNvSpPr>
                <a:spLocks noChangeShapeType="1"/>
              </p:cNvSpPr>
              <p:nvPr/>
            </p:nvSpPr>
            <p:spPr bwMode="auto">
              <a:xfrm>
                <a:off x="2544" y="211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41" name="Group 10">
                <a:extLst>
                  <a:ext uri="{FF2B5EF4-FFF2-40B4-BE49-F238E27FC236}">
                    <a16:creationId xmlns:a16="http://schemas.microsoft.com/office/drawing/2014/main" id="{7E2BE6CE-6E86-4EF6-A0C7-24DB9EFE004E}"/>
                  </a:ext>
                </a:extLst>
              </p:cNvPr>
              <p:cNvGrpSpPr>
                <a:grpSpLocks/>
              </p:cNvGrpSpPr>
              <p:nvPr/>
            </p:nvGrpSpPr>
            <p:grpSpPr bwMode="auto">
              <a:xfrm>
                <a:off x="1824" y="2208"/>
                <a:ext cx="1392" cy="432"/>
                <a:chOff x="1824" y="2208"/>
                <a:chExt cx="1392" cy="432"/>
              </a:xfrm>
            </p:grpSpPr>
            <p:sp>
              <p:nvSpPr>
                <p:cNvPr id="42" name="AutoShape 11">
                  <a:extLst>
                    <a:ext uri="{FF2B5EF4-FFF2-40B4-BE49-F238E27FC236}">
                      <a16:creationId xmlns:a16="http://schemas.microsoft.com/office/drawing/2014/main" id="{D42897A3-5383-4C92-9209-EA1BE3178139}"/>
                    </a:ext>
                  </a:extLst>
                </p:cNvPr>
                <p:cNvSpPr>
                  <a:spLocks noChangeArrowheads="1"/>
                </p:cNvSpPr>
                <p:nvPr/>
              </p:nvSpPr>
              <p:spPr bwMode="auto">
                <a:xfrm>
                  <a:off x="1824" y="2304"/>
                  <a:ext cx="1392" cy="336"/>
                </a:xfrm>
                <a:prstGeom prst="flowChartPreparat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43" name="Rectangle 12">
                  <a:extLst>
                    <a:ext uri="{FF2B5EF4-FFF2-40B4-BE49-F238E27FC236}">
                      <a16:creationId xmlns:a16="http://schemas.microsoft.com/office/drawing/2014/main" id="{6F38076D-19C1-4E25-92DC-8465AFE1046C}"/>
                    </a:ext>
                  </a:extLst>
                </p:cNvPr>
                <p:cNvSpPr>
                  <a:spLocks noChangeArrowheads="1"/>
                </p:cNvSpPr>
                <p:nvPr/>
              </p:nvSpPr>
              <p:spPr bwMode="auto">
                <a:xfrm>
                  <a:off x="2160" y="2208"/>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a:t>数据库管理系统</a:t>
                  </a:r>
                </a:p>
              </p:txBody>
            </p:sp>
          </p:grpSp>
        </p:grpSp>
        <p:grpSp>
          <p:nvGrpSpPr>
            <p:cNvPr id="7" name="Group 13">
              <a:extLst>
                <a:ext uri="{FF2B5EF4-FFF2-40B4-BE49-F238E27FC236}">
                  <a16:creationId xmlns:a16="http://schemas.microsoft.com/office/drawing/2014/main" id="{D3E249C4-4FDA-4AA6-AFB0-2C556B57A041}"/>
                </a:ext>
              </a:extLst>
            </p:cNvPr>
            <p:cNvGrpSpPr>
              <a:grpSpLocks/>
            </p:cNvGrpSpPr>
            <p:nvPr/>
          </p:nvGrpSpPr>
          <p:grpSpPr bwMode="auto">
            <a:xfrm>
              <a:off x="2016" y="2640"/>
              <a:ext cx="1056" cy="528"/>
              <a:chOff x="2016" y="2640"/>
              <a:chExt cx="1056" cy="528"/>
            </a:xfrm>
          </p:grpSpPr>
          <p:sp>
            <p:nvSpPr>
              <p:cNvPr id="36" name="Line 14">
                <a:extLst>
                  <a:ext uri="{FF2B5EF4-FFF2-40B4-BE49-F238E27FC236}">
                    <a16:creationId xmlns:a16="http://schemas.microsoft.com/office/drawing/2014/main" id="{97C9801F-8E2E-4A72-90F3-BDA503B550B2}"/>
                  </a:ext>
                </a:extLst>
              </p:cNvPr>
              <p:cNvSpPr>
                <a:spLocks noChangeShapeType="1"/>
              </p:cNvSpPr>
              <p:nvPr/>
            </p:nvSpPr>
            <p:spPr bwMode="auto">
              <a:xfrm>
                <a:off x="2544" y="264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7" name="Group 15">
                <a:extLst>
                  <a:ext uri="{FF2B5EF4-FFF2-40B4-BE49-F238E27FC236}">
                    <a16:creationId xmlns:a16="http://schemas.microsoft.com/office/drawing/2014/main" id="{52FE0D39-9F79-4F50-A47C-8DF7373A7BCC}"/>
                  </a:ext>
                </a:extLst>
              </p:cNvPr>
              <p:cNvGrpSpPr>
                <a:grpSpLocks/>
              </p:cNvGrpSpPr>
              <p:nvPr/>
            </p:nvGrpSpPr>
            <p:grpSpPr bwMode="auto">
              <a:xfrm>
                <a:off x="2016" y="2736"/>
                <a:ext cx="1056" cy="432"/>
                <a:chOff x="2016" y="2736"/>
                <a:chExt cx="1056" cy="432"/>
              </a:xfrm>
            </p:grpSpPr>
            <p:sp>
              <p:nvSpPr>
                <p:cNvPr id="38" name="AutoShape 16">
                  <a:extLst>
                    <a:ext uri="{FF2B5EF4-FFF2-40B4-BE49-F238E27FC236}">
                      <a16:creationId xmlns:a16="http://schemas.microsoft.com/office/drawing/2014/main" id="{D2AE2FFD-F0D5-4ABA-A73F-78125512CE47}"/>
                    </a:ext>
                  </a:extLst>
                </p:cNvPr>
                <p:cNvSpPr>
                  <a:spLocks noChangeArrowheads="1"/>
                </p:cNvSpPr>
                <p:nvPr/>
              </p:nvSpPr>
              <p:spPr bwMode="auto">
                <a:xfrm>
                  <a:off x="2016" y="2832"/>
                  <a:ext cx="1056" cy="336"/>
                </a:xfrm>
                <a:prstGeom prst="flowChartPreparat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39" name="Rectangle 17">
                  <a:extLst>
                    <a:ext uri="{FF2B5EF4-FFF2-40B4-BE49-F238E27FC236}">
                      <a16:creationId xmlns:a16="http://schemas.microsoft.com/office/drawing/2014/main" id="{4A369BC4-69B0-4375-92AF-C8AE09FED5B1}"/>
                    </a:ext>
                  </a:extLst>
                </p:cNvPr>
                <p:cNvSpPr>
                  <a:spLocks noChangeArrowheads="1"/>
                </p:cNvSpPr>
                <p:nvPr/>
              </p:nvSpPr>
              <p:spPr bwMode="auto">
                <a:xfrm>
                  <a:off x="2208" y="2736"/>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a:t>操作系统</a:t>
                  </a:r>
                </a:p>
              </p:txBody>
            </p:sp>
          </p:grpSp>
        </p:grpSp>
        <p:grpSp>
          <p:nvGrpSpPr>
            <p:cNvPr id="8" name="Group 18">
              <a:extLst>
                <a:ext uri="{FF2B5EF4-FFF2-40B4-BE49-F238E27FC236}">
                  <a16:creationId xmlns:a16="http://schemas.microsoft.com/office/drawing/2014/main" id="{61AB23D7-F5B0-4FA4-9F7C-5A30BC4A58C0}"/>
                </a:ext>
              </a:extLst>
            </p:cNvPr>
            <p:cNvGrpSpPr>
              <a:grpSpLocks/>
            </p:cNvGrpSpPr>
            <p:nvPr/>
          </p:nvGrpSpPr>
          <p:grpSpPr bwMode="auto">
            <a:xfrm>
              <a:off x="2208" y="3168"/>
              <a:ext cx="721" cy="769"/>
              <a:chOff x="2208" y="3168"/>
              <a:chExt cx="721" cy="769"/>
            </a:xfrm>
          </p:grpSpPr>
          <p:sp>
            <p:nvSpPr>
              <p:cNvPr id="32" name="Line 19">
                <a:extLst>
                  <a:ext uri="{FF2B5EF4-FFF2-40B4-BE49-F238E27FC236}">
                    <a16:creationId xmlns:a16="http://schemas.microsoft.com/office/drawing/2014/main" id="{10FB540B-C27E-463B-81CE-5CB101FC9C57}"/>
                  </a:ext>
                </a:extLst>
              </p:cNvPr>
              <p:cNvSpPr>
                <a:spLocks noChangeShapeType="1"/>
              </p:cNvSpPr>
              <p:nvPr/>
            </p:nvSpPr>
            <p:spPr bwMode="auto">
              <a:xfrm>
                <a:off x="2544" y="3168"/>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nvGrpSpPr>
              <p:cNvPr id="33" name="Group 20">
                <a:extLst>
                  <a:ext uri="{FF2B5EF4-FFF2-40B4-BE49-F238E27FC236}">
                    <a16:creationId xmlns:a16="http://schemas.microsoft.com/office/drawing/2014/main" id="{909FC3D4-6120-4D0C-9EB8-7DBEF8D71FAA}"/>
                  </a:ext>
                </a:extLst>
              </p:cNvPr>
              <p:cNvGrpSpPr>
                <a:grpSpLocks/>
              </p:cNvGrpSpPr>
              <p:nvPr/>
            </p:nvGrpSpPr>
            <p:grpSpPr bwMode="auto">
              <a:xfrm>
                <a:off x="2208" y="3456"/>
                <a:ext cx="721" cy="481"/>
                <a:chOff x="2208" y="3456"/>
                <a:chExt cx="721" cy="481"/>
              </a:xfrm>
            </p:grpSpPr>
            <p:sp>
              <p:nvSpPr>
                <p:cNvPr id="34" name="AutoShape 21">
                  <a:extLst>
                    <a:ext uri="{FF2B5EF4-FFF2-40B4-BE49-F238E27FC236}">
                      <a16:creationId xmlns:a16="http://schemas.microsoft.com/office/drawing/2014/main" id="{9FDACE33-8308-46D0-8287-F9087486AAEC}"/>
                    </a:ext>
                  </a:extLst>
                </p:cNvPr>
                <p:cNvSpPr>
                  <a:spLocks noChangeArrowheads="1"/>
                </p:cNvSpPr>
                <p:nvPr/>
              </p:nvSpPr>
              <p:spPr bwMode="auto">
                <a:xfrm>
                  <a:off x="2208" y="3456"/>
                  <a:ext cx="721" cy="481"/>
                </a:xfrm>
                <a:prstGeom prst="flowChartMagneticDisk">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35" name="Rectangle 22">
                  <a:extLst>
                    <a:ext uri="{FF2B5EF4-FFF2-40B4-BE49-F238E27FC236}">
                      <a16:creationId xmlns:a16="http://schemas.microsoft.com/office/drawing/2014/main" id="{7F16C55A-B088-4272-959B-C0E627C2FA0E}"/>
                    </a:ext>
                  </a:extLst>
                </p:cNvPr>
                <p:cNvSpPr>
                  <a:spLocks noChangeArrowheads="1"/>
                </p:cNvSpPr>
                <p:nvPr/>
              </p:nvSpPr>
              <p:spPr bwMode="auto">
                <a:xfrm>
                  <a:off x="2208" y="3504"/>
                  <a:ext cx="7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a:t>数据库</a:t>
                  </a:r>
                </a:p>
              </p:txBody>
            </p:sp>
          </p:grpSp>
        </p:grpSp>
        <p:grpSp>
          <p:nvGrpSpPr>
            <p:cNvPr id="9" name="Group 23">
              <a:extLst>
                <a:ext uri="{FF2B5EF4-FFF2-40B4-BE49-F238E27FC236}">
                  <a16:creationId xmlns:a16="http://schemas.microsoft.com/office/drawing/2014/main" id="{3595166E-A6D1-40FB-A9B3-66937ACD8DBF}"/>
                </a:ext>
              </a:extLst>
            </p:cNvPr>
            <p:cNvGrpSpPr>
              <a:grpSpLocks/>
            </p:cNvGrpSpPr>
            <p:nvPr/>
          </p:nvGrpSpPr>
          <p:grpSpPr bwMode="auto">
            <a:xfrm>
              <a:off x="3219" y="2208"/>
              <a:ext cx="1908" cy="432"/>
              <a:chOff x="3219" y="2208"/>
              <a:chExt cx="1908" cy="432"/>
            </a:xfrm>
          </p:grpSpPr>
          <p:sp>
            <p:nvSpPr>
              <p:cNvPr id="28" name="Line 24">
                <a:extLst>
                  <a:ext uri="{FF2B5EF4-FFF2-40B4-BE49-F238E27FC236}">
                    <a16:creationId xmlns:a16="http://schemas.microsoft.com/office/drawing/2014/main" id="{D5DAB04D-DF38-4EB5-B913-6D89B2B37F08}"/>
                  </a:ext>
                </a:extLst>
              </p:cNvPr>
              <p:cNvSpPr>
                <a:spLocks noChangeShapeType="1"/>
              </p:cNvSpPr>
              <p:nvPr/>
            </p:nvSpPr>
            <p:spPr bwMode="auto">
              <a:xfrm flipH="1">
                <a:off x="3219" y="2478"/>
                <a:ext cx="7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nvGrpSpPr>
              <p:cNvPr id="29" name="Group 25">
                <a:extLst>
                  <a:ext uri="{FF2B5EF4-FFF2-40B4-BE49-F238E27FC236}">
                    <a16:creationId xmlns:a16="http://schemas.microsoft.com/office/drawing/2014/main" id="{56A1E959-11DD-4903-ACF1-68D73D345E40}"/>
                  </a:ext>
                </a:extLst>
              </p:cNvPr>
              <p:cNvGrpSpPr>
                <a:grpSpLocks/>
              </p:cNvGrpSpPr>
              <p:nvPr/>
            </p:nvGrpSpPr>
            <p:grpSpPr bwMode="auto">
              <a:xfrm>
                <a:off x="3996" y="2208"/>
                <a:ext cx="1131" cy="432"/>
                <a:chOff x="4005" y="2208"/>
                <a:chExt cx="1131" cy="432"/>
              </a:xfrm>
            </p:grpSpPr>
            <p:sp>
              <p:nvSpPr>
                <p:cNvPr id="30" name="AutoShape 26">
                  <a:extLst>
                    <a:ext uri="{FF2B5EF4-FFF2-40B4-BE49-F238E27FC236}">
                      <a16:creationId xmlns:a16="http://schemas.microsoft.com/office/drawing/2014/main" id="{37BEFD80-6425-49F4-9DE5-D81070A2B401}"/>
                    </a:ext>
                  </a:extLst>
                </p:cNvPr>
                <p:cNvSpPr>
                  <a:spLocks noChangeArrowheads="1"/>
                </p:cNvSpPr>
                <p:nvPr/>
              </p:nvSpPr>
              <p:spPr bwMode="auto">
                <a:xfrm>
                  <a:off x="4005" y="2304"/>
                  <a:ext cx="1131" cy="336"/>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31" name="Rectangle 27">
                  <a:extLst>
                    <a:ext uri="{FF2B5EF4-FFF2-40B4-BE49-F238E27FC236}">
                      <a16:creationId xmlns:a16="http://schemas.microsoft.com/office/drawing/2014/main" id="{0EBB020D-0C80-46B8-8A9A-68A92A576F6A}"/>
                    </a:ext>
                  </a:extLst>
                </p:cNvPr>
                <p:cNvSpPr>
                  <a:spLocks noChangeArrowheads="1"/>
                </p:cNvSpPr>
                <p:nvPr/>
              </p:nvSpPr>
              <p:spPr bwMode="auto">
                <a:xfrm>
                  <a:off x="4224" y="2208"/>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dirty="0"/>
                    <a:t>数据库管理员</a:t>
                  </a:r>
                </a:p>
              </p:txBody>
            </p:sp>
          </p:grpSp>
        </p:grpSp>
        <p:grpSp>
          <p:nvGrpSpPr>
            <p:cNvPr id="10" name="Group 28">
              <a:extLst>
                <a:ext uri="{FF2B5EF4-FFF2-40B4-BE49-F238E27FC236}">
                  <a16:creationId xmlns:a16="http://schemas.microsoft.com/office/drawing/2014/main" id="{D02FDF35-553E-4BD1-BCB4-F1389C6CAC1A}"/>
                </a:ext>
              </a:extLst>
            </p:cNvPr>
            <p:cNvGrpSpPr>
              <a:grpSpLocks/>
            </p:cNvGrpSpPr>
            <p:nvPr/>
          </p:nvGrpSpPr>
          <p:grpSpPr bwMode="auto">
            <a:xfrm>
              <a:off x="2160" y="1200"/>
              <a:ext cx="672" cy="576"/>
              <a:chOff x="2160" y="1200"/>
              <a:chExt cx="672" cy="576"/>
            </a:xfrm>
          </p:grpSpPr>
          <p:grpSp>
            <p:nvGrpSpPr>
              <p:cNvPr id="24" name="Group 29">
                <a:extLst>
                  <a:ext uri="{FF2B5EF4-FFF2-40B4-BE49-F238E27FC236}">
                    <a16:creationId xmlns:a16="http://schemas.microsoft.com/office/drawing/2014/main" id="{06F0031D-0115-49C8-9FA2-3F171D05732D}"/>
                  </a:ext>
                </a:extLst>
              </p:cNvPr>
              <p:cNvGrpSpPr>
                <a:grpSpLocks/>
              </p:cNvGrpSpPr>
              <p:nvPr/>
            </p:nvGrpSpPr>
            <p:grpSpPr bwMode="auto">
              <a:xfrm>
                <a:off x="2160" y="1200"/>
                <a:ext cx="672" cy="432"/>
                <a:chOff x="2160" y="1200"/>
                <a:chExt cx="672" cy="432"/>
              </a:xfrm>
            </p:grpSpPr>
            <p:sp>
              <p:nvSpPr>
                <p:cNvPr id="26" name="AutoShape 30">
                  <a:extLst>
                    <a:ext uri="{FF2B5EF4-FFF2-40B4-BE49-F238E27FC236}">
                      <a16:creationId xmlns:a16="http://schemas.microsoft.com/office/drawing/2014/main" id="{946EC706-E893-47A2-9E62-CE374C05076F}"/>
                    </a:ext>
                  </a:extLst>
                </p:cNvPr>
                <p:cNvSpPr>
                  <a:spLocks noChangeArrowheads="1"/>
                </p:cNvSpPr>
                <p:nvPr/>
              </p:nvSpPr>
              <p:spPr bwMode="auto">
                <a:xfrm>
                  <a:off x="2304" y="1296"/>
                  <a:ext cx="4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27" name="Rectangle 31">
                  <a:extLst>
                    <a:ext uri="{FF2B5EF4-FFF2-40B4-BE49-F238E27FC236}">
                      <a16:creationId xmlns:a16="http://schemas.microsoft.com/office/drawing/2014/main" id="{849CB30C-CBF2-47CB-8CAC-D0A7C238821A}"/>
                    </a:ext>
                  </a:extLst>
                </p:cNvPr>
                <p:cNvSpPr>
                  <a:spLocks noChangeArrowheads="1"/>
                </p:cNvSpPr>
                <p:nvPr/>
              </p:nvSpPr>
              <p:spPr bwMode="auto">
                <a:xfrm>
                  <a:off x="2160" y="1200"/>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a:t>用户</a:t>
                  </a:r>
                </a:p>
              </p:txBody>
            </p:sp>
          </p:grpSp>
          <p:sp>
            <p:nvSpPr>
              <p:cNvPr id="25" name="Line 32">
                <a:extLst>
                  <a:ext uri="{FF2B5EF4-FFF2-40B4-BE49-F238E27FC236}">
                    <a16:creationId xmlns:a16="http://schemas.microsoft.com/office/drawing/2014/main" id="{FCCFC69A-EAFA-4313-8D37-06C2435E4754}"/>
                  </a:ext>
                </a:extLst>
              </p:cNvPr>
              <p:cNvSpPr>
                <a:spLocks noChangeShapeType="1"/>
              </p:cNvSpPr>
              <p:nvPr/>
            </p:nvSpPr>
            <p:spPr bwMode="auto">
              <a:xfrm>
                <a:off x="2532" y="158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1" name="Group 33">
              <a:extLst>
                <a:ext uri="{FF2B5EF4-FFF2-40B4-BE49-F238E27FC236}">
                  <a16:creationId xmlns:a16="http://schemas.microsoft.com/office/drawing/2014/main" id="{55D94A59-8685-4773-97D0-DFA0BB557365}"/>
                </a:ext>
              </a:extLst>
            </p:cNvPr>
            <p:cNvGrpSpPr>
              <a:grpSpLocks/>
            </p:cNvGrpSpPr>
            <p:nvPr/>
          </p:nvGrpSpPr>
          <p:grpSpPr bwMode="auto">
            <a:xfrm>
              <a:off x="1296" y="1200"/>
              <a:ext cx="816" cy="672"/>
              <a:chOff x="1296" y="1200"/>
              <a:chExt cx="816" cy="672"/>
            </a:xfrm>
          </p:grpSpPr>
          <p:grpSp>
            <p:nvGrpSpPr>
              <p:cNvPr id="20" name="Group 34">
                <a:extLst>
                  <a:ext uri="{FF2B5EF4-FFF2-40B4-BE49-F238E27FC236}">
                    <a16:creationId xmlns:a16="http://schemas.microsoft.com/office/drawing/2014/main" id="{2B25D17B-874B-4404-BA36-854C43A4CC19}"/>
                  </a:ext>
                </a:extLst>
              </p:cNvPr>
              <p:cNvGrpSpPr>
                <a:grpSpLocks/>
              </p:cNvGrpSpPr>
              <p:nvPr/>
            </p:nvGrpSpPr>
            <p:grpSpPr bwMode="auto">
              <a:xfrm>
                <a:off x="1296" y="1200"/>
                <a:ext cx="672" cy="432"/>
                <a:chOff x="1296" y="1200"/>
                <a:chExt cx="672" cy="432"/>
              </a:xfrm>
            </p:grpSpPr>
            <p:sp>
              <p:nvSpPr>
                <p:cNvPr id="22" name="AutoShape 35">
                  <a:extLst>
                    <a:ext uri="{FF2B5EF4-FFF2-40B4-BE49-F238E27FC236}">
                      <a16:creationId xmlns:a16="http://schemas.microsoft.com/office/drawing/2014/main" id="{C2B34FCB-9B60-49CF-BF91-ADDDCC9E474D}"/>
                    </a:ext>
                  </a:extLst>
                </p:cNvPr>
                <p:cNvSpPr>
                  <a:spLocks noChangeArrowheads="1"/>
                </p:cNvSpPr>
                <p:nvPr/>
              </p:nvSpPr>
              <p:spPr bwMode="auto">
                <a:xfrm>
                  <a:off x="1392" y="1296"/>
                  <a:ext cx="4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endParaRPr lang="zh-CN" altLang="zh-CN" sz="1400" b="0"/>
                </a:p>
              </p:txBody>
            </p:sp>
            <p:sp>
              <p:nvSpPr>
                <p:cNvPr id="23" name="Rectangle 36">
                  <a:extLst>
                    <a:ext uri="{FF2B5EF4-FFF2-40B4-BE49-F238E27FC236}">
                      <a16:creationId xmlns:a16="http://schemas.microsoft.com/office/drawing/2014/main" id="{CE9C93E0-4D42-4604-96AE-4B45416AE82C}"/>
                    </a:ext>
                  </a:extLst>
                </p:cNvPr>
                <p:cNvSpPr>
                  <a:spLocks noChangeArrowheads="1"/>
                </p:cNvSpPr>
                <p:nvPr/>
              </p:nvSpPr>
              <p:spPr bwMode="auto">
                <a:xfrm>
                  <a:off x="1296" y="1200"/>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a:t>用户</a:t>
                  </a:r>
                </a:p>
              </p:txBody>
            </p:sp>
          </p:grpSp>
          <p:sp>
            <p:nvSpPr>
              <p:cNvPr id="21" name="Line 37">
                <a:extLst>
                  <a:ext uri="{FF2B5EF4-FFF2-40B4-BE49-F238E27FC236}">
                    <a16:creationId xmlns:a16="http://schemas.microsoft.com/office/drawing/2014/main" id="{1DB81D87-566E-4B80-B39D-772672EA6052}"/>
                  </a:ext>
                </a:extLst>
              </p:cNvPr>
              <p:cNvSpPr>
                <a:spLocks noChangeShapeType="1"/>
              </p:cNvSpPr>
              <p:nvPr/>
            </p:nvSpPr>
            <p:spPr bwMode="auto">
              <a:xfrm>
                <a:off x="1632" y="1584"/>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2" name="Group 38">
              <a:extLst>
                <a:ext uri="{FF2B5EF4-FFF2-40B4-BE49-F238E27FC236}">
                  <a16:creationId xmlns:a16="http://schemas.microsoft.com/office/drawing/2014/main" id="{E7C009AA-D9BC-4BEB-95C9-DD134FAD9425}"/>
                </a:ext>
              </a:extLst>
            </p:cNvPr>
            <p:cNvGrpSpPr>
              <a:grpSpLocks/>
            </p:cNvGrpSpPr>
            <p:nvPr/>
          </p:nvGrpSpPr>
          <p:grpSpPr bwMode="auto">
            <a:xfrm>
              <a:off x="2976" y="1200"/>
              <a:ext cx="816" cy="672"/>
              <a:chOff x="2976" y="1200"/>
              <a:chExt cx="816" cy="672"/>
            </a:xfrm>
          </p:grpSpPr>
          <p:grpSp>
            <p:nvGrpSpPr>
              <p:cNvPr id="16" name="Group 39">
                <a:extLst>
                  <a:ext uri="{FF2B5EF4-FFF2-40B4-BE49-F238E27FC236}">
                    <a16:creationId xmlns:a16="http://schemas.microsoft.com/office/drawing/2014/main" id="{C7DFD0A1-DFFA-44A2-8338-40B42E2EEB1F}"/>
                  </a:ext>
                </a:extLst>
              </p:cNvPr>
              <p:cNvGrpSpPr>
                <a:grpSpLocks/>
              </p:cNvGrpSpPr>
              <p:nvPr/>
            </p:nvGrpSpPr>
            <p:grpSpPr bwMode="auto">
              <a:xfrm>
                <a:off x="3120" y="1200"/>
                <a:ext cx="672" cy="432"/>
                <a:chOff x="3120" y="1200"/>
                <a:chExt cx="672" cy="432"/>
              </a:xfrm>
            </p:grpSpPr>
            <p:sp>
              <p:nvSpPr>
                <p:cNvPr id="18" name="AutoShape 40">
                  <a:extLst>
                    <a:ext uri="{FF2B5EF4-FFF2-40B4-BE49-F238E27FC236}">
                      <a16:creationId xmlns:a16="http://schemas.microsoft.com/office/drawing/2014/main" id="{348240D8-DB4B-41BE-A32F-9F5B6A375E17}"/>
                    </a:ext>
                  </a:extLst>
                </p:cNvPr>
                <p:cNvSpPr>
                  <a:spLocks noChangeArrowheads="1"/>
                </p:cNvSpPr>
                <p:nvPr/>
              </p:nvSpPr>
              <p:spPr bwMode="auto">
                <a:xfrm>
                  <a:off x="3264" y="1296"/>
                  <a:ext cx="432" cy="28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400"/>
                </a:p>
              </p:txBody>
            </p:sp>
            <p:sp>
              <p:nvSpPr>
                <p:cNvPr id="19" name="Rectangle 41">
                  <a:extLst>
                    <a:ext uri="{FF2B5EF4-FFF2-40B4-BE49-F238E27FC236}">
                      <a16:creationId xmlns:a16="http://schemas.microsoft.com/office/drawing/2014/main" id="{5581E796-3763-4127-B5AF-01D49B543188}"/>
                    </a:ext>
                  </a:extLst>
                </p:cNvPr>
                <p:cNvSpPr>
                  <a:spLocks noChangeArrowheads="1"/>
                </p:cNvSpPr>
                <p:nvPr/>
              </p:nvSpPr>
              <p:spPr bwMode="auto">
                <a:xfrm>
                  <a:off x="3120" y="1200"/>
                  <a:ext cx="67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400" dirty="0"/>
                    <a:t>用户</a:t>
                  </a:r>
                </a:p>
              </p:txBody>
            </p:sp>
          </p:grpSp>
          <p:sp>
            <p:nvSpPr>
              <p:cNvPr id="17" name="Line 42">
                <a:extLst>
                  <a:ext uri="{FF2B5EF4-FFF2-40B4-BE49-F238E27FC236}">
                    <a16:creationId xmlns:a16="http://schemas.microsoft.com/office/drawing/2014/main" id="{298F38E6-0910-4CC0-B729-CAAEDBC07269}"/>
                  </a:ext>
                </a:extLst>
              </p:cNvPr>
              <p:cNvSpPr>
                <a:spLocks noChangeShapeType="1"/>
              </p:cNvSpPr>
              <p:nvPr/>
            </p:nvSpPr>
            <p:spPr bwMode="auto">
              <a:xfrm flipH="1">
                <a:off x="2976" y="1584"/>
                <a:ext cx="52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grpSp>
        <p:grpSp>
          <p:nvGrpSpPr>
            <p:cNvPr id="13" name="Group 43">
              <a:extLst>
                <a:ext uri="{FF2B5EF4-FFF2-40B4-BE49-F238E27FC236}">
                  <a16:creationId xmlns:a16="http://schemas.microsoft.com/office/drawing/2014/main" id="{26F2B4B5-73F5-4F17-9DC8-CA384EE1B503}"/>
                </a:ext>
              </a:extLst>
            </p:cNvPr>
            <p:cNvGrpSpPr>
              <a:grpSpLocks/>
            </p:cNvGrpSpPr>
            <p:nvPr/>
          </p:nvGrpSpPr>
          <p:grpSpPr bwMode="auto">
            <a:xfrm>
              <a:off x="3063" y="2640"/>
              <a:ext cx="1536" cy="339"/>
              <a:chOff x="3063" y="2640"/>
              <a:chExt cx="1536" cy="339"/>
            </a:xfrm>
          </p:grpSpPr>
          <p:sp>
            <p:nvSpPr>
              <p:cNvPr id="14" name="Line 44">
                <a:extLst>
                  <a:ext uri="{FF2B5EF4-FFF2-40B4-BE49-F238E27FC236}">
                    <a16:creationId xmlns:a16="http://schemas.microsoft.com/office/drawing/2014/main" id="{7690F30E-4239-4463-A058-1E027747D733}"/>
                  </a:ext>
                </a:extLst>
              </p:cNvPr>
              <p:cNvSpPr>
                <a:spLocks noChangeShapeType="1"/>
              </p:cNvSpPr>
              <p:nvPr/>
            </p:nvSpPr>
            <p:spPr bwMode="auto">
              <a:xfrm flipH="1">
                <a:off x="3063" y="2979"/>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400"/>
              </a:p>
            </p:txBody>
          </p:sp>
          <p:sp>
            <p:nvSpPr>
              <p:cNvPr id="15" name="Line 45">
                <a:extLst>
                  <a:ext uri="{FF2B5EF4-FFF2-40B4-BE49-F238E27FC236}">
                    <a16:creationId xmlns:a16="http://schemas.microsoft.com/office/drawing/2014/main" id="{C2A2925C-0B86-4F66-AE6A-23173A23F155}"/>
                  </a:ext>
                </a:extLst>
              </p:cNvPr>
              <p:cNvSpPr>
                <a:spLocks noChangeShapeType="1"/>
              </p:cNvSpPr>
              <p:nvPr/>
            </p:nvSpPr>
            <p:spPr bwMode="auto">
              <a:xfrm flipV="1">
                <a:off x="4599" y="264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400"/>
              </a:p>
            </p:txBody>
          </p:sp>
        </p:gr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B791FFDE-4648-4192-BDBE-C265E1388EF1}"/>
              </a:ext>
            </a:extLst>
          </p:cNvPr>
          <p:cNvSpPr>
            <a:spLocks noGrp="1" noChangeArrowheads="1"/>
          </p:cNvSpPr>
          <p:nvPr>
            <p:ph type="title"/>
          </p:nvPr>
        </p:nvSpPr>
        <p:spPr/>
        <p:txBody>
          <a:bodyPr/>
          <a:lstStyle/>
          <a:p>
            <a:pPr eaLnBrk="1" hangingPunct="1"/>
            <a:r>
              <a:rPr lang="en-US" altLang="zh-CN" dirty="0"/>
              <a:t>1</a:t>
            </a:r>
            <a:r>
              <a:rPr lang="zh-CN" altLang="en-US" dirty="0"/>
              <a:t>、硬件平台及数据库</a:t>
            </a:r>
            <a:endParaRPr lang="zh-CN" altLang="en-US" dirty="0">
              <a:solidFill>
                <a:schemeClr val="tx1"/>
              </a:solidFill>
            </a:endParaRPr>
          </a:p>
        </p:txBody>
      </p:sp>
      <p:sp>
        <p:nvSpPr>
          <p:cNvPr id="103427" name="Rectangle 3">
            <a:extLst>
              <a:ext uri="{FF2B5EF4-FFF2-40B4-BE49-F238E27FC236}">
                <a16:creationId xmlns:a16="http://schemas.microsoft.com/office/drawing/2014/main" id="{59B17F1E-16F1-43D4-BF42-E6F5EEDDB562}"/>
              </a:ext>
            </a:extLst>
          </p:cNvPr>
          <p:cNvSpPr>
            <a:spLocks noGrp="1" noChangeArrowheads="1"/>
          </p:cNvSpPr>
          <p:nvPr>
            <p:ph type="body" idx="1"/>
          </p:nvPr>
        </p:nvSpPr>
        <p:spPr>
          <a:xfrm>
            <a:off x="827088" y="2060575"/>
            <a:ext cx="7772400" cy="4114800"/>
          </a:xfrm>
        </p:spPr>
        <p:txBody>
          <a:bodyPr/>
          <a:lstStyle/>
          <a:p>
            <a:pPr algn="just" eaLnBrk="1" hangingPunct="1"/>
            <a:r>
              <a:rPr lang="zh-CN" altLang="en-US"/>
              <a:t>数据库系统对硬件资源的要求</a:t>
            </a:r>
          </a:p>
          <a:p>
            <a:pPr algn="just" eaLnBrk="1" hangingPunct="1">
              <a:buFont typeface="Wingdings" panose="05000000000000000000" pitchFamily="2" charset="2"/>
              <a:buNone/>
            </a:pPr>
            <a:r>
              <a:rPr lang="en-US" altLang="zh-CN"/>
              <a:t>(1) </a:t>
            </a:r>
            <a:r>
              <a:rPr lang="zh-CN" altLang="en-US"/>
              <a:t>足够大的内存</a:t>
            </a:r>
          </a:p>
          <a:p>
            <a:pPr lvl="1" algn="just" eaLnBrk="1" hangingPunct="1"/>
            <a:r>
              <a:rPr lang="zh-CN" altLang="en-US" b="1"/>
              <a:t>操作系统</a:t>
            </a:r>
          </a:p>
          <a:p>
            <a:pPr lvl="1" algn="just" eaLnBrk="1" hangingPunct="1"/>
            <a:r>
              <a:rPr lang="en-US" altLang="zh-CN" b="1"/>
              <a:t>DBMS</a:t>
            </a:r>
            <a:r>
              <a:rPr lang="zh-CN" altLang="en-US" b="1"/>
              <a:t>的核心模块</a:t>
            </a:r>
          </a:p>
          <a:p>
            <a:pPr lvl="1" algn="just" eaLnBrk="1" hangingPunct="1"/>
            <a:r>
              <a:rPr lang="zh-CN" altLang="en-US" b="1"/>
              <a:t>数据缓冲区</a:t>
            </a:r>
          </a:p>
          <a:p>
            <a:pPr lvl="1" algn="just" eaLnBrk="1" hangingPunct="1"/>
            <a:r>
              <a:rPr lang="zh-CN" altLang="en-US" b="1"/>
              <a:t>应用程序</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657A640A-2648-4891-B2CB-B97D15E2CE1D}"/>
              </a:ext>
            </a:extLst>
          </p:cNvPr>
          <p:cNvSpPr>
            <a:spLocks noGrp="1" noChangeArrowheads="1"/>
          </p:cNvSpPr>
          <p:nvPr>
            <p:ph type="title"/>
          </p:nvPr>
        </p:nvSpPr>
        <p:spPr/>
        <p:txBody>
          <a:bodyPr/>
          <a:lstStyle/>
          <a:p>
            <a:pPr eaLnBrk="1" hangingPunct="1"/>
            <a:r>
              <a:rPr lang="zh-CN" altLang="en-US"/>
              <a:t>数据库系统对硬件资源的要求</a:t>
            </a:r>
          </a:p>
        </p:txBody>
      </p:sp>
      <p:sp>
        <p:nvSpPr>
          <p:cNvPr id="104451" name="Rectangle 3">
            <a:extLst>
              <a:ext uri="{FF2B5EF4-FFF2-40B4-BE49-F238E27FC236}">
                <a16:creationId xmlns:a16="http://schemas.microsoft.com/office/drawing/2014/main" id="{F4F4E71E-138C-4836-BEC6-55BC6C2535AF}"/>
              </a:ext>
            </a:extLst>
          </p:cNvPr>
          <p:cNvSpPr>
            <a:spLocks noGrp="1" noChangeArrowheads="1"/>
          </p:cNvSpPr>
          <p:nvPr>
            <p:ph type="body" idx="1"/>
          </p:nvPr>
        </p:nvSpPr>
        <p:spPr>
          <a:xfrm>
            <a:off x="827088" y="2133600"/>
            <a:ext cx="7772400" cy="4114800"/>
          </a:xfrm>
        </p:spPr>
        <p:txBody>
          <a:bodyPr/>
          <a:lstStyle/>
          <a:p>
            <a:pPr algn="just" eaLnBrk="1" hangingPunct="1">
              <a:lnSpc>
                <a:spcPct val="90000"/>
              </a:lnSpc>
              <a:buFont typeface="Wingdings" panose="05000000000000000000" pitchFamily="2" charset="2"/>
              <a:buNone/>
            </a:pPr>
            <a:r>
              <a:rPr lang="en-US" altLang="zh-CN"/>
              <a:t>     (2) </a:t>
            </a:r>
            <a:r>
              <a:rPr lang="zh-CN" altLang="en-US"/>
              <a:t>足够大的外存</a:t>
            </a:r>
          </a:p>
          <a:p>
            <a:pPr lvl="1" algn="just" eaLnBrk="1" hangingPunct="1">
              <a:lnSpc>
                <a:spcPct val="90000"/>
              </a:lnSpc>
            </a:pPr>
            <a:r>
              <a:rPr lang="zh-CN" altLang="en-US"/>
              <a:t> 磁盘</a:t>
            </a:r>
          </a:p>
          <a:p>
            <a:pPr lvl="2" eaLnBrk="1" hangingPunct="1">
              <a:lnSpc>
                <a:spcPct val="90000"/>
              </a:lnSpc>
            </a:pPr>
            <a:r>
              <a:rPr lang="zh-CN" altLang="en-US" b="1"/>
              <a:t>操作系统</a:t>
            </a:r>
          </a:p>
          <a:p>
            <a:pPr lvl="2" eaLnBrk="1" hangingPunct="1">
              <a:lnSpc>
                <a:spcPct val="90000"/>
              </a:lnSpc>
            </a:pPr>
            <a:r>
              <a:rPr lang="en-US" altLang="zh-CN" b="1"/>
              <a:t>DBMS</a:t>
            </a:r>
          </a:p>
          <a:p>
            <a:pPr lvl="2" eaLnBrk="1" hangingPunct="1">
              <a:lnSpc>
                <a:spcPct val="90000"/>
              </a:lnSpc>
            </a:pPr>
            <a:r>
              <a:rPr lang="zh-CN" altLang="en-US" b="1"/>
              <a:t>应用程序</a:t>
            </a:r>
          </a:p>
          <a:p>
            <a:pPr lvl="2" algn="just" eaLnBrk="1" hangingPunct="1">
              <a:lnSpc>
                <a:spcPct val="90000"/>
              </a:lnSpc>
            </a:pPr>
            <a:r>
              <a:rPr lang="zh-CN" altLang="en-US" b="1"/>
              <a:t>数据库及其备份</a:t>
            </a:r>
            <a:endParaRPr lang="zh-CN" altLang="en-US" sz="2800"/>
          </a:p>
          <a:p>
            <a:pPr lvl="1" algn="just" eaLnBrk="1" hangingPunct="1">
              <a:lnSpc>
                <a:spcPct val="90000"/>
              </a:lnSpc>
            </a:pPr>
            <a:r>
              <a:rPr lang="zh-CN" altLang="en-US"/>
              <a:t> 光盘、磁带、软盘</a:t>
            </a:r>
          </a:p>
          <a:p>
            <a:pPr lvl="2" algn="just" eaLnBrk="1" hangingPunct="1">
              <a:lnSpc>
                <a:spcPct val="90000"/>
              </a:lnSpc>
            </a:pPr>
            <a:r>
              <a:rPr lang="zh-CN" altLang="en-US" b="1"/>
              <a:t>数据备份</a:t>
            </a:r>
            <a:endParaRPr lang="zh-CN" altLang="en-US" sz="2800"/>
          </a:p>
          <a:p>
            <a:pPr lvl="1" algn="just" eaLnBrk="1" hangingPunct="1">
              <a:lnSpc>
                <a:spcPct val="90000"/>
              </a:lnSpc>
              <a:buFont typeface="Wingdings" panose="05000000000000000000" pitchFamily="2" charset="2"/>
              <a:buNone/>
            </a:pPr>
            <a:r>
              <a:rPr lang="en-US" altLang="zh-CN" sz="3200"/>
              <a:t>(3) </a:t>
            </a:r>
            <a:r>
              <a:rPr lang="zh-CN" altLang="en-US" sz="3200"/>
              <a:t>较高的通道能力，提高数据传送率</a:t>
            </a: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D365E3F-29D8-4ED0-B4DC-198E001E644E}"/>
              </a:ext>
            </a:extLst>
          </p:cNvPr>
          <p:cNvSpPr>
            <a:spLocks noGrp="1" noChangeArrowheads="1"/>
          </p:cNvSpPr>
          <p:nvPr>
            <p:ph type="title"/>
          </p:nvPr>
        </p:nvSpPr>
        <p:spPr/>
        <p:txBody>
          <a:bodyPr/>
          <a:lstStyle/>
          <a:p>
            <a:pPr eaLnBrk="1" hangingPunct="1"/>
            <a:r>
              <a:rPr lang="en-US" altLang="zh-CN" dirty="0"/>
              <a:t>2</a:t>
            </a:r>
            <a:r>
              <a:rPr lang="zh-CN" altLang="en-US" dirty="0"/>
              <a:t>、软件</a:t>
            </a:r>
          </a:p>
        </p:txBody>
      </p:sp>
      <p:sp>
        <p:nvSpPr>
          <p:cNvPr id="105475" name="Rectangle 3">
            <a:extLst>
              <a:ext uri="{FF2B5EF4-FFF2-40B4-BE49-F238E27FC236}">
                <a16:creationId xmlns:a16="http://schemas.microsoft.com/office/drawing/2014/main" id="{FDA37414-BA6F-4911-BCD3-7E65B07B9EC5}"/>
              </a:ext>
            </a:extLst>
          </p:cNvPr>
          <p:cNvSpPr>
            <a:spLocks noGrp="1" noChangeArrowheads="1"/>
          </p:cNvSpPr>
          <p:nvPr>
            <p:ph type="body" idx="1"/>
          </p:nvPr>
        </p:nvSpPr>
        <p:spPr>
          <a:xfrm>
            <a:off x="611188" y="2060575"/>
            <a:ext cx="8137525" cy="4114800"/>
          </a:xfrm>
        </p:spPr>
        <p:txBody>
          <a:bodyPr/>
          <a:lstStyle/>
          <a:p>
            <a:pPr algn="just" eaLnBrk="1" hangingPunct="1">
              <a:lnSpc>
                <a:spcPct val="110000"/>
              </a:lnSpc>
            </a:pPr>
            <a:r>
              <a:rPr lang="en-US" altLang="zh-CN"/>
              <a:t>DBMS</a:t>
            </a:r>
          </a:p>
          <a:p>
            <a:pPr algn="just" eaLnBrk="1" hangingPunct="1">
              <a:lnSpc>
                <a:spcPct val="110000"/>
              </a:lnSpc>
            </a:pPr>
            <a:r>
              <a:rPr lang="zh-CN" altLang="en-US"/>
              <a:t>操作系统</a:t>
            </a:r>
          </a:p>
          <a:p>
            <a:pPr algn="just" eaLnBrk="1" hangingPunct="1">
              <a:lnSpc>
                <a:spcPct val="110000"/>
              </a:lnSpc>
            </a:pPr>
            <a:r>
              <a:rPr lang="zh-CN" altLang="en-US"/>
              <a:t>具有数据库接口的高级语言及其编译系统</a:t>
            </a:r>
          </a:p>
          <a:p>
            <a:pPr algn="just" eaLnBrk="1" hangingPunct="1">
              <a:lnSpc>
                <a:spcPct val="110000"/>
              </a:lnSpc>
            </a:pPr>
            <a:r>
              <a:rPr lang="zh-CN" altLang="en-US"/>
              <a:t>以</a:t>
            </a:r>
            <a:r>
              <a:rPr lang="en-US" altLang="zh-CN"/>
              <a:t>DBMS</a:t>
            </a:r>
            <a:r>
              <a:rPr lang="zh-CN" altLang="en-US"/>
              <a:t>为核心的应用开发工具</a:t>
            </a:r>
          </a:p>
          <a:p>
            <a:pPr algn="just" eaLnBrk="1" hangingPunct="1">
              <a:lnSpc>
                <a:spcPct val="110000"/>
              </a:lnSpc>
            </a:pPr>
            <a:r>
              <a:rPr lang="zh-CN" altLang="en-US"/>
              <a:t>为特定应用环境开发的数据库应用系统</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DF7A123D-A16B-4012-A744-77189E6E9209}"/>
              </a:ext>
            </a:extLst>
          </p:cNvPr>
          <p:cNvSpPr>
            <a:spLocks noGrp="1" noChangeArrowheads="1"/>
          </p:cNvSpPr>
          <p:nvPr>
            <p:ph type="title"/>
          </p:nvPr>
        </p:nvSpPr>
        <p:spPr/>
        <p:txBody>
          <a:bodyPr/>
          <a:lstStyle/>
          <a:p>
            <a:pPr eaLnBrk="1" hangingPunct="1"/>
            <a:r>
              <a:rPr lang="en-US" altLang="zh-CN" dirty="0"/>
              <a:t>3</a:t>
            </a:r>
            <a:r>
              <a:rPr lang="zh-CN" altLang="en-US" dirty="0"/>
              <a:t>、人员</a:t>
            </a:r>
          </a:p>
        </p:txBody>
      </p:sp>
      <p:sp>
        <p:nvSpPr>
          <p:cNvPr id="106499" name="Rectangle 3">
            <a:extLst>
              <a:ext uri="{FF2B5EF4-FFF2-40B4-BE49-F238E27FC236}">
                <a16:creationId xmlns:a16="http://schemas.microsoft.com/office/drawing/2014/main" id="{E7897515-DFA9-40C5-8DCD-FC9D817E1722}"/>
              </a:ext>
            </a:extLst>
          </p:cNvPr>
          <p:cNvSpPr>
            <a:spLocks noGrp="1" noChangeArrowheads="1"/>
          </p:cNvSpPr>
          <p:nvPr>
            <p:ph type="body" idx="1"/>
          </p:nvPr>
        </p:nvSpPr>
        <p:spPr/>
        <p:txBody>
          <a:bodyPr/>
          <a:lstStyle/>
          <a:p>
            <a:pPr algn="just" eaLnBrk="1" hangingPunct="1">
              <a:lnSpc>
                <a:spcPct val="120000"/>
              </a:lnSpc>
            </a:pPr>
            <a:r>
              <a:rPr lang="zh-CN" altLang="en-US"/>
              <a:t>数据库管理员</a:t>
            </a:r>
          </a:p>
          <a:p>
            <a:pPr algn="just" eaLnBrk="1" hangingPunct="1">
              <a:lnSpc>
                <a:spcPct val="120000"/>
              </a:lnSpc>
            </a:pPr>
            <a:r>
              <a:rPr lang="zh-CN" altLang="en-US"/>
              <a:t>系统分析员</a:t>
            </a:r>
          </a:p>
          <a:p>
            <a:pPr algn="just" eaLnBrk="1" hangingPunct="1">
              <a:lnSpc>
                <a:spcPct val="120000"/>
              </a:lnSpc>
            </a:pPr>
            <a:r>
              <a:rPr lang="zh-CN" altLang="en-US"/>
              <a:t>数据库设计人员</a:t>
            </a:r>
          </a:p>
          <a:p>
            <a:pPr algn="just" eaLnBrk="1" hangingPunct="1">
              <a:lnSpc>
                <a:spcPct val="120000"/>
              </a:lnSpc>
            </a:pPr>
            <a:r>
              <a:rPr lang="zh-CN" altLang="en-US"/>
              <a:t>应用程序员</a:t>
            </a:r>
          </a:p>
          <a:p>
            <a:pPr algn="just" eaLnBrk="1" hangingPunct="1">
              <a:lnSpc>
                <a:spcPct val="120000"/>
              </a:lnSpc>
            </a:pPr>
            <a:r>
              <a:rPr lang="en-US" altLang="zh-CN"/>
              <a:t>(</a:t>
            </a:r>
            <a:r>
              <a:rPr lang="zh-CN" altLang="en-US"/>
              <a:t>最终用户</a:t>
            </a:r>
            <a:r>
              <a:rPr lang="en-US" altLang="zh-CN"/>
              <a:t>)</a:t>
            </a:r>
          </a:p>
          <a:p>
            <a:pPr eaLnBrk="1" hangingPunct="1"/>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1EDFECC8-615E-4750-BE9C-F397E9856E0F}"/>
              </a:ext>
            </a:extLst>
          </p:cNvPr>
          <p:cNvSpPr>
            <a:spLocks noGrp="1" noChangeArrowheads="1"/>
          </p:cNvSpPr>
          <p:nvPr>
            <p:ph type="title"/>
          </p:nvPr>
        </p:nvSpPr>
        <p:spPr/>
        <p:txBody>
          <a:bodyPr/>
          <a:lstStyle/>
          <a:p>
            <a:pPr eaLnBrk="1" hangingPunct="1"/>
            <a:r>
              <a:rPr lang="zh-CN" altLang="en-US" dirty="0"/>
              <a:t>数据库管理员</a:t>
            </a:r>
            <a:r>
              <a:rPr lang="en-US" altLang="zh-CN" dirty="0"/>
              <a:t>(DBA)</a:t>
            </a:r>
          </a:p>
        </p:txBody>
      </p:sp>
      <p:sp>
        <p:nvSpPr>
          <p:cNvPr id="107523" name="Rectangle 3">
            <a:extLst>
              <a:ext uri="{FF2B5EF4-FFF2-40B4-BE49-F238E27FC236}">
                <a16:creationId xmlns:a16="http://schemas.microsoft.com/office/drawing/2014/main" id="{9E994B0D-4448-40D0-AB2F-8C39563EE227}"/>
              </a:ext>
            </a:extLst>
          </p:cNvPr>
          <p:cNvSpPr>
            <a:spLocks noGrp="1" noChangeArrowheads="1"/>
          </p:cNvSpPr>
          <p:nvPr>
            <p:ph type="body" idx="1"/>
          </p:nvPr>
        </p:nvSpPr>
        <p:spPr>
          <a:xfrm>
            <a:off x="539552" y="2132856"/>
            <a:ext cx="7918648" cy="4495800"/>
          </a:xfrm>
        </p:spPr>
        <p:txBody>
          <a:bodyPr/>
          <a:lstStyle/>
          <a:p>
            <a:pPr algn="just" eaLnBrk="1" hangingPunct="1"/>
            <a:r>
              <a:rPr lang="zh-CN" altLang="en-US" sz="2800" dirty="0"/>
              <a:t>决定数据库中的信息内容和结构</a:t>
            </a:r>
            <a:endParaRPr lang="en-US" altLang="zh-CN" sz="2800" dirty="0"/>
          </a:p>
          <a:p>
            <a:pPr algn="just" eaLnBrk="1" hangingPunct="1"/>
            <a:r>
              <a:rPr lang="zh-CN" altLang="en-US" sz="2800" dirty="0"/>
              <a:t>决定数据库的存储结构和存取策略</a:t>
            </a:r>
          </a:p>
          <a:p>
            <a:pPr algn="just" eaLnBrk="1" hangingPunct="1"/>
            <a:r>
              <a:rPr lang="zh-CN" altLang="en-US" sz="2800" dirty="0"/>
              <a:t>定义数据的安全性要求和完整性约束条件</a:t>
            </a:r>
            <a:endParaRPr lang="en-US" altLang="zh-CN" sz="2800" dirty="0"/>
          </a:p>
          <a:p>
            <a:pPr algn="just" eaLnBrk="1" hangingPunct="1"/>
            <a:r>
              <a:rPr lang="zh-CN" altLang="en-US" sz="2800" dirty="0">
                <a:latin typeface="宋体" panose="02010600030101010101" pitchFamily="2" charset="-122"/>
              </a:rPr>
              <a:t>监控数据库的使用和运行</a:t>
            </a:r>
            <a:endParaRPr lang="en-US" altLang="zh-CN" sz="2800" dirty="0">
              <a:latin typeface="宋体" panose="02010600030101010101" pitchFamily="2" charset="-122"/>
            </a:endParaRPr>
          </a:p>
          <a:p>
            <a:pPr eaLnBrk="1" hangingPunct="1"/>
            <a:r>
              <a:rPr lang="zh-CN" altLang="en-US" sz="2800" dirty="0"/>
              <a:t>数据库的改进和重组</a:t>
            </a:r>
          </a:p>
          <a:p>
            <a:pPr algn="just" eaLnBrk="1" hangingPunct="1"/>
            <a:r>
              <a:rPr lang="zh-CN" altLang="en-US" sz="2800" dirty="0"/>
              <a:t>数据库重构</a:t>
            </a:r>
            <a:endParaRPr lang="zh-CN" altLang="en-US" sz="2800" dirty="0">
              <a:latin typeface="宋体" panose="02010600030101010101" pitchFamily="2" charset="-122"/>
            </a:endParaRPr>
          </a:p>
          <a:p>
            <a:pPr algn="just" eaLnBrk="1" hangingPunct="1">
              <a:lnSpc>
                <a:spcPct val="160000"/>
              </a:lnSpc>
            </a:pPr>
            <a:endParaRPr lang="en-US" altLang="zh-CN" dirty="0"/>
          </a:p>
          <a:p>
            <a:pPr algn="just" eaLnBrk="1" hangingPunct="1">
              <a:lnSpc>
                <a:spcPct val="160000"/>
              </a:lnSpc>
            </a:pP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11CE4B3F-E680-4ABE-ACB5-6A0DF1FE3A5A}"/>
              </a:ext>
            </a:extLst>
          </p:cNvPr>
          <p:cNvSpPr>
            <a:spLocks noGrp="1" noChangeArrowheads="1"/>
          </p:cNvSpPr>
          <p:nvPr>
            <p:ph type="title"/>
          </p:nvPr>
        </p:nvSpPr>
        <p:spPr/>
        <p:txBody>
          <a:bodyPr/>
          <a:lstStyle/>
          <a:p>
            <a:pPr eaLnBrk="1" hangingPunct="1"/>
            <a:r>
              <a:rPr lang="zh-CN" altLang="en-US" dirty="0"/>
              <a:t>系统分析员</a:t>
            </a:r>
          </a:p>
        </p:txBody>
      </p:sp>
      <p:sp>
        <p:nvSpPr>
          <p:cNvPr id="110595" name="Rectangle 3">
            <a:extLst>
              <a:ext uri="{FF2B5EF4-FFF2-40B4-BE49-F238E27FC236}">
                <a16:creationId xmlns:a16="http://schemas.microsoft.com/office/drawing/2014/main" id="{95296B65-2919-4E81-9792-AA63A80516D6}"/>
              </a:ext>
            </a:extLst>
          </p:cNvPr>
          <p:cNvSpPr>
            <a:spLocks noGrp="1" noChangeArrowheads="1"/>
          </p:cNvSpPr>
          <p:nvPr>
            <p:ph type="body" idx="1"/>
          </p:nvPr>
        </p:nvSpPr>
        <p:spPr/>
        <p:txBody>
          <a:bodyPr/>
          <a:lstStyle/>
          <a:p>
            <a:pPr algn="just" eaLnBrk="1" hangingPunct="1">
              <a:lnSpc>
                <a:spcPct val="210000"/>
              </a:lnSpc>
              <a:spcAft>
                <a:spcPct val="30000"/>
              </a:spcAft>
            </a:pPr>
            <a:r>
              <a:rPr lang="zh-CN" altLang="en-US"/>
              <a:t>负责应用系统的需求分析和规范说明</a:t>
            </a:r>
          </a:p>
          <a:p>
            <a:pPr algn="just" eaLnBrk="1" hangingPunct="1">
              <a:spcAft>
                <a:spcPct val="30000"/>
              </a:spcAft>
            </a:pPr>
            <a:r>
              <a:rPr lang="zh-CN" altLang="en-US"/>
              <a:t>与用户及</a:t>
            </a:r>
            <a:r>
              <a:rPr lang="en-US" altLang="zh-CN"/>
              <a:t>DBA</a:t>
            </a:r>
            <a:r>
              <a:rPr lang="zh-CN" altLang="en-US"/>
              <a:t>协商，确定系统的硬软件配置</a:t>
            </a:r>
          </a:p>
          <a:p>
            <a:pPr algn="just" eaLnBrk="1" hangingPunct="1">
              <a:spcAft>
                <a:spcPct val="30000"/>
              </a:spcAft>
            </a:pPr>
            <a:r>
              <a:rPr lang="zh-CN" altLang="en-US"/>
              <a:t>参与数据库系统的概要设计</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4902CD8-2178-4A30-A295-66AD728C4583}"/>
              </a:ext>
            </a:extLst>
          </p:cNvPr>
          <p:cNvSpPr>
            <a:spLocks noGrp="1" noChangeArrowheads="1"/>
          </p:cNvSpPr>
          <p:nvPr>
            <p:ph type="title"/>
          </p:nvPr>
        </p:nvSpPr>
        <p:spPr/>
        <p:txBody>
          <a:bodyPr/>
          <a:lstStyle/>
          <a:p>
            <a:pPr eaLnBrk="1" hangingPunct="1"/>
            <a:r>
              <a:rPr lang="zh-CN" altLang="en-US" dirty="0"/>
              <a:t>数据库设计人员</a:t>
            </a:r>
            <a:endParaRPr lang="zh-CN" altLang="en-US" sz="3400" dirty="0"/>
          </a:p>
        </p:txBody>
      </p:sp>
      <p:sp>
        <p:nvSpPr>
          <p:cNvPr id="111619" name="Rectangle 3">
            <a:extLst>
              <a:ext uri="{FF2B5EF4-FFF2-40B4-BE49-F238E27FC236}">
                <a16:creationId xmlns:a16="http://schemas.microsoft.com/office/drawing/2014/main" id="{EEA9C695-7203-4AD3-91A7-4DD9C673DEAC}"/>
              </a:ext>
            </a:extLst>
          </p:cNvPr>
          <p:cNvSpPr>
            <a:spLocks noGrp="1" noChangeArrowheads="1"/>
          </p:cNvSpPr>
          <p:nvPr>
            <p:ph type="body" idx="1"/>
          </p:nvPr>
        </p:nvSpPr>
        <p:spPr/>
        <p:txBody>
          <a:bodyPr/>
          <a:lstStyle/>
          <a:p>
            <a:pPr algn="just" eaLnBrk="1" hangingPunct="1">
              <a:lnSpc>
                <a:spcPct val="200000"/>
              </a:lnSpc>
            </a:pPr>
            <a:r>
              <a:rPr lang="zh-CN" altLang="en-US"/>
              <a:t>参加用户需求调查和系统分析</a:t>
            </a:r>
          </a:p>
          <a:p>
            <a:pPr algn="just" eaLnBrk="1" hangingPunct="1">
              <a:lnSpc>
                <a:spcPct val="200000"/>
              </a:lnSpc>
            </a:pPr>
            <a:r>
              <a:rPr lang="zh-CN" altLang="en-US"/>
              <a:t>确定数据库中的数据</a:t>
            </a:r>
          </a:p>
          <a:p>
            <a:pPr algn="just" eaLnBrk="1" hangingPunct="1">
              <a:lnSpc>
                <a:spcPct val="200000"/>
              </a:lnSpc>
            </a:pPr>
            <a:r>
              <a:rPr lang="zh-CN" altLang="en-US"/>
              <a:t>设计数据库各级模式</a:t>
            </a:r>
          </a:p>
          <a:p>
            <a:pPr eaLnBrk="1" hangingPunct="1"/>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EA955140-42EE-4474-9CDF-CEE8EAEB47DD}"/>
              </a:ext>
            </a:extLst>
          </p:cNvPr>
          <p:cNvSpPr>
            <a:spLocks noGrp="1" noChangeArrowheads="1"/>
          </p:cNvSpPr>
          <p:nvPr>
            <p:ph type="title"/>
          </p:nvPr>
        </p:nvSpPr>
        <p:spPr/>
        <p:txBody>
          <a:bodyPr/>
          <a:lstStyle/>
          <a:p>
            <a:pPr eaLnBrk="1" hangingPunct="1"/>
            <a:r>
              <a:rPr lang="zh-CN" altLang="en-US" dirty="0"/>
              <a:t>应用程序员</a:t>
            </a:r>
          </a:p>
        </p:txBody>
      </p:sp>
      <p:sp>
        <p:nvSpPr>
          <p:cNvPr id="112643" name="Rectangle 3">
            <a:extLst>
              <a:ext uri="{FF2B5EF4-FFF2-40B4-BE49-F238E27FC236}">
                <a16:creationId xmlns:a16="http://schemas.microsoft.com/office/drawing/2014/main" id="{FBDD516E-8390-44B4-9CA7-F001377E8F4E}"/>
              </a:ext>
            </a:extLst>
          </p:cNvPr>
          <p:cNvSpPr>
            <a:spLocks noGrp="1" noChangeArrowheads="1"/>
          </p:cNvSpPr>
          <p:nvPr>
            <p:ph type="body" idx="1"/>
          </p:nvPr>
        </p:nvSpPr>
        <p:spPr/>
        <p:txBody>
          <a:bodyPr/>
          <a:lstStyle/>
          <a:p>
            <a:pPr algn="just" eaLnBrk="1" hangingPunct="1">
              <a:lnSpc>
                <a:spcPct val="190000"/>
              </a:lnSpc>
            </a:pPr>
            <a:r>
              <a:rPr lang="zh-CN" altLang="en-US"/>
              <a:t>设计和编写应用系统的程序模块</a:t>
            </a:r>
          </a:p>
          <a:p>
            <a:pPr algn="just" eaLnBrk="1" hangingPunct="1">
              <a:lnSpc>
                <a:spcPct val="190000"/>
              </a:lnSpc>
            </a:pPr>
            <a:r>
              <a:rPr lang="zh-CN" altLang="en-US"/>
              <a:t>进行调试和安装</a:t>
            </a:r>
          </a:p>
          <a:p>
            <a:pPr eaLnBrk="1" hangingPunct="1"/>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4F072766-2F8B-4E57-8F19-65DD35D25DEC}"/>
              </a:ext>
            </a:extLst>
          </p:cNvPr>
          <p:cNvSpPr>
            <a:spLocks noGrp="1" noChangeArrowheads="1"/>
          </p:cNvSpPr>
          <p:nvPr>
            <p:ph type="title"/>
          </p:nvPr>
        </p:nvSpPr>
        <p:spPr/>
        <p:txBody>
          <a:bodyPr/>
          <a:lstStyle/>
          <a:p>
            <a:pPr eaLnBrk="1" hangingPunct="1"/>
            <a:r>
              <a:rPr lang="zh-CN" altLang="en-US" dirty="0"/>
              <a:t>用户</a:t>
            </a:r>
          </a:p>
        </p:txBody>
      </p:sp>
      <p:sp>
        <p:nvSpPr>
          <p:cNvPr id="113667" name="Rectangle 3">
            <a:extLst>
              <a:ext uri="{FF2B5EF4-FFF2-40B4-BE49-F238E27FC236}">
                <a16:creationId xmlns:a16="http://schemas.microsoft.com/office/drawing/2014/main" id="{0E72C1B3-155C-4FDF-8F9A-56C1C05AF364}"/>
              </a:ext>
            </a:extLst>
          </p:cNvPr>
          <p:cNvSpPr>
            <a:spLocks noGrp="1" noChangeArrowheads="1"/>
          </p:cNvSpPr>
          <p:nvPr>
            <p:ph type="body" idx="1"/>
          </p:nvPr>
        </p:nvSpPr>
        <p:spPr>
          <a:xfrm>
            <a:off x="539750" y="2017713"/>
            <a:ext cx="8415338" cy="4114800"/>
          </a:xfrm>
        </p:spPr>
        <p:txBody>
          <a:bodyPr/>
          <a:lstStyle/>
          <a:p>
            <a:pPr algn="just" eaLnBrk="1" hangingPunct="1">
              <a:lnSpc>
                <a:spcPct val="190000"/>
              </a:lnSpc>
            </a:pPr>
            <a:r>
              <a:rPr lang="zh-CN" altLang="en-US"/>
              <a:t>偶然用户</a:t>
            </a:r>
          </a:p>
          <a:p>
            <a:pPr lvl="1" algn="just" eaLnBrk="1" hangingPunct="1"/>
            <a:r>
              <a:rPr lang="zh-CN" altLang="en-US"/>
              <a:t>企业或组织机构的高中级管理人员</a:t>
            </a:r>
          </a:p>
          <a:p>
            <a:pPr algn="just" eaLnBrk="1" hangingPunct="1">
              <a:lnSpc>
                <a:spcPct val="170000"/>
              </a:lnSpc>
            </a:pPr>
            <a:r>
              <a:rPr lang="zh-CN" altLang="en-US"/>
              <a:t>简单用户</a:t>
            </a:r>
          </a:p>
          <a:p>
            <a:pPr lvl="1" algn="just" eaLnBrk="1" hangingPunct="1"/>
            <a:r>
              <a:rPr lang="zh-CN" altLang="en-US"/>
              <a:t>银行的职员、机票预定人员、旅馆总台服务员</a:t>
            </a:r>
          </a:p>
          <a:p>
            <a:pPr eaLnBrk="1" hangingPunct="1"/>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222F1415-651F-4094-B792-614AF31ECC03}"/>
              </a:ext>
            </a:extLst>
          </p:cNvPr>
          <p:cNvSpPr>
            <a:spLocks noGrp="1" noChangeArrowheads="1"/>
          </p:cNvSpPr>
          <p:nvPr>
            <p:ph type="title"/>
          </p:nvPr>
        </p:nvSpPr>
        <p:spPr/>
        <p:txBody>
          <a:bodyPr/>
          <a:lstStyle/>
          <a:p>
            <a:pPr eaLnBrk="1" hangingPunct="1"/>
            <a:r>
              <a:rPr lang="zh-CN" altLang="en-US"/>
              <a:t>用户（续）</a:t>
            </a:r>
          </a:p>
        </p:txBody>
      </p:sp>
      <p:sp>
        <p:nvSpPr>
          <p:cNvPr id="114691" name="Rectangle 3">
            <a:extLst>
              <a:ext uri="{FF2B5EF4-FFF2-40B4-BE49-F238E27FC236}">
                <a16:creationId xmlns:a16="http://schemas.microsoft.com/office/drawing/2014/main" id="{B886612A-2194-4FC2-9379-7CAE6C5BCD3C}"/>
              </a:ext>
            </a:extLst>
          </p:cNvPr>
          <p:cNvSpPr>
            <a:spLocks noGrp="1" noChangeArrowheads="1"/>
          </p:cNvSpPr>
          <p:nvPr>
            <p:ph type="body" idx="1"/>
          </p:nvPr>
        </p:nvSpPr>
        <p:spPr>
          <a:xfrm>
            <a:off x="395288" y="2060575"/>
            <a:ext cx="8132762" cy="4114800"/>
          </a:xfrm>
        </p:spPr>
        <p:txBody>
          <a:bodyPr/>
          <a:lstStyle/>
          <a:p>
            <a:pPr algn="just" eaLnBrk="1" hangingPunct="1">
              <a:lnSpc>
                <a:spcPct val="120000"/>
              </a:lnSpc>
            </a:pPr>
            <a:r>
              <a:rPr lang="zh-CN" altLang="en-US"/>
              <a:t>复杂用户</a:t>
            </a:r>
          </a:p>
          <a:p>
            <a:pPr lvl="1" algn="just" eaLnBrk="1" hangingPunct="1">
              <a:lnSpc>
                <a:spcPct val="140000"/>
              </a:lnSpc>
            </a:pPr>
            <a:r>
              <a:rPr lang="zh-CN" altLang="en-US"/>
              <a:t>工程师、科学家、经济学家、科技工作者等</a:t>
            </a:r>
          </a:p>
          <a:p>
            <a:pPr lvl="1" algn="just" eaLnBrk="1" hangingPunct="1">
              <a:lnSpc>
                <a:spcPct val="160000"/>
              </a:lnSpc>
            </a:pPr>
            <a:r>
              <a:rPr lang="zh-CN" altLang="en-US"/>
              <a:t>直接使用数据库语言访问数据库，甚至能够基于数据库管理系统的</a:t>
            </a:r>
            <a:r>
              <a:rPr lang="en-US" altLang="zh-CN"/>
              <a:t>API</a:t>
            </a:r>
            <a:r>
              <a:rPr lang="zh-CN" altLang="en-US"/>
              <a:t>编制自己的应用程序</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BB7BD59D-E804-4488-B354-428016DBEBFE}"/>
              </a:ext>
            </a:extLst>
          </p:cNvPr>
          <p:cNvSpPr>
            <a:spLocks noGrp="1" noChangeArrowheads="1"/>
          </p:cNvSpPr>
          <p:nvPr>
            <p:ph type="title"/>
          </p:nvPr>
        </p:nvSpPr>
        <p:spPr>
          <a:xfrm>
            <a:off x="1143000" y="609600"/>
            <a:ext cx="4114800" cy="1143000"/>
          </a:xfrm>
        </p:spPr>
        <p:txBody>
          <a:bodyPr/>
          <a:lstStyle/>
          <a:p>
            <a:pPr eaLnBrk="1" hangingPunct="1">
              <a:defRPr/>
            </a:pPr>
            <a:r>
              <a:rPr lang="zh-CN" altLang="en-US" sz="4800" dirty="0">
                <a:effectLst>
                  <a:outerShdw blurRad="38100" dist="38100" dir="2700000" algn="tl">
                    <a:srgbClr val="000000"/>
                  </a:outerShdw>
                </a:effectLst>
                <a:ea typeface="隶书" pitchFamily="49" charset="-122"/>
              </a:rPr>
              <a:t>本 章 小 结</a:t>
            </a:r>
          </a:p>
        </p:txBody>
      </p:sp>
      <p:sp>
        <p:nvSpPr>
          <p:cNvPr id="87043" name="Rectangle 3">
            <a:extLst>
              <a:ext uri="{FF2B5EF4-FFF2-40B4-BE49-F238E27FC236}">
                <a16:creationId xmlns:a16="http://schemas.microsoft.com/office/drawing/2014/main" id="{FEBC8B5E-193E-4FDD-BFEB-54B0B230B0FD}"/>
              </a:ext>
            </a:extLst>
          </p:cNvPr>
          <p:cNvSpPr>
            <a:spLocks noGrp="1" noChangeArrowheads="1"/>
          </p:cNvSpPr>
          <p:nvPr>
            <p:ph type="body" idx="1"/>
          </p:nvPr>
        </p:nvSpPr>
        <p:spPr>
          <a:xfrm>
            <a:off x="381000" y="1981200"/>
            <a:ext cx="8382000" cy="4114800"/>
          </a:xfrm>
        </p:spPr>
        <p:txBody>
          <a:bodyPr/>
          <a:lstStyle/>
          <a:p>
            <a:pPr>
              <a:lnSpc>
                <a:spcPct val="90000"/>
              </a:lnSpc>
              <a:spcBef>
                <a:spcPct val="50000"/>
              </a:spcBef>
              <a:buClr>
                <a:schemeClr val="bg1"/>
              </a:buClr>
              <a:buSzTx/>
              <a:buFontTx/>
              <a:buNone/>
            </a:pPr>
            <a:r>
              <a:rPr kumimoji="0" lang="zh-CN" altLang="en-US" b="1">
                <a:solidFill>
                  <a:srgbClr val="990000"/>
                </a:solidFill>
                <a:latin typeface="Courier" pitchFamily="49" charset="0"/>
                <a:ea typeface="隶书" panose="02010509060101010101" pitchFamily="49" charset="-122"/>
              </a:rPr>
              <a:t>通过本讲的学习，应该了解以下内容：</a:t>
            </a:r>
          </a:p>
          <a:p>
            <a:pPr lvl="1">
              <a:lnSpc>
                <a:spcPct val="90000"/>
              </a:lnSpc>
              <a:spcBef>
                <a:spcPct val="50000"/>
              </a:spcBef>
              <a:buClr>
                <a:srgbClr val="990000"/>
              </a:buClr>
              <a:buSzTx/>
              <a:buFont typeface="Wingdings" panose="05000000000000000000" pitchFamily="2" charset="2"/>
              <a:buChar char="§"/>
            </a:pPr>
            <a:r>
              <a:rPr lang="zh-CN" altLang="en-US" sz="3200" b="1">
                <a:solidFill>
                  <a:srgbClr val="000000"/>
                </a:solidFill>
                <a:latin typeface="楷体_GB2312" pitchFamily="49" charset="-122"/>
                <a:ea typeface="楷体_GB2312" pitchFamily="49" charset="-122"/>
              </a:rPr>
              <a:t>理解基本概念：数据和数据库；</a:t>
            </a:r>
          </a:p>
          <a:p>
            <a:pPr lvl="1">
              <a:lnSpc>
                <a:spcPct val="90000"/>
              </a:lnSpc>
              <a:spcBef>
                <a:spcPct val="50000"/>
              </a:spcBef>
              <a:buClr>
                <a:srgbClr val="990000"/>
              </a:buClr>
              <a:buSzTx/>
              <a:buFont typeface="Wingdings" panose="05000000000000000000" pitchFamily="2" charset="2"/>
              <a:buChar char="§"/>
            </a:pPr>
            <a:r>
              <a:rPr lang="zh-CN" altLang="en-US" sz="3200" b="1">
                <a:solidFill>
                  <a:srgbClr val="000000"/>
                </a:solidFill>
                <a:latin typeface="楷体_GB2312" pitchFamily="49" charset="-122"/>
                <a:ea typeface="楷体_GB2312" pitchFamily="49" charset="-122"/>
              </a:rPr>
              <a:t>了解数据库技术的产生和发展情况；</a:t>
            </a:r>
          </a:p>
          <a:p>
            <a:pPr lvl="1">
              <a:lnSpc>
                <a:spcPct val="90000"/>
              </a:lnSpc>
              <a:spcBef>
                <a:spcPct val="50000"/>
              </a:spcBef>
              <a:buClr>
                <a:srgbClr val="990000"/>
              </a:buClr>
              <a:buSzTx/>
              <a:buFont typeface="Wingdings" panose="05000000000000000000" pitchFamily="2" charset="2"/>
              <a:buChar char="§"/>
            </a:pPr>
            <a:r>
              <a:rPr lang="zh-CN" altLang="en-US" sz="3200" b="1">
                <a:solidFill>
                  <a:srgbClr val="000000"/>
                </a:solidFill>
                <a:latin typeface="楷体_GB2312" pitchFamily="49" charset="-122"/>
                <a:ea typeface="楷体_GB2312" pitchFamily="49" charset="-122"/>
              </a:rPr>
              <a:t>理解</a:t>
            </a:r>
            <a:r>
              <a:rPr lang="en-US" altLang="zh-CN" sz="3200" b="1">
                <a:solidFill>
                  <a:srgbClr val="000000"/>
                </a:solidFill>
                <a:latin typeface="楷体_GB2312" pitchFamily="49" charset="-122"/>
                <a:ea typeface="楷体_GB2312" pitchFamily="49" charset="-122"/>
              </a:rPr>
              <a:t>DBMS</a:t>
            </a:r>
            <a:r>
              <a:rPr lang="zh-CN" altLang="en-US" sz="3200" b="1">
                <a:solidFill>
                  <a:srgbClr val="000000"/>
                </a:solidFill>
                <a:latin typeface="楷体_GB2312" pitchFamily="49" charset="-122"/>
                <a:ea typeface="楷体_GB2312" pitchFamily="49" charset="-122"/>
              </a:rPr>
              <a:t>的功能；</a:t>
            </a:r>
          </a:p>
          <a:p>
            <a:pPr lvl="1">
              <a:lnSpc>
                <a:spcPct val="90000"/>
              </a:lnSpc>
              <a:spcBef>
                <a:spcPct val="50000"/>
              </a:spcBef>
              <a:buClr>
                <a:srgbClr val="990000"/>
              </a:buClr>
              <a:buSzTx/>
              <a:buFont typeface="Wingdings" panose="05000000000000000000" pitchFamily="2" charset="2"/>
              <a:buChar char="§"/>
            </a:pPr>
            <a:r>
              <a:rPr lang="zh-CN" altLang="en-US" sz="3200" b="1">
                <a:solidFill>
                  <a:srgbClr val="000000"/>
                </a:solidFill>
                <a:latin typeface="楷体_GB2312" pitchFamily="49" charset="-122"/>
                <a:ea typeface="楷体_GB2312" pitchFamily="49" charset="-122"/>
              </a:rPr>
              <a:t>理解数据模型的相关概念；</a:t>
            </a:r>
          </a:p>
          <a:p>
            <a:pPr lvl="1">
              <a:lnSpc>
                <a:spcPct val="90000"/>
              </a:lnSpc>
              <a:spcBef>
                <a:spcPct val="50000"/>
              </a:spcBef>
              <a:buClr>
                <a:srgbClr val="990000"/>
              </a:buClr>
              <a:buSzTx/>
              <a:buFont typeface="Wingdings" panose="05000000000000000000" pitchFamily="2" charset="2"/>
              <a:buChar char="§"/>
            </a:pPr>
            <a:r>
              <a:rPr lang="zh-CN" altLang="en-US" sz="3200" b="1">
                <a:solidFill>
                  <a:srgbClr val="000000"/>
                </a:solidFill>
                <a:latin typeface="楷体_GB2312" pitchFamily="49" charset="-122"/>
                <a:ea typeface="楷体_GB2312" pitchFamily="49" charset="-122"/>
              </a:rPr>
              <a:t>掌握关系模型的基本概念及表示方法。</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325B045-5C25-CDD4-0EC9-E8E960758EB7}"/>
              </a:ext>
            </a:extLst>
          </p:cNvPr>
          <p:cNvSpPr txBox="1"/>
          <p:nvPr>
            <p:custDataLst>
              <p:tags r:id="rId2"/>
            </p:custDataLst>
          </p:nvPr>
        </p:nvSpPr>
        <p:spPr>
          <a:xfrm>
            <a:off x="914400" y="635000"/>
            <a:ext cx="7315200" cy="1767523"/>
          </a:xfrm>
          <a:prstGeom prst="rect">
            <a:avLst/>
          </a:prstGeom>
          <a:noFill/>
        </p:spPr>
        <p:txBody>
          <a:bodyPr vert="horz" wrap="square" rtlCol="0" anchor="ctr" anchorCtr="0">
            <a:noAutofit/>
          </a:bodyPr>
          <a:lstStyle/>
          <a:p>
            <a:r>
              <a:rPr lang="zh-CN" altLang="en-US" b="0" i="0" dirty="0">
                <a:solidFill>
                  <a:srgbClr val="333333"/>
                </a:solidFill>
                <a:effectLst/>
                <a:latin typeface="Arial" panose="020B0604020202020204" pitchFamily="34" charset="0"/>
              </a:rPr>
              <a:t>​    </a:t>
            </a:r>
            <a:r>
              <a:rPr lang="en-US" altLang="zh-CN" b="0" i="0" dirty="0">
                <a:solidFill>
                  <a:srgbClr val="333333"/>
                </a:solidFill>
                <a:effectLst/>
                <a:latin typeface="Arial" panose="020B0604020202020204" pitchFamily="34" charset="0"/>
              </a:rPr>
              <a:t>1.excel</a:t>
            </a:r>
            <a:r>
              <a:rPr lang="zh-CN" altLang="en-US" b="0" i="0" dirty="0">
                <a:solidFill>
                  <a:srgbClr val="333333"/>
                </a:solidFill>
                <a:effectLst/>
                <a:latin typeface="Arial" panose="020B0604020202020204" pitchFamily="34" charset="0"/>
              </a:rPr>
              <a:t>不属于数据库管理系统。</a:t>
            </a:r>
            <a:endPar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E7BD4800-4A1F-0D51-3E0E-C15DD29784FA}"/>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a:t>
            </a:r>
          </a:p>
        </p:txBody>
      </p:sp>
      <p:sp>
        <p:nvSpPr>
          <p:cNvPr id="8" name="文本框 7">
            <a:extLst>
              <a:ext uri="{FF2B5EF4-FFF2-40B4-BE49-F238E27FC236}">
                <a16:creationId xmlns:a16="http://schemas.microsoft.com/office/drawing/2014/main" id="{15435A71-41D9-4D50-0B6F-5391D850C3E1}"/>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不是</a:t>
            </a:r>
          </a:p>
        </p:txBody>
      </p:sp>
      <p:sp>
        <p:nvSpPr>
          <p:cNvPr id="11" name="椭圆 10">
            <a:extLst>
              <a:ext uri="{FF2B5EF4-FFF2-40B4-BE49-F238E27FC236}">
                <a16:creationId xmlns:a16="http://schemas.microsoft.com/office/drawing/2014/main" id="{A71D5B7E-97CF-4046-14FD-43DBD6FA0800}"/>
              </a:ext>
            </a:extLst>
          </p:cNvPr>
          <p:cNvSpPr>
            <a:spLocks noChangeAspect="1"/>
          </p:cNvSpPr>
          <p:nvPr>
            <p:custDataLst>
              <p:tags r:id="rId5"/>
            </p:custDataLst>
          </p:nvPr>
        </p:nvSpPr>
        <p:spPr bwMode="auto">
          <a:xfrm>
            <a:off x="1114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en-US" altLang="zh-CN" sz="1600" b="1" i="0"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b="1" i="0"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B92B4AD-0EFF-0D69-DCB6-7D24456C0BA5}"/>
              </a:ext>
            </a:extLst>
          </p:cNvPr>
          <p:cNvSpPr>
            <a:spLocks noChangeAspect="1"/>
          </p:cNvSpPr>
          <p:nvPr>
            <p:custDataLst>
              <p:tags r:id="rId6"/>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en-US" altLang="zh-CN"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51B2D1FE-C1E1-C6D8-FB61-FE2F314DD024}"/>
              </a:ext>
            </a:extLst>
          </p:cNvPr>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D81CAE0A-4462-55AE-EBF6-5CCE8A06D430}"/>
              </a:ext>
            </a:extLst>
          </p:cNvPr>
          <p:cNvGrpSpPr/>
          <p:nvPr>
            <p:custDataLst>
              <p:tags r:id="rId8"/>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6B94DA0E-E381-33AE-3881-C22A92C1B737}"/>
                </a:ext>
              </a:extLst>
            </p:cNvPr>
            <p:cNvSpPr/>
            <p:nvPr>
              <p:custDataLst>
                <p:tags r:id="rId10"/>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endParaRPr kumimoji="1" lang="zh-CN" altLang="en-US" sz="2800" b="1" i="0" u="none" strike="noStrike" cap="none" normalizeH="0" baseline="0">
                <a:ln>
                  <a:noFill/>
                </a:ln>
                <a:solidFill>
                  <a:schemeClr val="tx1"/>
                </a:solidFill>
                <a:effectLst/>
                <a:latin typeface="Tahoma" pitchFamily="34" charset="0"/>
                <a:ea typeface="宋体" pitchFamily="2" charset="-122"/>
              </a:endParaRPr>
            </a:p>
          </p:txBody>
        </p:sp>
        <p:sp>
          <p:nvSpPr>
            <p:cNvPr id="17" name="ColorBlock">
              <a:extLst>
                <a:ext uri="{FF2B5EF4-FFF2-40B4-BE49-F238E27FC236}">
                  <a16:creationId xmlns:a16="http://schemas.microsoft.com/office/drawing/2014/main" id="{83827F5D-7565-2A3B-007A-F78F88D6B9D3}"/>
                </a:ext>
              </a:extLst>
            </p:cNvPr>
            <p:cNvSpPr/>
            <p:nvPr>
              <p:custDataLst>
                <p:tags r:id="rId11"/>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endParaRPr kumimoji="1" lang="zh-CN" altLang="en-US" sz="2800" b="1" i="0" u="none" strike="noStrike" cap="none" normalizeH="0" baseline="0">
                <a:ln>
                  <a:noFill/>
                </a:ln>
                <a:solidFill>
                  <a:schemeClr val="tx1"/>
                </a:solidFill>
                <a:effectLst/>
                <a:latin typeface="Tahoma" pitchFamily="34" charset="0"/>
                <a:ea typeface="宋体" pitchFamily="2" charset="-122"/>
              </a:endParaRPr>
            </a:p>
          </p:txBody>
        </p:sp>
        <p:sp>
          <p:nvSpPr>
            <p:cNvPr id="18" name="TypeText">
              <a:extLst>
                <a:ext uri="{FF2B5EF4-FFF2-40B4-BE49-F238E27FC236}">
                  <a16:creationId xmlns:a16="http://schemas.microsoft.com/office/drawing/2014/main" id="{5DA7DC4E-86DF-E662-9CAB-042146740013}"/>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B0D2DB92-01E2-B650-D06B-8DC43A7DB8D1}"/>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C54E96EC-9A13-79D4-9CB2-CF969638481E}"/>
              </a:ext>
            </a:extLst>
          </p:cNvPr>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9989342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9283056-00CB-481B-82D7-2AFEE014E4A4}"/>
              </a:ext>
            </a:extLst>
          </p:cNvPr>
          <p:cNvSpPr txBox="1"/>
          <p:nvPr>
            <p:custDataLst>
              <p:tags r:id="rId2"/>
            </p:custDataLst>
          </p:nvPr>
        </p:nvSpPr>
        <p:spPr>
          <a:xfrm>
            <a:off x="1206500" y="401320"/>
            <a:ext cx="7683500" cy="2143125"/>
          </a:xfrm>
          <a:prstGeom prst="rect">
            <a:avLst/>
          </a:prstGeom>
          <a:noFill/>
        </p:spPr>
        <p:txBody>
          <a:bodyPr vert="horz" wrap="square" rtlCol="0" anchor="ctr" anchorCtr="0">
            <a:noAutofit/>
          </a:bodyPr>
          <a:lstStyle/>
          <a:p>
            <a:r>
              <a:rPr lang="en-US" altLang="zh-CN" sz="2400" b="0" i="0" dirty="0">
                <a:solidFill>
                  <a:srgbClr val="333333"/>
                </a:solidFill>
                <a:effectLst/>
                <a:latin typeface="Arial" panose="020B0604020202020204" pitchFamily="34" charset="0"/>
              </a:rPr>
              <a:t>2. </a:t>
            </a:r>
            <a:r>
              <a:rPr lang="zh-CN" altLang="en-US" sz="2400" b="0" i="0" dirty="0">
                <a:solidFill>
                  <a:srgbClr val="333333"/>
                </a:solidFill>
                <a:effectLst/>
                <a:latin typeface="Arial" panose="020B0604020202020204" pitchFamily="34" charset="0"/>
              </a:rPr>
              <a:t>‍比如</a:t>
            </a:r>
            <a:r>
              <a:rPr lang="en-US" altLang="zh-CN" sz="2400" b="0" i="0" dirty="0">
                <a:solidFill>
                  <a:srgbClr val="333333"/>
                </a:solidFill>
                <a:effectLst/>
                <a:latin typeface="Arial" panose="020B0604020202020204" pitchFamily="34" charset="0"/>
              </a:rPr>
              <a:t>PostgreSQL</a:t>
            </a:r>
            <a:r>
              <a:rPr lang="zh-CN" altLang="en-US" sz="2400" b="0" i="0" dirty="0">
                <a:solidFill>
                  <a:srgbClr val="333333"/>
                </a:solidFill>
                <a:effectLst/>
                <a:latin typeface="Arial" panose="020B0604020202020204" pitchFamily="34" charset="0"/>
              </a:rPr>
              <a:t>、</a:t>
            </a:r>
            <a:r>
              <a:rPr lang="en-US" altLang="zh-CN" sz="2400" b="0" i="0" dirty="0">
                <a:solidFill>
                  <a:srgbClr val="333333"/>
                </a:solidFill>
                <a:effectLst/>
                <a:latin typeface="Arial" panose="020B0604020202020204" pitchFamily="34" charset="0"/>
              </a:rPr>
              <a:t>Oracle</a:t>
            </a:r>
            <a:r>
              <a:rPr lang="zh-CN" altLang="en-US" sz="2400" b="0" i="0" dirty="0">
                <a:solidFill>
                  <a:srgbClr val="333333"/>
                </a:solidFill>
                <a:effectLst/>
                <a:latin typeface="Arial" panose="020B0604020202020204" pitchFamily="34" charset="0"/>
              </a:rPr>
              <a:t>等，都属于数据库管理系统。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45B5A72A-8735-84CC-F458-918BDC8F6FE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a:t>
            </a:r>
          </a:p>
        </p:txBody>
      </p:sp>
      <p:sp>
        <p:nvSpPr>
          <p:cNvPr id="8" name="文本框 7">
            <a:extLst>
              <a:ext uri="{FF2B5EF4-FFF2-40B4-BE49-F238E27FC236}">
                <a16:creationId xmlns:a16="http://schemas.microsoft.com/office/drawing/2014/main" id="{C1965969-D21C-9C28-3C24-3E4F82909FDD}"/>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不是</a:t>
            </a:r>
          </a:p>
        </p:txBody>
      </p:sp>
      <p:sp>
        <p:nvSpPr>
          <p:cNvPr id="10" name="文本框 9">
            <a:extLst>
              <a:ext uri="{FF2B5EF4-FFF2-40B4-BE49-F238E27FC236}">
                <a16:creationId xmlns:a16="http://schemas.microsoft.com/office/drawing/2014/main" id="{A47AF06C-8354-9AE1-AC77-5C8F78C2E3CB}"/>
              </a:ext>
            </a:extLst>
          </p:cNvPr>
          <p:cNvSpPr txBox="1"/>
          <p:nvPr>
            <p:custDataLst>
              <p:tags r:id="rId5"/>
            </p:custDataLst>
          </p:nvPr>
        </p:nvSpPr>
        <p:spPr>
          <a:xfrm>
            <a:off x="1828800" y="5357813"/>
            <a:ext cx="64008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F8EEFD1A-026A-B0A4-E163-A0731534EBDB}"/>
              </a:ext>
            </a:extLst>
          </p:cNvPr>
          <p:cNvSpPr>
            <a:spLocks noChangeAspect="1"/>
          </p:cNvSpPr>
          <p:nvPr>
            <p:custDataLst>
              <p:tags r:id="rId6"/>
            </p:custDataLst>
          </p:nvPr>
        </p:nvSpPr>
        <p:spPr bwMode="auto">
          <a:xfrm>
            <a:off x="1114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en-US" altLang="zh-CN"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1"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61264F48-7C6D-CB7F-0888-650A3F1537FB}"/>
              </a:ext>
            </a:extLst>
          </p:cNvPr>
          <p:cNvSpPr>
            <a:spLocks noChangeAspect="1"/>
          </p:cNvSpPr>
          <p:nvPr>
            <p:custDataLst>
              <p:tags r:id="rId7"/>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en-US" altLang="zh-CN"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1"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3947D002-D6BD-5767-9617-0ED965FBDCEA}"/>
              </a:ext>
            </a:extLst>
          </p:cNvPr>
          <p:cNvSpPr/>
          <p:nvPr>
            <p:custDataLst>
              <p:tags r:id="rId8"/>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1" compatLnSpc="1">
            <a:prstTxWarp prst="textNoShape">
              <a:avLst/>
            </a:prstTxWarp>
            <a:noAutofit/>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r>
              <a:rPr kumimoji="1"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a:extLst>
              <a:ext uri="{FF2B5EF4-FFF2-40B4-BE49-F238E27FC236}">
                <a16:creationId xmlns:a16="http://schemas.microsoft.com/office/drawing/2014/main" id="{799C932B-6641-3760-E497-D873DA33D4B0}"/>
              </a:ext>
            </a:extLst>
          </p:cNvPr>
          <p:cNvGrpSpPr/>
          <p:nvPr>
            <p:custDataLst>
              <p:tags r:id="rId9"/>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DF40D7A6-660A-15E4-4616-8A13C55372EA}"/>
                </a:ext>
              </a:extLst>
            </p:cNvPr>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endParaRPr kumimoji="1" lang="zh-CN" altLang="en-US" sz="2800" b="1" i="0" u="none" strike="noStrike" cap="none" normalizeH="0" baseline="0">
                <a:ln>
                  <a:noFill/>
                </a:ln>
                <a:solidFill>
                  <a:schemeClr val="tx1"/>
                </a:solidFill>
                <a:effectLst/>
                <a:latin typeface="Tahoma" pitchFamily="34" charset="0"/>
                <a:ea typeface="宋体" pitchFamily="2" charset="-122"/>
              </a:endParaRPr>
            </a:p>
          </p:txBody>
        </p:sp>
        <p:sp>
          <p:nvSpPr>
            <p:cNvPr id="17" name="ColorBlock">
              <a:extLst>
                <a:ext uri="{FF2B5EF4-FFF2-40B4-BE49-F238E27FC236}">
                  <a16:creationId xmlns:a16="http://schemas.microsoft.com/office/drawing/2014/main" id="{A9DA6EE3-A119-81A0-9386-B3A0E20A92A8}"/>
                </a:ext>
              </a:extLst>
            </p:cNvPr>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prstTxWarp prst="textNoShape">
                <a:avLst/>
              </a:prstTxWarp>
            </a:bodyPr>
            <a:lstStyle/>
            <a:p>
              <a: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pPr>
              <a:endParaRPr kumimoji="1" lang="zh-CN" altLang="en-US" sz="2800" b="1" i="0" u="none" strike="noStrike" cap="none" normalizeH="0" baseline="0">
                <a:ln>
                  <a:noFill/>
                </a:ln>
                <a:solidFill>
                  <a:schemeClr val="tx1"/>
                </a:solidFill>
                <a:effectLst/>
                <a:latin typeface="Tahoma" pitchFamily="34" charset="0"/>
                <a:ea typeface="宋体" pitchFamily="2" charset="-122"/>
              </a:endParaRPr>
            </a:p>
          </p:txBody>
        </p:sp>
        <p:sp>
          <p:nvSpPr>
            <p:cNvPr id="18" name="TypeText">
              <a:extLst>
                <a:ext uri="{FF2B5EF4-FFF2-40B4-BE49-F238E27FC236}">
                  <a16:creationId xmlns:a16="http://schemas.microsoft.com/office/drawing/2014/main" id="{9337ED71-7FDF-238B-ADA0-315426220D03}"/>
                </a:ext>
              </a:extLst>
            </p:cNvPr>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a:extLst>
                <a:ext uri="{FF2B5EF4-FFF2-40B4-BE49-F238E27FC236}">
                  <a16:creationId xmlns:a16="http://schemas.microsoft.com/office/drawing/2014/main" id="{32B113AE-34D8-C53A-D93A-EEBF238A177F}"/>
                </a:ext>
              </a:extLst>
            </p:cNvPr>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7A9B7981-8F35-D0EF-3644-F23DE9139B2C}"/>
              </a:ext>
            </a:extLst>
          </p:cNvPr>
          <p:cNvPicPr>
            <a:picLocks/>
          </p:cNvPicPr>
          <p:nvPr>
            <p:custDataLst>
              <p:tags r:id="rId10"/>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990946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FADE536B-5D10-4BCD-8F3A-466E7A005669}"/>
              </a:ext>
            </a:extLst>
          </p:cNvPr>
          <p:cNvSpPr>
            <a:spLocks noGrp="1" noChangeArrowheads="1"/>
          </p:cNvSpPr>
          <p:nvPr>
            <p:ph type="title"/>
          </p:nvPr>
        </p:nvSpPr>
        <p:spPr/>
        <p:txBody>
          <a:bodyPr/>
          <a:lstStyle/>
          <a:p>
            <a:pPr eaLnBrk="1" hangingPunct="1"/>
            <a:r>
              <a:rPr lang="zh-CN" altLang="en-US"/>
              <a:t>下次课内容预告（请预习）</a:t>
            </a:r>
          </a:p>
        </p:txBody>
      </p:sp>
      <p:sp>
        <p:nvSpPr>
          <p:cNvPr id="88067" name="Rectangle 3">
            <a:extLst>
              <a:ext uri="{FF2B5EF4-FFF2-40B4-BE49-F238E27FC236}">
                <a16:creationId xmlns:a16="http://schemas.microsoft.com/office/drawing/2014/main" id="{3A609ECF-C152-458E-9B73-E3EF157A1753}"/>
              </a:ext>
            </a:extLst>
          </p:cNvPr>
          <p:cNvSpPr>
            <a:spLocks noGrp="1" noChangeArrowheads="1"/>
          </p:cNvSpPr>
          <p:nvPr>
            <p:ph type="body" idx="1"/>
          </p:nvPr>
        </p:nvSpPr>
        <p:spPr>
          <a:xfrm>
            <a:off x="1066800" y="1981200"/>
            <a:ext cx="4584700" cy="4114800"/>
          </a:xfrm>
        </p:spPr>
        <p:txBody>
          <a:bodyPr/>
          <a:lstStyle/>
          <a:p>
            <a:pPr eaLnBrk="1" hangingPunct="1"/>
            <a:r>
              <a:rPr lang="zh-CN" altLang="en-US" b="1"/>
              <a:t>第二章 关系数据库</a:t>
            </a:r>
          </a:p>
        </p:txBody>
      </p:sp>
      <p:pic>
        <p:nvPicPr>
          <p:cNvPr id="88068" name="Picture 4" descr="0006">
            <a:extLst>
              <a:ext uri="{FF2B5EF4-FFF2-40B4-BE49-F238E27FC236}">
                <a16:creationId xmlns:a16="http://schemas.microsoft.com/office/drawing/2014/main" id="{16CAB780-EDB3-4448-A869-DEDDDCD36069}"/>
              </a:ext>
            </a:extLst>
          </p:cNvPr>
          <p:cNvPicPr>
            <a:picLocks noChangeAspect="1" noChangeArrowheads="1"/>
          </p:cNvPicPr>
          <p:nvPr/>
        </p:nvPicPr>
        <p:blipFill>
          <a:blip r:embed="rId3">
            <a:lum bright="18000" contrast="12000"/>
            <a:grayscl/>
            <a:extLst>
              <a:ext uri="{28A0092B-C50C-407E-A947-70E740481C1C}">
                <a14:useLocalDpi xmlns:a14="http://schemas.microsoft.com/office/drawing/2010/main" val="0"/>
              </a:ext>
            </a:extLst>
          </a:blip>
          <a:srcRect/>
          <a:stretch>
            <a:fillRect/>
          </a:stretch>
        </p:blipFill>
        <p:spPr bwMode="auto">
          <a:xfrm>
            <a:off x="7162800" y="5181600"/>
            <a:ext cx="1738313"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Rectangle 6">
            <a:extLst>
              <a:ext uri="{FF2B5EF4-FFF2-40B4-BE49-F238E27FC236}">
                <a16:creationId xmlns:a16="http://schemas.microsoft.com/office/drawing/2014/main" id="{AF3DD8B3-804F-4C89-86BE-5217C81E6953}"/>
              </a:ext>
            </a:extLst>
          </p:cNvPr>
          <p:cNvSpPr>
            <a:spLocks noChangeArrowheads="1"/>
          </p:cNvSpPr>
          <p:nvPr/>
        </p:nvSpPr>
        <p:spPr bwMode="auto">
          <a:xfrm>
            <a:off x="5486400" y="4724400"/>
            <a:ext cx="2514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8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8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8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70000"/>
              </a:lnSpc>
              <a:spcBef>
                <a:spcPct val="20000"/>
              </a:spcBef>
              <a:spcAft>
                <a:spcPct val="0"/>
              </a:spcAft>
              <a:buClr>
                <a:schemeClr val="hlink"/>
              </a:buClr>
              <a:buSzPct val="55000"/>
              <a:buFont typeface="Wingdings" panose="05000000000000000000" pitchFamily="2" charset="2"/>
              <a:defRPr kumimoji="1" sz="28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SzTx/>
              <a:buFontTx/>
              <a:buNone/>
            </a:pPr>
            <a:r>
              <a:rPr lang="en-US" altLang="zh-CN" sz="4000">
                <a:solidFill>
                  <a:srgbClr val="990099"/>
                </a:solidFill>
                <a:latin typeface="Comic Sans MS" panose="030F0702030302020204" pitchFamily="66" charset="0"/>
              </a:rPr>
              <a:t>Bye-bye!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0"/>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Blends">
  <a:themeElements>
    <a:clrScheme name="">
      <a:dk1>
        <a:srgbClr val="000000"/>
      </a:dk1>
      <a:lt1>
        <a:srgbClr val="CCFFCC"/>
      </a:lt1>
      <a:dk2>
        <a:srgbClr val="333399"/>
      </a:dk2>
      <a:lt2>
        <a:srgbClr val="1C1C1C"/>
      </a:lt2>
      <a:accent1>
        <a:srgbClr val="00E4A8"/>
      </a:accent1>
      <a:accent2>
        <a:srgbClr val="FFCF01"/>
      </a:accent2>
      <a:accent3>
        <a:srgbClr val="E2FFE2"/>
      </a:accent3>
      <a:accent4>
        <a:srgbClr val="000000"/>
      </a:accent4>
      <a:accent5>
        <a:srgbClr val="AAEFD1"/>
      </a:accent5>
      <a:accent6>
        <a:srgbClr val="E7BB01"/>
      </a:accent6>
      <a:hlink>
        <a:srgbClr val="FF0000"/>
      </a:hlink>
      <a:folHlink>
        <a:srgbClr val="3333CC"/>
      </a:folHlink>
    </a:clrScheme>
    <a:fontScheme name="Blends">
      <a:majorFont>
        <a:latin typeface="Tahoma"/>
        <a:ea typeface="仿宋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defRPr kumimoji="1" lang="zh-CN" altLang="en-US" sz="2800" b="1"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742950" marR="0" indent="-285750" algn="l" defTabSz="914400" rtl="0" eaLnBrk="1" fontAlgn="base" latinLnBrk="0" hangingPunct="1">
          <a:lnSpc>
            <a:spcPct val="170000"/>
          </a:lnSpc>
          <a:spcBef>
            <a:spcPct val="20000"/>
          </a:spcBef>
          <a:spcAft>
            <a:spcPct val="0"/>
          </a:spcAft>
          <a:buClr>
            <a:schemeClr val="hlink"/>
          </a:buClr>
          <a:buSzPct val="55000"/>
          <a:buFont typeface="Wingdings" pitchFamily="2" charset="2"/>
          <a:buNone/>
          <a:tabLst/>
          <a:defRPr kumimoji="1" lang="zh-CN" altLang="en-US" sz="2800" b="1"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EE8F7"/>
        </a:lt1>
        <a:dk2>
          <a:srgbClr val="333399"/>
        </a:dk2>
        <a:lt2>
          <a:srgbClr val="1C1C1C"/>
        </a:lt2>
        <a:accent1>
          <a:srgbClr val="B5FFEC"/>
        </a:accent1>
        <a:accent2>
          <a:srgbClr val="F81F08"/>
        </a:accent2>
        <a:accent3>
          <a:srgbClr val="FEF2FA"/>
        </a:accent3>
        <a:accent4>
          <a:srgbClr val="000000"/>
        </a:accent4>
        <a:accent5>
          <a:srgbClr val="D7FFF4"/>
        </a:accent5>
        <a:accent6>
          <a:srgbClr val="E11B06"/>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9">
        <a:dk1>
          <a:srgbClr val="000000"/>
        </a:dk1>
        <a:lt1>
          <a:srgbClr val="FEE8F7"/>
        </a:lt1>
        <a:dk2>
          <a:srgbClr val="333399"/>
        </a:dk2>
        <a:lt2>
          <a:srgbClr val="1C1C1C"/>
        </a:lt2>
        <a:accent1>
          <a:srgbClr val="FFFFFF"/>
        </a:accent1>
        <a:accent2>
          <a:srgbClr val="F81F08"/>
        </a:accent2>
        <a:accent3>
          <a:srgbClr val="FEF2FA"/>
        </a:accent3>
        <a:accent4>
          <a:srgbClr val="000000"/>
        </a:accent4>
        <a:accent5>
          <a:srgbClr val="FFFFFF"/>
        </a:accent5>
        <a:accent6>
          <a:srgbClr val="E11B06"/>
        </a:accent6>
        <a:hlink>
          <a:srgbClr val="FF0000"/>
        </a:hlink>
        <a:folHlink>
          <a:srgbClr val="3333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13772</TotalTime>
  <Words>4718</Words>
  <Application>Microsoft Office PowerPoint</Application>
  <PresentationFormat>全屏显示(4:3)</PresentationFormat>
  <Paragraphs>602</Paragraphs>
  <Slides>84</Slides>
  <Notes>84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84</vt:i4>
      </vt:variant>
    </vt:vector>
  </HeadingPairs>
  <TitlesOfParts>
    <vt:vector size="104" baseType="lpstr">
      <vt:lpstr>ˎ̥</vt:lpstr>
      <vt:lpstr>-apple-system</vt:lpstr>
      <vt:lpstr>Courier</vt:lpstr>
      <vt:lpstr>Inter</vt:lpstr>
      <vt:lpstr>Times-Roman</vt:lpstr>
      <vt:lpstr>黑体</vt:lpstr>
      <vt:lpstr>楷体_GB2312</vt:lpstr>
      <vt:lpstr>隶书</vt:lpstr>
      <vt:lpstr>宋体</vt:lpstr>
      <vt:lpstr>Microsoft Yahei</vt:lpstr>
      <vt:lpstr>Microsoft Yahei</vt:lpstr>
      <vt:lpstr>Arial</vt:lpstr>
      <vt:lpstr>Arial Black</vt:lpstr>
      <vt:lpstr>Comic Sans MS</vt:lpstr>
      <vt:lpstr>Tahoma</vt:lpstr>
      <vt:lpstr>Times New Roman</vt:lpstr>
      <vt:lpstr>Wingdings</vt:lpstr>
      <vt:lpstr>Blends</vt:lpstr>
      <vt:lpstr>Document</vt:lpstr>
      <vt:lpstr>文档</vt:lpstr>
      <vt:lpstr>主讲：王海燕 E-mail：wanghaiyan@mail.hzau.edu.cn</vt:lpstr>
      <vt:lpstr>主要内容</vt:lpstr>
      <vt:lpstr>重点</vt:lpstr>
      <vt:lpstr>1.1  基本概念</vt:lpstr>
      <vt:lpstr>1、信息（information）</vt:lpstr>
      <vt:lpstr>2、数据(Data)</vt:lpstr>
      <vt:lpstr>数据与其语义是不可分的--举例1</vt:lpstr>
      <vt:lpstr>数据与其语义是不可分的--举例2</vt:lpstr>
      <vt:lpstr>信息和数据的关系</vt:lpstr>
      <vt:lpstr>3、数据处理</vt:lpstr>
      <vt:lpstr>4、数据管理</vt:lpstr>
      <vt:lpstr>数据库系统概念</vt:lpstr>
      <vt:lpstr>数据库管理系统(续)</vt:lpstr>
      <vt:lpstr>数据库管理系统（DBMS）</vt:lpstr>
      <vt:lpstr>DBMS对数据的控制功能</vt:lpstr>
      <vt:lpstr>DBMS对数据的控制功能</vt:lpstr>
      <vt:lpstr>典型的数据库管理系统</vt:lpstr>
      <vt:lpstr>PowerPoint 演示文稿</vt:lpstr>
      <vt:lpstr>PowerPoint 演示文稿</vt:lpstr>
      <vt:lpstr>PowerPoint 演示文稿</vt:lpstr>
      <vt:lpstr>案例</vt:lpstr>
      <vt:lpstr>PowerPoint 演示文稿</vt:lpstr>
      <vt:lpstr>1.2 数据库技术的产生和发展</vt:lpstr>
      <vt:lpstr>PowerPoint 演示文稿</vt:lpstr>
      <vt:lpstr>人工管理</vt:lpstr>
      <vt:lpstr>文件系统管理</vt:lpstr>
      <vt:lpstr>文件系统管理</vt:lpstr>
      <vt:lpstr>文件系统管理</vt:lpstr>
      <vt:lpstr>文件系统管理的弊端：</vt:lpstr>
      <vt:lpstr>文件系统管理的弊端：</vt:lpstr>
      <vt:lpstr>数据库系统管理</vt:lpstr>
      <vt:lpstr>数据库系统管理</vt:lpstr>
      <vt:lpstr>小结</vt:lpstr>
      <vt:lpstr>数据管理技术的产生和发展(续)</vt:lpstr>
      <vt:lpstr>1.3 数据模型（Data Model）</vt:lpstr>
      <vt:lpstr>1.客观对象的抽象过程</vt:lpstr>
      <vt:lpstr>数据模型(续)</vt:lpstr>
      <vt:lpstr>数据模型(续)</vt:lpstr>
      <vt:lpstr>数据模型(续)</vt:lpstr>
      <vt:lpstr>2.概念模型</vt:lpstr>
      <vt:lpstr>PowerPoint 演示文稿</vt:lpstr>
      <vt:lpstr>PowerPoint 演示文稿</vt:lpstr>
      <vt:lpstr>两个实体型间的联系</vt:lpstr>
      <vt:lpstr>两个实体型间的联系（续）</vt:lpstr>
      <vt:lpstr>两个实体型间的联系（续）</vt:lpstr>
      <vt:lpstr>两个实体型间的联系（续）</vt:lpstr>
      <vt:lpstr>3. 数据模型的组成要素</vt:lpstr>
      <vt:lpstr>数据结构</vt:lpstr>
      <vt:lpstr>数据操作 </vt:lpstr>
      <vt:lpstr>数据的约束条件 </vt:lpstr>
      <vt:lpstr>4、常用数据模型</vt:lpstr>
      <vt:lpstr>PowerPoint 演示文稿</vt:lpstr>
      <vt:lpstr>关系数据模型简介</vt:lpstr>
      <vt:lpstr>关系数据模型的数据结构</vt:lpstr>
      <vt:lpstr>关系模型的基本概念</vt:lpstr>
      <vt:lpstr>关系模型的基本概念</vt:lpstr>
      <vt:lpstr>关系数据模型的数据结构</vt:lpstr>
      <vt:lpstr>关系数据模型的数据结构(续）</vt:lpstr>
      <vt:lpstr>关系数据模型的数据结构(续）</vt:lpstr>
      <vt:lpstr>2.关系模型的数据操纵</vt:lpstr>
      <vt:lpstr>3.关系模型的完整性约束</vt:lpstr>
      <vt:lpstr>1.4 数据库系统的模式结构</vt:lpstr>
      <vt:lpstr>数据库系统模式的概念</vt:lpstr>
      <vt:lpstr>数据库系统模式的概念（续）</vt:lpstr>
      <vt:lpstr>（二）、数据库系统的三级模式结构</vt:lpstr>
      <vt:lpstr>实例和模式</vt:lpstr>
      <vt:lpstr>实例：大学教学管理系统</vt:lpstr>
      <vt:lpstr>数据独立性</vt:lpstr>
      <vt:lpstr>数据独立性（续）</vt:lpstr>
      <vt:lpstr>1.4 数据库系统的组成</vt:lpstr>
      <vt:lpstr>1、硬件平台及数据库</vt:lpstr>
      <vt:lpstr>数据库系统对硬件资源的要求</vt:lpstr>
      <vt:lpstr>2、软件</vt:lpstr>
      <vt:lpstr>3、人员</vt:lpstr>
      <vt:lpstr>数据库管理员(DBA)</vt:lpstr>
      <vt:lpstr>系统分析员</vt:lpstr>
      <vt:lpstr>数据库设计人员</vt:lpstr>
      <vt:lpstr>应用程序员</vt:lpstr>
      <vt:lpstr>用户</vt:lpstr>
      <vt:lpstr>用户（续）</vt:lpstr>
      <vt:lpstr>本 章 小 结</vt:lpstr>
      <vt:lpstr>PowerPoint 演示文稿</vt:lpstr>
      <vt:lpstr>PowerPoint 演示文稿</vt:lpstr>
      <vt:lpstr>下次课内容预告（请预习）</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lenovo</dc:creator>
  <cp:lastModifiedBy>trAshbaG Smile</cp:lastModifiedBy>
  <cp:revision>567</cp:revision>
  <cp:lastPrinted>2025-09-10T02:52:58Z</cp:lastPrinted>
  <dcterms:created xsi:type="dcterms:W3CDTF">2000-08-09T08:19:19Z</dcterms:created>
  <dcterms:modified xsi:type="dcterms:W3CDTF">2025-12-24T11:25:48Z</dcterms:modified>
</cp:coreProperties>
</file>