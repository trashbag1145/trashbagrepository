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502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0"/>
          </a:xfrm>
          <a:prstGeom prst="rect">
            <a:avLst/>
          </a:prstGeom>
          <a:solidFill>
            <a:srgbClr val="0D3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291840"/>
          </a:xfrm>
          <a:prstGeom prst="rect">
            <a:avLst/>
          </a:prstGeom>
          <a:solidFill>
            <a:srgbClr val="0D3B1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46120"/>
            <a:ext cx="12161520" cy="0"/>
          </a:xfrm>
          <a:prstGeom prst="line">
            <a:avLst/>
          </a:prstGeom>
          <a:noFill/>
          <a:ln w="635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37560"/>
            <a:ext cx="1216152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383280"/>
            <a:ext cx="12161520" cy="347472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社交网络数据分析与处理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课程项目汇报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0" y="4754880"/>
            <a:ext cx="118872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4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职业关系图谱与智能推荐系统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Relationship Graph &amp; Intelligent Recommendation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华中农业大学 · 信息学院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74520" y="3383280"/>
            <a:ext cx="4572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项目概述与技术架构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12080" y="16276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 · 团队分工 · 整体架构 · 技术栈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6032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2816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· 职业推荐 · 时间线分析 · AI问答 · 简历分析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4904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730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推荐算法与大模型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40050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推荐流程 · 匹配评分 · 大语言模型集成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34340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93776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49971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POSITIONING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2179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面向就业场景的关系网络分析与职业推荐系统。将岗位、公司、城市、技能、学历、经验等信息组织成知识图谱，结合检索、推荐和大语言模型问答，帮助用户理解职业要求和发展路径。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265176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803条岗位数据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4663440"/>
            <a:ext cx="265176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6类实体节点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265176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5种关系类型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5074920"/>
            <a:ext cx="265176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AI驱动推荐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4937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60020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Neo4j图数据库存储实体关系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834640"/>
            <a:ext cx="4937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324612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智能推荐引擎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多维匹配评分与Top-K排序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4480560"/>
            <a:ext cx="4937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489204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大模型驱动问答与简历解析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WORK DISTRIBUTION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8965" y="191584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</a:rPr>
              <a:t>陈佳伸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02655" y="988501"/>
            <a:ext cx="4244196" cy="2128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参考项目查阅</a:t>
            </a:r>
            <a:endParaRPr lang="en-US" sz="24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项目进度管理</a:t>
            </a:r>
            <a:endParaRPr lang="en-US" sz="24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</a:t>
            </a:r>
            <a:r>
              <a:rPr lang="en-US" altLang="zh-CN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8965" y="444872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</a:rPr>
              <a:t>黄泰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394692" y="3405708"/>
            <a:ext cx="4860123" cy="220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项目实现</a:t>
            </a:r>
            <a:r>
              <a:rPr lang="en-US" altLang="zh-CN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24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lnSpc>
                <a:spcPct val="170000"/>
              </a:lnSpc>
              <a:buNone/>
            </a:pPr>
            <a:r>
              <a:rPr lang="zh-CN" alt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功能测试</a:t>
            </a:r>
            <a:endParaRPr lang="en-US" sz="24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数据库设计与优化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64592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9692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18872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188720"/>
            <a:ext cx="2249424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1887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07024" y="1188720"/>
            <a:ext cx="1755648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1887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-10000000" y="-10000000"/>
            <a:ext cx="1261872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-10000000" y="-100000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1664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单页应用 · 动态路由 · 图谱可视化 · 响应式布局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1645920" cy="100584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分析引擎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2377440"/>
            <a:ext cx="9692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0" y="256032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2560320"/>
            <a:ext cx="2084832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42432" y="256032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5742432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-10000000" y="-10000000"/>
            <a:ext cx="2249424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-10000000" y="-100000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035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推荐引擎 · 简历解析 · AI问答 · 时间线分析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1645920" cy="10058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03120" y="3749040"/>
            <a:ext cx="9692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0" y="3931920"/>
            <a:ext cx="27432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66360" y="3931920"/>
            <a:ext cx="2249424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931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52944" y="3931920"/>
            <a:ext cx="768096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944" y="393192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286000" y="4407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 · 职位CRUD · 鉴权拦截 · 缓存加速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5760" y="5120640"/>
            <a:ext cx="1645920" cy="10058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65760" y="5577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03120" y="5120640"/>
            <a:ext cx="9692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286000" y="5303520"/>
            <a:ext cx="1755648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53035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0000000" y="-10000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13248" y="5303520"/>
            <a:ext cx="10972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5413248" y="5303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286000" y="5779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 · 会话缓存 · 图数据库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渐进式前端框架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UI组件库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数据可视化图表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HTTP客户端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1005840"/>
            <a:ext cx="35661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06240" y="164592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434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Java业务后端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242316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34340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3.5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40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ORM框架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2004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434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+ Argon2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4340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认证与密码哈希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06240" y="397764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3434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3434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关系型数据库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46720" y="1005840"/>
            <a:ext cx="35661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AI与数据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46720" y="164592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18388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8388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AI微服务框架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46720" y="242316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18388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18388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32004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8388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SiliconFlow API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8388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大模型调用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-10000000" y="-100000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-10000000" y="-10000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-10000000" y="-10000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数据源与知识图谱建模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SOURCE &amp; KNOWLEDGE GRAPH MODELING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岗位数据记录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09728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实体节点类型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10972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关系类型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005840"/>
            <a:ext cx="2651760" cy="10972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58521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项目内置招聘岗位样本数据，共803条记录。数据字段包括：职位、城市、公司、学历、经验、技能、薪资、福利、工作描述和行业。数据用于课程项目演示与知识图谱建模。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448056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448056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448056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448056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37360" y="484632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Text 33"/>
          <p:cNvSpPr/>
          <p:nvPr/>
        </p:nvSpPr>
        <p:spPr>
          <a:xfrm>
            <a:off x="173736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484632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484632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4846320"/>
            <a:ext cx="96012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331720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图谱实体与关系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675120" y="28803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岗位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44000" y="28803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公司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0" y="33375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 城市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44000" y="33375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技能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75120" y="37947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Degree 学历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0" y="3794760"/>
            <a:ext cx="2240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经验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关系：REQUIRES（需要）· BELONGS_TO（属于）· LOCATED_IN（位于）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 DEMONSTRATION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GRAPH VISUALIZATION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9144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实体节点类型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91440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关系类型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9144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005840"/>
            <a:ext cx="2651760" cy="91440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力导向图渲染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56692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图谱功能说明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26974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将招聘数据转化为图结构，展示岗位与技能、学历、经验、公司、城市之间的连接关系。节点颜色代表不同实体类型，连线表示实体间关系。相比传统表格，图谱更适合直观解释岗位要求之间的关联。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核心特性：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ECharts力导向图渲染，支持交互拖拽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节点按实体类型着色，直观区分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支持按条件筛选子图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148840"/>
            <a:ext cx="5486400" cy="42062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知识图谱可视化：岗位-技能-学历-经验-公司-城市关系网络</a:t>
            </a:r>
            <a:endParaRPr lang="en-US" sz="14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4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知识图谱可视化：岗位-技能-学历-经验-公司-城市关系网络</a:t>
            </a: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400" dirty="0"/>
          </a:p>
        </p:txBody>
      </p:sp>
      <p:pic>
        <p:nvPicPr>
          <p:cNvPr id="25" name="Picture 24" descr="02-knowledge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67044"/>
            <a:ext cx="5482520" cy="41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职业推荐系统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RECOMMENDATION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100584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用户输入描述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输入技能、学历、经验等自然语言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548640" cy="822960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5760" y="2057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205740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NLP关键词提取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496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技能/学历/经验实体识别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548640" cy="82296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310896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887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图谱条件匹配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Neo4j查询满足条件的岗位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548640" cy="82296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51560" y="416052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匹配评分计算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技能命中+学历+经验+薪资匹配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212080"/>
            <a:ext cx="548640" cy="822960"/>
          </a:xfrm>
          <a:prstGeom prst="rect">
            <a:avLst/>
          </a:prstGeom>
          <a:solidFill>
            <a:srgbClr val="81C78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5760" y="5212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51560" y="521208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8872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Top-K排序输出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5650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推荐结果+图谱可视化解释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005840"/>
            <a:ext cx="5486400" cy="3200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309360" y="1828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推荐结果展示：岗位列表与关系图谱同步呈现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（推荐结果展示：岗位列表与关系图谱同步呈现）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4434840"/>
            <a:ext cx="5486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922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匹配评分权重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4919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5175504"/>
            <a:ext cx="5029200" cy="731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492240" y="5175504"/>
            <a:ext cx="201168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92240" y="5266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学历匹配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0" y="5266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5522976"/>
            <a:ext cx="5029200" cy="731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492240" y="5522976"/>
            <a:ext cx="1257300" cy="73152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92240" y="5614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0" y="5614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92240" y="5870448"/>
            <a:ext cx="5029200" cy="731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6492240" y="5870448"/>
            <a:ext cx="1257300" cy="73152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92240" y="5961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薪资匹配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601200" y="5961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92240" y="6217920"/>
            <a:ext cx="5029200" cy="7315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492240" y="6217920"/>
            <a:ext cx="5029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6" name="Picture 55" descr="03-career-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972256"/>
            <a:ext cx="54864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职业时间线分析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TIMELINE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14300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AI模型根据职业名自动生成发展阶段分析，包括阶段名称、背景、关键事件和技能要求，以时间线组件直观展示职业成长路径。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15568" y="288036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554480" y="237744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7373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初级阶段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487168"/>
            <a:ext cx="1097280" cy="228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0-2年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入门技能掌握，基础项目经验积累，在指导下完成工作任务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657600"/>
            <a:ext cx="274320" cy="27432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115568" y="393192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554480" y="342900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73736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538728"/>
            <a:ext cx="1097280" cy="228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0" y="3538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专业技术深化，独立负责项目模块，开始指导初级成员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115568" y="498348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554480" y="448056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73736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成熟阶段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4590288"/>
            <a:ext cx="1097280" cy="228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572000" y="4590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团队管理与跨领域协作，承担技术决策与架构设计职责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5760720"/>
            <a:ext cx="274320" cy="27432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554480" y="5532120"/>
            <a:ext cx="5029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737360" y="5605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专家阶段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5641848"/>
            <a:ext cx="1097280" cy="228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572000" y="5641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10年+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37360" y="5943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行业影响力建设，技术战略规划，跨团队技术领导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2377440"/>
            <a:ext cx="4937760" cy="3840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58000" y="3657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AI生成的职业发展四阶段时间线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（AI生成的职业发展四阶段时间线）</a:t>
            </a:r>
            <a:endParaRPr lang="en-US" sz="1400" dirty="0"/>
          </a:p>
        </p:txBody>
      </p:sp>
      <p:pic>
        <p:nvPicPr>
          <p:cNvPr id="38" name="Picture 37" descr="04-career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2" y="2297430"/>
            <a:ext cx="529687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INTELLIGENT Q&amp;A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8308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用户使用日常语言提问职业发展和技能学习相关问题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00584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Markdown渲染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AI回答以Markdown格式输出，支持代码高亮和公式渲染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00584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SSE流式响应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Server-Sent Events实现逐字实时输出，交互体验流畅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78308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支持多轮对话，理解用户意图并给出针对性建议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84048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3891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职业领域专长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8056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针对职业发展、技能学习路径等领域进行优化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84048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6404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94640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2296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2104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接入DeepSeek-V3等先进模型，回答质量高</a:t>
            </a:r>
            <a:endParaRPr lang="en-US" sz="1100" dirty="0"/>
          </a:p>
        </p:txBody>
      </p:sp>
      <p:pic>
        <p:nvPicPr>
          <p:cNvPr id="37" name="Picture 36" descr="05-ai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522" y="1249317"/>
            <a:ext cx="6689198" cy="5109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简历智能分析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RESUME INTELLIGENT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66928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简历上传与解析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512064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(fitz) 提取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12064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 提取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12064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pytesseract OCR识别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上传简历 → 自动识别格式 → 提取文本内容 → AI模型分析 → 生成职业匹配建议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548640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AI分析输出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1645920"/>
            <a:ext cx="502920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职业名称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匹配度最高的职业方向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502920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匹配概率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基于简历内容的匹配评分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502920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市场状况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该职业当前市场需求分析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800600"/>
            <a:ext cx="5029200" cy="8686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发展行情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5212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职业发展前景与薪资趋势</a:t>
            </a:r>
            <a:endParaRPr lang="en-US" sz="1100" dirty="0"/>
          </a:p>
        </p:txBody>
      </p:sp>
      <p:pic>
        <p:nvPicPr>
          <p:cNvPr id="34" name="Picture 33" descr="07-resume-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65072"/>
            <a:ext cx="54864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推荐算法与大模型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&amp; LLM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RECOMMENDATION ALGORITHM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1005840"/>
            <a:ext cx="6126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用户输入自我描述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用户输入技能、学历、经验等自然语言描述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640080" cy="82296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2057400"/>
            <a:ext cx="6126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2130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NLP关键词提取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技能/学历/经验实体识别与提取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640080" cy="8229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3108960"/>
            <a:ext cx="6126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80160" y="3182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Neo4j图数据库查询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条件查询与匹配岗位数据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640080" cy="8229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06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4160520"/>
            <a:ext cx="6126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8016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多维匹配评分计算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 + 学历匹配 + 经验匹配 + 薪资匹配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5212080"/>
            <a:ext cx="640080" cy="82296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5532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43000" y="5212080"/>
            <a:ext cx="6126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28016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Top-K排序输出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 + 图谱解释可视化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100584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评分权重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1560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72400" y="1828800"/>
            <a:ext cx="3840480" cy="91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Shape 44"/>
          <p:cNvSpPr/>
          <p:nvPr/>
        </p:nvSpPr>
        <p:spPr>
          <a:xfrm>
            <a:off x="7772400" y="1828800"/>
            <a:ext cx="1536192" cy="91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学历匹配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1560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72400" y="2331720"/>
            <a:ext cx="3840480" cy="91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0" name="Shape 48"/>
          <p:cNvSpPr/>
          <p:nvPr/>
        </p:nvSpPr>
        <p:spPr>
          <a:xfrm>
            <a:off x="7772400" y="2331720"/>
            <a:ext cx="960120" cy="9144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156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772400" y="2834640"/>
            <a:ext cx="3840480" cy="91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4" name="Shape 52"/>
          <p:cNvSpPr/>
          <p:nvPr/>
        </p:nvSpPr>
        <p:spPr>
          <a:xfrm>
            <a:off x="7772400" y="2834640"/>
            <a:ext cx="960120" cy="914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薪资匹配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1560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72400" y="3337560"/>
            <a:ext cx="3840480" cy="91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Shape 56"/>
          <p:cNvSpPr/>
          <p:nvPr/>
        </p:nvSpPr>
        <p:spPr>
          <a:xfrm>
            <a:off x="7772400" y="3337560"/>
            <a:ext cx="384048" cy="914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9" name="Shape 57"/>
          <p:cNvSpPr/>
          <p:nvPr/>
        </p:nvSpPr>
        <p:spPr>
          <a:xfrm>
            <a:off x="7589520" y="4206240"/>
            <a:ext cx="4206240" cy="2103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算法特点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4709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基于图谱匹配，可解释性强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多维度综合评分，避免单一指标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Top-K排序，结果精简高效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大语言模型集成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INTEGRATION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职业问答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SSE流式响应，实时逐字输出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Markdown格式渲染回答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支持代码高亮和公式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多轮对话上下文理解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职业时间线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16459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根据职业名自动生成阶段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包含背景和关键事件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技能要求随阶段变化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时间线组件直观展示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简历智能匹配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46720" y="16459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多格式简历文本提取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AI生成职业匹配分析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匹配概率量化评估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市场行情与前景预测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技术实现说明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5303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本项目通过 OpenAI 兼容接口接入第三方大模型服务（当前使用 SiliconFlow 平台），调用 DeepSeek-V3 模型。不同功能模块使用不同的 Prompt 模板组织输入和输出格式，AI 返回 Markdown 格式内容，由前端渲染成时间线、问答卡片和分析报告。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HIGHLIGHTS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577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完整演示闭环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 → 知识图谱 → 推荐 → 时间线 → 问答 → 简历分析，全流程本地可运行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5577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2801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可解释推荐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基于图谱匹配而非黑盒模型，推荐结果可追溯、可解释，每个推荐都有关系依据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577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AI增强分析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大语言模型补充传统图谱查询不足，AI生成职业发展解释、问答和简历分析建议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840480"/>
            <a:ext cx="5577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多维度可视化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ECharts力导向图 + Element Plus表格/时间线/卡片，多组件协同呈现数据洞察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803</Words>
  <Application>Microsoft Office PowerPoint</Application>
  <PresentationFormat>宽屏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社交网络数据分析与处理 - 课程项目汇报</dc:title>
  <dc:subject>PptxGenJS Presentation</dc:subject>
  <dc:creator>课程项目小组</dc:creator>
  <cp:lastModifiedBy>trAshbaG Smile</cp:lastModifiedBy>
  <cp:revision>4</cp:revision>
  <dcterms:created xsi:type="dcterms:W3CDTF">2026-06-23T16:36:56Z</dcterms:created>
  <dcterms:modified xsi:type="dcterms:W3CDTF">2026-06-25T08:56:30Z</dcterms:modified>
</cp:coreProperties>
</file>